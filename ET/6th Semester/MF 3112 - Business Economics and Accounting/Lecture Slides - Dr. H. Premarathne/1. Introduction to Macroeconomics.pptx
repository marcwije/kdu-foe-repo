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1" r:id="rId1"/>
  </p:sldMasterIdLst>
  <p:notesMasterIdLst>
    <p:notesMasterId r:id="rId7"/>
  </p:notesMasterIdLst>
  <p:handoutMasterIdLst>
    <p:handoutMasterId r:id="rId8"/>
  </p:handoutMasterIdLst>
  <p:sldIdLst>
    <p:sldId id="358" r:id="rId2"/>
    <p:sldId id="359" r:id="rId3"/>
    <p:sldId id="360" r:id="rId4"/>
    <p:sldId id="361" r:id="rId5"/>
    <p:sldId id="364" r:id="rId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72978B9-BDE7-4D1A-A42B-06CB6DFEA3AE}">
          <p14:sldIdLst/>
        </p14:section>
        <p14:section name="Untitled Section" id="{9109D29C-8193-43EE-8E3A-FBF85489AF09}">
          <p14:sldIdLst>
            <p14:sldId id="358"/>
            <p14:sldId id="359"/>
            <p14:sldId id="360"/>
            <p14:sldId id="361"/>
            <p14:sldId id="3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FF3300"/>
    <a:srgbClr val="CC3300"/>
    <a:srgbClr val="3333FF"/>
    <a:srgbClr val="800000"/>
    <a:srgbClr val="969696"/>
    <a:srgbClr val="80808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60"/>
  </p:normalViewPr>
  <p:slideViewPr>
    <p:cSldViewPr snapToGrid="0">
      <p:cViewPr varScale="1">
        <p:scale>
          <a:sx n="88" d="100"/>
          <a:sy n="88" d="100"/>
        </p:scale>
        <p:origin x="1306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0" d="100"/>
          <a:sy n="40" d="100"/>
        </p:scale>
        <p:origin x="-1488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B0E758-D824-F249-A6CC-E613B7873A14}" type="doc">
      <dgm:prSet loTypeId="urn:microsoft.com/office/officeart/2005/8/layout/vList3" loCatId="" qsTypeId="urn:microsoft.com/office/officeart/2005/8/quickstyle/simple1" qsCatId="simple" csTypeId="urn:microsoft.com/office/officeart/2005/8/colors/accent0_1" csCatId="mainScheme" phldr="1"/>
      <dgm:spPr/>
    </dgm:pt>
    <dgm:pt modelId="{0D5AF75D-350D-034D-AB5E-E30F0503646B}">
      <dgm:prSet phldrT="[Text]"/>
      <dgm:spPr/>
      <dgm:t>
        <a:bodyPr/>
        <a:lstStyle/>
        <a:p>
          <a:r>
            <a:rPr lang="en-GB"/>
            <a:t>Aggregate Demand</a:t>
          </a:r>
          <a:endParaRPr lang="en-GB" dirty="0"/>
        </a:p>
      </dgm:t>
    </dgm:pt>
    <dgm:pt modelId="{76F9F81F-A034-734B-89F9-CCE049C38E6D}" type="parTrans" cxnId="{E9200681-07D0-C04D-9CB6-D0380954623D}">
      <dgm:prSet/>
      <dgm:spPr/>
      <dgm:t>
        <a:bodyPr/>
        <a:lstStyle/>
        <a:p>
          <a:endParaRPr lang="en-GB"/>
        </a:p>
      </dgm:t>
    </dgm:pt>
    <dgm:pt modelId="{7FD95AD7-9BAA-CA4C-A045-32A33453432D}" type="sibTrans" cxnId="{E9200681-07D0-C04D-9CB6-D0380954623D}">
      <dgm:prSet/>
      <dgm:spPr/>
      <dgm:t>
        <a:bodyPr/>
        <a:lstStyle/>
        <a:p>
          <a:endParaRPr lang="en-GB"/>
        </a:p>
      </dgm:t>
    </dgm:pt>
    <dgm:pt modelId="{6C0939D8-E312-2C43-BB6B-02227DC440BD}">
      <dgm:prSet phldrT="[Text]"/>
      <dgm:spPr/>
      <dgm:t>
        <a:bodyPr/>
        <a:lstStyle/>
        <a:p>
          <a:r>
            <a:rPr lang="en-GB" dirty="0"/>
            <a:t>Aggregate Supply</a:t>
          </a:r>
        </a:p>
      </dgm:t>
    </dgm:pt>
    <dgm:pt modelId="{B4A2F278-78FF-FB43-A1DE-BCA167CF725E}" type="parTrans" cxnId="{7F1E89D9-39AA-774B-8CAC-FE8052D914D3}">
      <dgm:prSet/>
      <dgm:spPr/>
      <dgm:t>
        <a:bodyPr/>
        <a:lstStyle/>
        <a:p>
          <a:endParaRPr lang="en-GB"/>
        </a:p>
      </dgm:t>
    </dgm:pt>
    <dgm:pt modelId="{7ACC5A8D-4C9F-7B44-9EC0-D8C426659978}" type="sibTrans" cxnId="{7F1E89D9-39AA-774B-8CAC-FE8052D914D3}">
      <dgm:prSet/>
      <dgm:spPr/>
      <dgm:t>
        <a:bodyPr/>
        <a:lstStyle/>
        <a:p>
          <a:endParaRPr lang="en-GB"/>
        </a:p>
      </dgm:t>
    </dgm:pt>
    <dgm:pt modelId="{19368E76-60EE-6040-86A2-6C3499E5A957}">
      <dgm:prSet phldrT="[Text]"/>
      <dgm:spPr/>
      <dgm:t>
        <a:bodyPr/>
        <a:lstStyle/>
        <a:p>
          <a:r>
            <a:rPr lang="en-GB" dirty="0"/>
            <a:t>Consumption / Saving</a:t>
          </a:r>
        </a:p>
      </dgm:t>
    </dgm:pt>
    <dgm:pt modelId="{C11FAED2-C84B-3D44-B7E5-CD83BD11FAE5}" type="parTrans" cxnId="{50E1F3F7-40ED-FD40-8377-B7A73144E32A}">
      <dgm:prSet/>
      <dgm:spPr/>
      <dgm:t>
        <a:bodyPr/>
        <a:lstStyle/>
        <a:p>
          <a:endParaRPr lang="en-GB"/>
        </a:p>
      </dgm:t>
    </dgm:pt>
    <dgm:pt modelId="{B839A069-87EB-A04E-A334-968EF88D322A}" type="sibTrans" cxnId="{50E1F3F7-40ED-FD40-8377-B7A73144E32A}">
      <dgm:prSet/>
      <dgm:spPr/>
      <dgm:t>
        <a:bodyPr/>
        <a:lstStyle/>
        <a:p>
          <a:endParaRPr lang="en-GB"/>
        </a:p>
      </dgm:t>
    </dgm:pt>
    <dgm:pt modelId="{FBDA8B80-F636-E24C-8570-073B5D3D7C6B}">
      <dgm:prSet/>
      <dgm:spPr/>
      <dgm:t>
        <a:bodyPr/>
        <a:lstStyle/>
        <a:p>
          <a:r>
            <a:rPr lang="en-GB" dirty="0"/>
            <a:t>Inflation</a:t>
          </a:r>
        </a:p>
      </dgm:t>
    </dgm:pt>
    <dgm:pt modelId="{B3AABACC-B630-CF47-A381-0D4871E51F7C}" type="parTrans" cxnId="{FBB91666-6BC5-4146-9199-DC10F59F80EA}">
      <dgm:prSet/>
      <dgm:spPr/>
      <dgm:t>
        <a:bodyPr/>
        <a:lstStyle/>
        <a:p>
          <a:endParaRPr lang="en-GB"/>
        </a:p>
      </dgm:t>
    </dgm:pt>
    <dgm:pt modelId="{1AB83F1C-08C9-3444-9E31-3672E089C64E}" type="sibTrans" cxnId="{FBB91666-6BC5-4146-9199-DC10F59F80EA}">
      <dgm:prSet/>
      <dgm:spPr/>
      <dgm:t>
        <a:bodyPr/>
        <a:lstStyle/>
        <a:p>
          <a:endParaRPr lang="en-GB"/>
        </a:p>
      </dgm:t>
    </dgm:pt>
    <dgm:pt modelId="{E77AA21B-85A1-7F4B-A20D-93121C1DCCD1}">
      <dgm:prSet/>
      <dgm:spPr/>
      <dgm:t>
        <a:bodyPr/>
        <a:lstStyle/>
        <a:p>
          <a:r>
            <a:rPr lang="en-GB" dirty="0"/>
            <a:t>Economic Growth</a:t>
          </a:r>
        </a:p>
      </dgm:t>
    </dgm:pt>
    <dgm:pt modelId="{F4CC1FAB-F8D8-124F-B14D-5D4B25F764E3}" type="parTrans" cxnId="{0B8460EA-1845-C540-AA94-03F47F801235}">
      <dgm:prSet/>
      <dgm:spPr/>
      <dgm:t>
        <a:bodyPr/>
        <a:lstStyle/>
        <a:p>
          <a:endParaRPr lang="en-GB"/>
        </a:p>
      </dgm:t>
    </dgm:pt>
    <dgm:pt modelId="{CE9FA88E-01A3-C446-8E5F-81CABCBC7061}" type="sibTrans" cxnId="{0B8460EA-1845-C540-AA94-03F47F801235}">
      <dgm:prSet/>
      <dgm:spPr/>
      <dgm:t>
        <a:bodyPr/>
        <a:lstStyle/>
        <a:p>
          <a:endParaRPr lang="en-GB"/>
        </a:p>
      </dgm:t>
    </dgm:pt>
    <dgm:pt modelId="{9D7E12C5-B6AD-5B42-BD65-6A32D1985BB1}">
      <dgm:prSet/>
      <dgm:spPr/>
      <dgm:t>
        <a:bodyPr/>
        <a:lstStyle/>
        <a:p>
          <a:r>
            <a:rPr lang="en-GB" dirty="0"/>
            <a:t>Unemployment</a:t>
          </a:r>
        </a:p>
      </dgm:t>
    </dgm:pt>
    <dgm:pt modelId="{68CBEB0E-C137-7F46-B1DD-902EA5C0EABE}" type="parTrans" cxnId="{67D70AFC-58E5-0C44-A03B-58E09AAA61A4}">
      <dgm:prSet/>
      <dgm:spPr/>
      <dgm:t>
        <a:bodyPr/>
        <a:lstStyle/>
        <a:p>
          <a:endParaRPr lang="en-GB"/>
        </a:p>
      </dgm:t>
    </dgm:pt>
    <dgm:pt modelId="{CB07E869-666D-0F41-AF22-E2C8B46F897D}" type="sibTrans" cxnId="{67D70AFC-58E5-0C44-A03B-58E09AAA61A4}">
      <dgm:prSet/>
      <dgm:spPr/>
      <dgm:t>
        <a:bodyPr/>
        <a:lstStyle/>
        <a:p>
          <a:endParaRPr lang="en-GB"/>
        </a:p>
      </dgm:t>
    </dgm:pt>
    <dgm:pt modelId="{F693D2BB-4A45-6B4A-9F02-A969EF5AE5EC}">
      <dgm:prSet/>
      <dgm:spPr/>
      <dgm:t>
        <a:bodyPr/>
        <a:lstStyle/>
        <a:p>
          <a:r>
            <a:rPr lang="en-GB" dirty="0"/>
            <a:t>Trade Cycle</a:t>
          </a:r>
        </a:p>
      </dgm:t>
    </dgm:pt>
    <dgm:pt modelId="{FD99C9C0-85A5-D54A-B98A-7F95BF556B27}" type="parTrans" cxnId="{9BEFF558-AFB7-AF42-A2CB-A291F1152736}">
      <dgm:prSet/>
      <dgm:spPr/>
      <dgm:t>
        <a:bodyPr/>
        <a:lstStyle/>
        <a:p>
          <a:endParaRPr lang="en-GB"/>
        </a:p>
      </dgm:t>
    </dgm:pt>
    <dgm:pt modelId="{62E19165-E8E9-EC4E-B93A-71776DACE650}" type="sibTrans" cxnId="{9BEFF558-AFB7-AF42-A2CB-A291F1152736}">
      <dgm:prSet/>
      <dgm:spPr/>
      <dgm:t>
        <a:bodyPr/>
        <a:lstStyle/>
        <a:p>
          <a:endParaRPr lang="en-GB"/>
        </a:p>
      </dgm:t>
    </dgm:pt>
    <dgm:pt modelId="{F238E88B-EB9D-DE47-937B-1395694448B7}">
      <dgm:prSet/>
      <dgm:spPr/>
      <dgm:t>
        <a:bodyPr/>
        <a:lstStyle/>
        <a:p>
          <a:r>
            <a:rPr lang="en-GB" dirty="0"/>
            <a:t>International Trade</a:t>
          </a:r>
        </a:p>
      </dgm:t>
    </dgm:pt>
    <dgm:pt modelId="{907CFC52-0E8D-C24C-98B6-507035A70A37}" type="parTrans" cxnId="{D0CD796C-6EF8-A042-A3EE-2F3E2B07F769}">
      <dgm:prSet/>
      <dgm:spPr/>
      <dgm:t>
        <a:bodyPr/>
        <a:lstStyle/>
        <a:p>
          <a:endParaRPr lang="en-GB"/>
        </a:p>
      </dgm:t>
    </dgm:pt>
    <dgm:pt modelId="{6E388DE3-2FFD-124E-837B-BA6832C8DE71}" type="sibTrans" cxnId="{D0CD796C-6EF8-A042-A3EE-2F3E2B07F769}">
      <dgm:prSet/>
      <dgm:spPr/>
      <dgm:t>
        <a:bodyPr/>
        <a:lstStyle/>
        <a:p>
          <a:endParaRPr lang="en-GB"/>
        </a:p>
      </dgm:t>
    </dgm:pt>
    <dgm:pt modelId="{000E4544-F139-9C4C-BAB5-928A8F74B99D}">
      <dgm:prSet/>
      <dgm:spPr/>
      <dgm:t>
        <a:bodyPr/>
        <a:lstStyle/>
        <a:p>
          <a:r>
            <a:rPr lang="en-GB" dirty="0"/>
            <a:t>Economic Planning (Fiscal Policy/Monetary Policy</a:t>
          </a:r>
        </a:p>
      </dgm:t>
    </dgm:pt>
    <dgm:pt modelId="{71DE67B7-A5D1-9249-857F-64C37C5AADC9}" type="parTrans" cxnId="{5906CAAD-F18F-7D4E-8A11-0F1C6A105A75}">
      <dgm:prSet/>
      <dgm:spPr/>
      <dgm:t>
        <a:bodyPr/>
        <a:lstStyle/>
        <a:p>
          <a:endParaRPr lang="en-GB"/>
        </a:p>
      </dgm:t>
    </dgm:pt>
    <dgm:pt modelId="{E55F8DB9-DA50-2347-B63E-1EB1072FF02B}" type="sibTrans" cxnId="{5906CAAD-F18F-7D4E-8A11-0F1C6A105A75}">
      <dgm:prSet/>
      <dgm:spPr/>
      <dgm:t>
        <a:bodyPr/>
        <a:lstStyle/>
        <a:p>
          <a:endParaRPr lang="en-GB"/>
        </a:p>
      </dgm:t>
    </dgm:pt>
    <dgm:pt modelId="{419ACC1D-5707-8544-92E8-9D1D6B24A046}" type="pres">
      <dgm:prSet presAssocID="{AFB0E758-D824-F249-A6CC-E613B7873A14}" presName="linearFlow" presStyleCnt="0">
        <dgm:presLayoutVars>
          <dgm:dir/>
          <dgm:resizeHandles val="exact"/>
        </dgm:presLayoutVars>
      </dgm:prSet>
      <dgm:spPr/>
    </dgm:pt>
    <dgm:pt modelId="{802CC98E-0543-9C4C-B3FA-6979938F4534}" type="pres">
      <dgm:prSet presAssocID="{0D5AF75D-350D-034D-AB5E-E30F0503646B}" presName="composite" presStyleCnt="0"/>
      <dgm:spPr/>
    </dgm:pt>
    <dgm:pt modelId="{2B2F2C74-3352-7045-94D3-130C9033EE12}" type="pres">
      <dgm:prSet presAssocID="{0D5AF75D-350D-034D-AB5E-E30F0503646B}" presName="imgShp" presStyleLbl="fgImgPlace1" presStyleIdx="0" presStyleCnt="9"/>
      <dgm:spPr/>
    </dgm:pt>
    <dgm:pt modelId="{C6134357-9D8A-CE49-9708-804EBD335279}" type="pres">
      <dgm:prSet presAssocID="{0D5AF75D-350D-034D-AB5E-E30F0503646B}" presName="txShp" presStyleLbl="node1" presStyleIdx="0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7C5C26B-CCBF-F04A-AB08-83B90B419BBD}" type="pres">
      <dgm:prSet presAssocID="{7FD95AD7-9BAA-CA4C-A045-32A33453432D}" presName="spacing" presStyleCnt="0"/>
      <dgm:spPr/>
    </dgm:pt>
    <dgm:pt modelId="{100687F2-9E53-444E-9969-54FDBDF3B6FB}" type="pres">
      <dgm:prSet presAssocID="{6C0939D8-E312-2C43-BB6B-02227DC440BD}" presName="composite" presStyleCnt="0"/>
      <dgm:spPr/>
    </dgm:pt>
    <dgm:pt modelId="{76AA1200-E835-E941-B8B9-60ECC500D772}" type="pres">
      <dgm:prSet presAssocID="{6C0939D8-E312-2C43-BB6B-02227DC440BD}" presName="imgShp" presStyleLbl="fgImgPlace1" presStyleIdx="1" presStyleCnt="9"/>
      <dgm:spPr/>
    </dgm:pt>
    <dgm:pt modelId="{A6B4EAB3-92D2-304A-853B-15809BAD8A3D}" type="pres">
      <dgm:prSet presAssocID="{6C0939D8-E312-2C43-BB6B-02227DC440BD}" presName="txShp" presStyleLbl="node1" presStyleIdx="1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8507E01-D76B-E34A-9FC5-84FF6C84F5A9}" type="pres">
      <dgm:prSet presAssocID="{7ACC5A8D-4C9F-7B44-9EC0-D8C426659978}" presName="spacing" presStyleCnt="0"/>
      <dgm:spPr/>
    </dgm:pt>
    <dgm:pt modelId="{9043C7C8-8F5D-F345-B3E0-ED0BC673F034}" type="pres">
      <dgm:prSet presAssocID="{19368E76-60EE-6040-86A2-6C3499E5A957}" presName="composite" presStyleCnt="0"/>
      <dgm:spPr/>
    </dgm:pt>
    <dgm:pt modelId="{11AE01EA-AAAC-1748-B90A-E26D2C0D6A9D}" type="pres">
      <dgm:prSet presAssocID="{19368E76-60EE-6040-86A2-6C3499E5A957}" presName="imgShp" presStyleLbl="fgImgPlace1" presStyleIdx="2" presStyleCnt="9"/>
      <dgm:spPr/>
    </dgm:pt>
    <dgm:pt modelId="{5A295424-17AF-6543-B966-A63A9C9A6744}" type="pres">
      <dgm:prSet presAssocID="{19368E76-60EE-6040-86A2-6C3499E5A957}" presName="txShp" presStyleLbl="node1" presStyleIdx="2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7A8BB12-B080-DB49-BE5A-D8D079ABD1BA}" type="pres">
      <dgm:prSet presAssocID="{B839A069-87EB-A04E-A334-968EF88D322A}" presName="spacing" presStyleCnt="0"/>
      <dgm:spPr/>
    </dgm:pt>
    <dgm:pt modelId="{CECD8962-7744-C34B-BC90-07E4A5286239}" type="pres">
      <dgm:prSet presAssocID="{FBDA8B80-F636-E24C-8570-073B5D3D7C6B}" presName="composite" presStyleCnt="0"/>
      <dgm:spPr/>
    </dgm:pt>
    <dgm:pt modelId="{11600462-37D6-DE46-86F2-C8B5F6780872}" type="pres">
      <dgm:prSet presAssocID="{FBDA8B80-F636-E24C-8570-073B5D3D7C6B}" presName="imgShp" presStyleLbl="fgImgPlace1" presStyleIdx="3" presStyleCnt="9"/>
      <dgm:spPr/>
    </dgm:pt>
    <dgm:pt modelId="{0A3854EE-837A-5C4C-9127-6884C07AA699}" type="pres">
      <dgm:prSet presAssocID="{FBDA8B80-F636-E24C-8570-073B5D3D7C6B}" presName="txShp" presStyleLbl="node1" presStyleIdx="3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ACCFBC-EC04-C94E-89C7-970CE9BC4908}" type="pres">
      <dgm:prSet presAssocID="{1AB83F1C-08C9-3444-9E31-3672E089C64E}" presName="spacing" presStyleCnt="0"/>
      <dgm:spPr/>
    </dgm:pt>
    <dgm:pt modelId="{48B67FAF-F6D2-8B4B-9938-7139A4963703}" type="pres">
      <dgm:prSet presAssocID="{E77AA21B-85A1-7F4B-A20D-93121C1DCCD1}" presName="composite" presStyleCnt="0"/>
      <dgm:spPr/>
    </dgm:pt>
    <dgm:pt modelId="{BD5BFDCC-1C89-324B-9BE1-7DEA8F1FC051}" type="pres">
      <dgm:prSet presAssocID="{E77AA21B-85A1-7F4B-A20D-93121C1DCCD1}" presName="imgShp" presStyleLbl="fgImgPlace1" presStyleIdx="4" presStyleCnt="9"/>
      <dgm:spPr/>
    </dgm:pt>
    <dgm:pt modelId="{B24ED6CA-C5B3-D44B-AD3F-4E792AB8C61F}" type="pres">
      <dgm:prSet presAssocID="{E77AA21B-85A1-7F4B-A20D-93121C1DCCD1}" presName="txShp" presStyleLbl="node1" presStyleIdx="4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220E83-A787-2A4C-8123-7F211350B0F8}" type="pres">
      <dgm:prSet presAssocID="{CE9FA88E-01A3-C446-8E5F-81CABCBC7061}" presName="spacing" presStyleCnt="0"/>
      <dgm:spPr/>
    </dgm:pt>
    <dgm:pt modelId="{07603D02-D10D-E44D-9C4E-83E5C421E9BD}" type="pres">
      <dgm:prSet presAssocID="{9D7E12C5-B6AD-5B42-BD65-6A32D1985BB1}" presName="composite" presStyleCnt="0"/>
      <dgm:spPr/>
    </dgm:pt>
    <dgm:pt modelId="{31F880E3-5708-EE44-8551-2763945B31D4}" type="pres">
      <dgm:prSet presAssocID="{9D7E12C5-B6AD-5B42-BD65-6A32D1985BB1}" presName="imgShp" presStyleLbl="fgImgPlace1" presStyleIdx="5" presStyleCnt="9"/>
      <dgm:spPr/>
    </dgm:pt>
    <dgm:pt modelId="{BDF71524-3C4D-8A41-A69A-1A795D8FC4B1}" type="pres">
      <dgm:prSet presAssocID="{9D7E12C5-B6AD-5B42-BD65-6A32D1985BB1}" presName="txShp" presStyleLbl="node1" presStyleIdx="5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AE3EEE0-A1A3-C64D-A09F-65D7FF71C6B2}" type="pres">
      <dgm:prSet presAssocID="{CB07E869-666D-0F41-AF22-E2C8B46F897D}" presName="spacing" presStyleCnt="0"/>
      <dgm:spPr/>
    </dgm:pt>
    <dgm:pt modelId="{415F8BA6-3754-5144-9234-2C8926CDEE0E}" type="pres">
      <dgm:prSet presAssocID="{F693D2BB-4A45-6B4A-9F02-A969EF5AE5EC}" presName="composite" presStyleCnt="0"/>
      <dgm:spPr/>
    </dgm:pt>
    <dgm:pt modelId="{30819C56-00DA-4542-A5DC-B8952E9AB828}" type="pres">
      <dgm:prSet presAssocID="{F693D2BB-4A45-6B4A-9F02-A969EF5AE5EC}" presName="imgShp" presStyleLbl="fgImgPlace1" presStyleIdx="6" presStyleCnt="9"/>
      <dgm:spPr/>
    </dgm:pt>
    <dgm:pt modelId="{076CB59B-FAEA-D547-A1C4-4EEBF53A73CD}" type="pres">
      <dgm:prSet presAssocID="{F693D2BB-4A45-6B4A-9F02-A969EF5AE5EC}" presName="txShp" presStyleLbl="node1" presStyleIdx="6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F0F5CC-ABC7-2D40-AF87-2DCE65ACEE0B}" type="pres">
      <dgm:prSet presAssocID="{62E19165-E8E9-EC4E-B93A-71776DACE650}" presName="spacing" presStyleCnt="0"/>
      <dgm:spPr/>
    </dgm:pt>
    <dgm:pt modelId="{AAB05930-13B1-E249-BF5D-EA8F9BC22FF9}" type="pres">
      <dgm:prSet presAssocID="{F238E88B-EB9D-DE47-937B-1395694448B7}" presName="composite" presStyleCnt="0"/>
      <dgm:spPr/>
    </dgm:pt>
    <dgm:pt modelId="{73963768-2309-A348-8F29-801FB6A8B376}" type="pres">
      <dgm:prSet presAssocID="{F238E88B-EB9D-DE47-937B-1395694448B7}" presName="imgShp" presStyleLbl="fgImgPlace1" presStyleIdx="7" presStyleCnt="9"/>
      <dgm:spPr/>
    </dgm:pt>
    <dgm:pt modelId="{6B927E44-2FF9-3745-B8AF-D0BABC8D56BA}" type="pres">
      <dgm:prSet presAssocID="{F238E88B-EB9D-DE47-937B-1395694448B7}" presName="txShp" presStyleLbl="node1" presStyleIdx="7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25E8A1-F13A-974F-BB01-DF8E745B0807}" type="pres">
      <dgm:prSet presAssocID="{6E388DE3-2FFD-124E-837B-BA6832C8DE71}" presName="spacing" presStyleCnt="0"/>
      <dgm:spPr/>
    </dgm:pt>
    <dgm:pt modelId="{0375C799-41D5-BD4C-8EF7-B66769088DBC}" type="pres">
      <dgm:prSet presAssocID="{000E4544-F139-9C4C-BAB5-928A8F74B99D}" presName="composite" presStyleCnt="0"/>
      <dgm:spPr/>
    </dgm:pt>
    <dgm:pt modelId="{FF8022B7-F228-E146-9681-F6333089A82B}" type="pres">
      <dgm:prSet presAssocID="{000E4544-F139-9C4C-BAB5-928A8F74B99D}" presName="imgShp" presStyleLbl="fgImgPlace1" presStyleIdx="8" presStyleCnt="9"/>
      <dgm:spPr/>
    </dgm:pt>
    <dgm:pt modelId="{B96CE512-5D4E-834F-ACC1-96C13A60B63C}" type="pres">
      <dgm:prSet presAssocID="{000E4544-F139-9C4C-BAB5-928A8F74B99D}" presName="txShp" presStyleLbl="node1" presStyleIdx="8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B8460EA-1845-C540-AA94-03F47F801235}" srcId="{AFB0E758-D824-F249-A6CC-E613B7873A14}" destId="{E77AA21B-85A1-7F4B-A20D-93121C1DCCD1}" srcOrd="4" destOrd="0" parTransId="{F4CC1FAB-F8D8-124F-B14D-5D4B25F764E3}" sibTransId="{CE9FA88E-01A3-C446-8E5F-81CABCBC7061}"/>
    <dgm:cxn modelId="{E3FC58BA-E262-AD45-AA33-C652A68216E6}" type="presOf" srcId="{9D7E12C5-B6AD-5B42-BD65-6A32D1985BB1}" destId="{BDF71524-3C4D-8A41-A69A-1A795D8FC4B1}" srcOrd="0" destOrd="0" presId="urn:microsoft.com/office/officeart/2005/8/layout/vList3"/>
    <dgm:cxn modelId="{7F1E89D9-39AA-774B-8CAC-FE8052D914D3}" srcId="{AFB0E758-D824-F249-A6CC-E613B7873A14}" destId="{6C0939D8-E312-2C43-BB6B-02227DC440BD}" srcOrd="1" destOrd="0" parTransId="{B4A2F278-78FF-FB43-A1DE-BCA167CF725E}" sibTransId="{7ACC5A8D-4C9F-7B44-9EC0-D8C426659978}"/>
    <dgm:cxn modelId="{AAA051F1-21E7-A64E-BC82-2B79281E045D}" type="presOf" srcId="{000E4544-F139-9C4C-BAB5-928A8F74B99D}" destId="{B96CE512-5D4E-834F-ACC1-96C13A60B63C}" srcOrd="0" destOrd="0" presId="urn:microsoft.com/office/officeart/2005/8/layout/vList3"/>
    <dgm:cxn modelId="{18BA07F3-A8B6-EE4A-AC30-6D6C828DD983}" type="presOf" srcId="{F238E88B-EB9D-DE47-937B-1395694448B7}" destId="{6B927E44-2FF9-3745-B8AF-D0BABC8D56BA}" srcOrd="0" destOrd="0" presId="urn:microsoft.com/office/officeart/2005/8/layout/vList3"/>
    <dgm:cxn modelId="{E9200681-07D0-C04D-9CB6-D0380954623D}" srcId="{AFB0E758-D824-F249-A6CC-E613B7873A14}" destId="{0D5AF75D-350D-034D-AB5E-E30F0503646B}" srcOrd="0" destOrd="0" parTransId="{76F9F81F-A034-734B-89F9-CCE049C38E6D}" sibTransId="{7FD95AD7-9BAA-CA4C-A045-32A33453432D}"/>
    <dgm:cxn modelId="{79DAD013-612E-5D47-86F6-2D6D0348A8FA}" type="presOf" srcId="{AFB0E758-D824-F249-A6CC-E613B7873A14}" destId="{419ACC1D-5707-8544-92E8-9D1D6B24A046}" srcOrd="0" destOrd="0" presId="urn:microsoft.com/office/officeart/2005/8/layout/vList3"/>
    <dgm:cxn modelId="{7FA672B1-B163-2F4F-8C6F-6318EDAA9FFF}" type="presOf" srcId="{0D5AF75D-350D-034D-AB5E-E30F0503646B}" destId="{C6134357-9D8A-CE49-9708-804EBD335279}" srcOrd="0" destOrd="0" presId="urn:microsoft.com/office/officeart/2005/8/layout/vList3"/>
    <dgm:cxn modelId="{9BEFF558-AFB7-AF42-A2CB-A291F1152736}" srcId="{AFB0E758-D824-F249-A6CC-E613B7873A14}" destId="{F693D2BB-4A45-6B4A-9F02-A969EF5AE5EC}" srcOrd="6" destOrd="0" parTransId="{FD99C9C0-85A5-D54A-B98A-7F95BF556B27}" sibTransId="{62E19165-E8E9-EC4E-B93A-71776DACE650}"/>
    <dgm:cxn modelId="{D0CD796C-6EF8-A042-A3EE-2F3E2B07F769}" srcId="{AFB0E758-D824-F249-A6CC-E613B7873A14}" destId="{F238E88B-EB9D-DE47-937B-1395694448B7}" srcOrd="7" destOrd="0" parTransId="{907CFC52-0E8D-C24C-98B6-507035A70A37}" sibTransId="{6E388DE3-2FFD-124E-837B-BA6832C8DE71}"/>
    <dgm:cxn modelId="{91A67053-8AD4-0D42-AD68-7B66A0FC72BC}" type="presOf" srcId="{F693D2BB-4A45-6B4A-9F02-A969EF5AE5EC}" destId="{076CB59B-FAEA-D547-A1C4-4EEBF53A73CD}" srcOrd="0" destOrd="0" presId="urn:microsoft.com/office/officeart/2005/8/layout/vList3"/>
    <dgm:cxn modelId="{50E1F3F7-40ED-FD40-8377-B7A73144E32A}" srcId="{AFB0E758-D824-F249-A6CC-E613B7873A14}" destId="{19368E76-60EE-6040-86A2-6C3499E5A957}" srcOrd="2" destOrd="0" parTransId="{C11FAED2-C84B-3D44-B7E5-CD83BD11FAE5}" sibTransId="{B839A069-87EB-A04E-A334-968EF88D322A}"/>
    <dgm:cxn modelId="{BC71507B-A3B7-7C4A-98D3-1E9378295238}" type="presOf" srcId="{E77AA21B-85A1-7F4B-A20D-93121C1DCCD1}" destId="{B24ED6CA-C5B3-D44B-AD3F-4E792AB8C61F}" srcOrd="0" destOrd="0" presId="urn:microsoft.com/office/officeart/2005/8/layout/vList3"/>
    <dgm:cxn modelId="{FBB91666-6BC5-4146-9199-DC10F59F80EA}" srcId="{AFB0E758-D824-F249-A6CC-E613B7873A14}" destId="{FBDA8B80-F636-E24C-8570-073B5D3D7C6B}" srcOrd="3" destOrd="0" parTransId="{B3AABACC-B630-CF47-A381-0D4871E51F7C}" sibTransId="{1AB83F1C-08C9-3444-9E31-3672E089C64E}"/>
    <dgm:cxn modelId="{ACB98271-B082-AF4F-9A3D-85122502EFC2}" type="presOf" srcId="{FBDA8B80-F636-E24C-8570-073B5D3D7C6B}" destId="{0A3854EE-837A-5C4C-9127-6884C07AA699}" srcOrd="0" destOrd="0" presId="urn:microsoft.com/office/officeart/2005/8/layout/vList3"/>
    <dgm:cxn modelId="{F4BA5DE1-7C62-9C49-BEF1-65251DF2C8CC}" type="presOf" srcId="{19368E76-60EE-6040-86A2-6C3499E5A957}" destId="{5A295424-17AF-6543-B966-A63A9C9A6744}" srcOrd="0" destOrd="0" presId="urn:microsoft.com/office/officeart/2005/8/layout/vList3"/>
    <dgm:cxn modelId="{D89A41F1-040A-5145-AA55-65EF07EBAB22}" type="presOf" srcId="{6C0939D8-E312-2C43-BB6B-02227DC440BD}" destId="{A6B4EAB3-92D2-304A-853B-15809BAD8A3D}" srcOrd="0" destOrd="0" presId="urn:microsoft.com/office/officeart/2005/8/layout/vList3"/>
    <dgm:cxn modelId="{5906CAAD-F18F-7D4E-8A11-0F1C6A105A75}" srcId="{AFB0E758-D824-F249-A6CC-E613B7873A14}" destId="{000E4544-F139-9C4C-BAB5-928A8F74B99D}" srcOrd="8" destOrd="0" parTransId="{71DE67B7-A5D1-9249-857F-64C37C5AADC9}" sibTransId="{E55F8DB9-DA50-2347-B63E-1EB1072FF02B}"/>
    <dgm:cxn modelId="{67D70AFC-58E5-0C44-A03B-58E09AAA61A4}" srcId="{AFB0E758-D824-F249-A6CC-E613B7873A14}" destId="{9D7E12C5-B6AD-5B42-BD65-6A32D1985BB1}" srcOrd="5" destOrd="0" parTransId="{68CBEB0E-C137-7F46-B1DD-902EA5C0EABE}" sibTransId="{CB07E869-666D-0F41-AF22-E2C8B46F897D}"/>
    <dgm:cxn modelId="{C34712B4-8049-114A-8E41-76E0F3BEAD3F}" type="presParOf" srcId="{419ACC1D-5707-8544-92E8-9D1D6B24A046}" destId="{802CC98E-0543-9C4C-B3FA-6979938F4534}" srcOrd="0" destOrd="0" presId="urn:microsoft.com/office/officeart/2005/8/layout/vList3"/>
    <dgm:cxn modelId="{40151E69-57CA-4A4C-819A-DAAA6A0A84D8}" type="presParOf" srcId="{802CC98E-0543-9C4C-B3FA-6979938F4534}" destId="{2B2F2C74-3352-7045-94D3-130C9033EE12}" srcOrd="0" destOrd="0" presId="urn:microsoft.com/office/officeart/2005/8/layout/vList3"/>
    <dgm:cxn modelId="{01E8A422-C9A5-8945-BBC4-DC59527E3459}" type="presParOf" srcId="{802CC98E-0543-9C4C-B3FA-6979938F4534}" destId="{C6134357-9D8A-CE49-9708-804EBD335279}" srcOrd="1" destOrd="0" presId="urn:microsoft.com/office/officeart/2005/8/layout/vList3"/>
    <dgm:cxn modelId="{3597BDDA-7F08-404B-BE15-DAF89946DC44}" type="presParOf" srcId="{419ACC1D-5707-8544-92E8-9D1D6B24A046}" destId="{27C5C26B-CCBF-F04A-AB08-83B90B419BBD}" srcOrd="1" destOrd="0" presId="urn:microsoft.com/office/officeart/2005/8/layout/vList3"/>
    <dgm:cxn modelId="{F812EFEB-E74A-9D4F-8C00-9E3091DF6740}" type="presParOf" srcId="{419ACC1D-5707-8544-92E8-9D1D6B24A046}" destId="{100687F2-9E53-444E-9969-54FDBDF3B6FB}" srcOrd="2" destOrd="0" presId="urn:microsoft.com/office/officeart/2005/8/layout/vList3"/>
    <dgm:cxn modelId="{38D1686C-FEB6-FB4F-9980-CCD8A2BE7995}" type="presParOf" srcId="{100687F2-9E53-444E-9969-54FDBDF3B6FB}" destId="{76AA1200-E835-E941-B8B9-60ECC500D772}" srcOrd="0" destOrd="0" presId="urn:microsoft.com/office/officeart/2005/8/layout/vList3"/>
    <dgm:cxn modelId="{FDFDF481-8A3D-E44E-957B-8F045106498B}" type="presParOf" srcId="{100687F2-9E53-444E-9969-54FDBDF3B6FB}" destId="{A6B4EAB3-92D2-304A-853B-15809BAD8A3D}" srcOrd="1" destOrd="0" presId="urn:microsoft.com/office/officeart/2005/8/layout/vList3"/>
    <dgm:cxn modelId="{0F362CA0-DC4B-3347-AF13-8EA59F7D72BE}" type="presParOf" srcId="{419ACC1D-5707-8544-92E8-9D1D6B24A046}" destId="{08507E01-D76B-E34A-9FC5-84FF6C84F5A9}" srcOrd="3" destOrd="0" presId="urn:microsoft.com/office/officeart/2005/8/layout/vList3"/>
    <dgm:cxn modelId="{6A291421-2882-6345-8A5D-9C193FD998FD}" type="presParOf" srcId="{419ACC1D-5707-8544-92E8-9D1D6B24A046}" destId="{9043C7C8-8F5D-F345-B3E0-ED0BC673F034}" srcOrd="4" destOrd="0" presId="urn:microsoft.com/office/officeart/2005/8/layout/vList3"/>
    <dgm:cxn modelId="{AACCC3BD-AC06-D448-8842-7E71A32C478B}" type="presParOf" srcId="{9043C7C8-8F5D-F345-B3E0-ED0BC673F034}" destId="{11AE01EA-AAAC-1748-B90A-E26D2C0D6A9D}" srcOrd="0" destOrd="0" presId="urn:microsoft.com/office/officeart/2005/8/layout/vList3"/>
    <dgm:cxn modelId="{70FAEF80-C03A-7445-8091-13DE6EF7A3C5}" type="presParOf" srcId="{9043C7C8-8F5D-F345-B3E0-ED0BC673F034}" destId="{5A295424-17AF-6543-B966-A63A9C9A6744}" srcOrd="1" destOrd="0" presId="urn:microsoft.com/office/officeart/2005/8/layout/vList3"/>
    <dgm:cxn modelId="{22927B83-091E-574E-A79A-955F8E47D7D7}" type="presParOf" srcId="{419ACC1D-5707-8544-92E8-9D1D6B24A046}" destId="{87A8BB12-B080-DB49-BE5A-D8D079ABD1BA}" srcOrd="5" destOrd="0" presId="urn:microsoft.com/office/officeart/2005/8/layout/vList3"/>
    <dgm:cxn modelId="{308D280B-63B3-154A-B139-8F6A1350C4DE}" type="presParOf" srcId="{419ACC1D-5707-8544-92E8-9D1D6B24A046}" destId="{CECD8962-7744-C34B-BC90-07E4A5286239}" srcOrd="6" destOrd="0" presId="urn:microsoft.com/office/officeart/2005/8/layout/vList3"/>
    <dgm:cxn modelId="{17026314-25F3-854B-996C-309D5BE65CF1}" type="presParOf" srcId="{CECD8962-7744-C34B-BC90-07E4A5286239}" destId="{11600462-37D6-DE46-86F2-C8B5F6780872}" srcOrd="0" destOrd="0" presId="urn:microsoft.com/office/officeart/2005/8/layout/vList3"/>
    <dgm:cxn modelId="{E310667A-E7AC-9C43-8743-46A72FC5984F}" type="presParOf" srcId="{CECD8962-7744-C34B-BC90-07E4A5286239}" destId="{0A3854EE-837A-5C4C-9127-6884C07AA699}" srcOrd="1" destOrd="0" presId="urn:microsoft.com/office/officeart/2005/8/layout/vList3"/>
    <dgm:cxn modelId="{66E3DEF1-92E9-A847-BB6E-29E09C7FD97B}" type="presParOf" srcId="{419ACC1D-5707-8544-92E8-9D1D6B24A046}" destId="{D2ACCFBC-EC04-C94E-89C7-970CE9BC4908}" srcOrd="7" destOrd="0" presId="urn:microsoft.com/office/officeart/2005/8/layout/vList3"/>
    <dgm:cxn modelId="{45ABBBCB-DEEC-004E-B50D-85558E4A7689}" type="presParOf" srcId="{419ACC1D-5707-8544-92E8-9D1D6B24A046}" destId="{48B67FAF-F6D2-8B4B-9938-7139A4963703}" srcOrd="8" destOrd="0" presId="urn:microsoft.com/office/officeart/2005/8/layout/vList3"/>
    <dgm:cxn modelId="{430BFC5D-B1D7-CD48-A9DE-8FD2D574EA46}" type="presParOf" srcId="{48B67FAF-F6D2-8B4B-9938-7139A4963703}" destId="{BD5BFDCC-1C89-324B-9BE1-7DEA8F1FC051}" srcOrd="0" destOrd="0" presId="urn:microsoft.com/office/officeart/2005/8/layout/vList3"/>
    <dgm:cxn modelId="{9629801F-3642-524B-99B3-FD87F248A6EC}" type="presParOf" srcId="{48B67FAF-F6D2-8B4B-9938-7139A4963703}" destId="{B24ED6CA-C5B3-D44B-AD3F-4E792AB8C61F}" srcOrd="1" destOrd="0" presId="urn:microsoft.com/office/officeart/2005/8/layout/vList3"/>
    <dgm:cxn modelId="{1A1C29C0-E59D-CA42-A55D-FAE89544B575}" type="presParOf" srcId="{419ACC1D-5707-8544-92E8-9D1D6B24A046}" destId="{5F220E83-A787-2A4C-8123-7F211350B0F8}" srcOrd="9" destOrd="0" presId="urn:microsoft.com/office/officeart/2005/8/layout/vList3"/>
    <dgm:cxn modelId="{46CD3E9E-3027-FF4B-B661-0BC8BA9B3BED}" type="presParOf" srcId="{419ACC1D-5707-8544-92E8-9D1D6B24A046}" destId="{07603D02-D10D-E44D-9C4E-83E5C421E9BD}" srcOrd="10" destOrd="0" presId="urn:microsoft.com/office/officeart/2005/8/layout/vList3"/>
    <dgm:cxn modelId="{B0028836-7D84-1F41-821B-639F085675B9}" type="presParOf" srcId="{07603D02-D10D-E44D-9C4E-83E5C421E9BD}" destId="{31F880E3-5708-EE44-8551-2763945B31D4}" srcOrd="0" destOrd="0" presId="urn:microsoft.com/office/officeart/2005/8/layout/vList3"/>
    <dgm:cxn modelId="{0FF3953E-E7FC-FB43-86DB-9F15BA8AE2E7}" type="presParOf" srcId="{07603D02-D10D-E44D-9C4E-83E5C421E9BD}" destId="{BDF71524-3C4D-8A41-A69A-1A795D8FC4B1}" srcOrd="1" destOrd="0" presId="urn:microsoft.com/office/officeart/2005/8/layout/vList3"/>
    <dgm:cxn modelId="{B4076862-946B-DD44-9287-A26CC9EBE2A1}" type="presParOf" srcId="{419ACC1D-5707-8544-92E8-9D1D6B24A046}" destId="{3AE3EEE0-A1A3-C64D-A09F-65D7FF71C6B2}" srcOrd="11" destOrd="0" presId="urn:microsoft.com/office/officeart/2005/8/layout/vList3"/>
    <dgm:cxn modelId="{CFA27D16-F80C-F84E-9FC7-D475D5FF2DC0}" type="presParOf" srcId="{419ACC1D-5707-8544-92E8-9D1D6B24A046}" destId="{415F8BA6-3754-5144-9234-2C8926CDEE0E}" srcOrd="12" destOrd="0" presId="urn:microsoft.com/office/officeart/2005/8/layout/vList3"/>
    <dgm:cxn modelId="{6E9337EE-0D12-2844-B0EF-DB66281C43DD}" type="presParOf" srcId="{415F8BA6-3754-5144-9234-2C8926CDEE0E}" destId="{30819C56-00DA-4542-A5DC-B8952E9AB828}" srcOrd="0" destOrd="0" presId="urn:microsoft.com/office/officeart/2005/8/layout/vList3"/>
    <dgm:cxn modelId="{C698311F-EB4A-5F4D-BB3D-72CB3D4A2ACB}" type="presParOf" srcId="{415F8BA6-3754-5144-9234-2C8926CDEE0E}" destId="{076CB59B-FAEA-D547-A1C4-4EEBF53A73CD}" srcOrd="1" destOrd="0" presId="urn:microsoft.com/office/officeart/2005/8/layout/vList3"/>
    <dgm:cxn modelId="{3CE9B3DD-DCA4-0345-8C9C-D5DE5E61CFB0}" type="presParOf" srcId="{419ACC1D-5707-8544-92E8-9D1D6B24A046}" destId="{E7F0F5CC-ABC7-2D40-AF87-2DCE65ACEE0B}" srcOrd="13" destOrd="0" presId="urn:microsoft.com/office/officeart/2005/8/layout/vList3"/>
    <dgm:cxn modelId="{E7F0507B-DC77-BD47-9CED-7770A3B4CB68}" type="presParOf" srcId="{419ACC1D-5707-8544-92E8-9D1D6B24A046}" destId="{AAB05930-13B1-E249-BF5D-EA8F9BC22FF9}" srcOrd="14" destOrd="0" presId="urn:microsoft.com/office/officeart/2005/8/layout/vList3"/>
    <dgm:cxn modelId="{549B7DC8-127F-E349-89DE-2D8ABAB7E424}" type="presParOf" srcId="{AAB05930-13B1-E249-BF5D-EA8F9BC22FF9}" destId="{73963768-2309-A348-8F29-801FB6A8B376}" srcOrd="0" destOrd="0" presId="urn:microsoft.com/office/officeart/2005/8/layout/vList3"/>
    <dgm:cxn modelId="{9747446C-8A63-0442-98D4-709E840DE9C7}" type="presParOf" srcId="{AAB05930-13B1-E249-BF5D-EA8F9BC22FF9}" destId="{6B927E44-2FF9-3745-B8AF-D0BABC8D56BA}" srcOrd="1" destOrd="0" presId="urn:microsoft.com/office/officeart/2005/8/layout/vList3"/>
    <dgm:cxn modelId="{DD7880F1-FDE6-BB40-8260-03DEFE5EAF25}" type="presParOf" srcId="{419ACC1D-5707-8544-92E8-9D1D6B24A046}" destId="{E725E8A1-F13A-974F-BB01-DF8E745B0807}" srcOrd="15" destOrd="0" presId="urn:microsoft.com/office/officeart/2005/8/layout/vList3"/>
    <dgm:cxn modelId="{05D8B639-5A53-AE4C-B4EE-3B8A3D578F9D}" type="presParOf" srcId="{419ACC1D-5707-8544-92E8-9D1D6B24A046}" destId="{0375C799-41D5-BD4C-8EF7-B66769088DBC}" srcOrd="16" destOrd="0" presId="urn:microsoft.com/office/officeart/2005/8/layout/vList3"/>
    <dgm:cxn modelId="{11D329E3-7841-654A-9862-60A17C25B986}" type="presParOf" srcId="{0375C799-41D5-BD4C-8EF7-B66769088DBC}" destId="{FF8022B7-F228-E146-9681-F6333089A82B}" srcOrd="0" destOrd="0" presId="urn:microsoft.com/office/officeart/2005/8/layout/vList3"/>
    <dgm:cxn modelId="{3D9B4D83-667B-8444-80B8-B82C45150134}" type="presParOf" srcId="{0375C799-41D5-BD4C-8EF7-B66769088DBC}" destId="{B96CE512-5D4E-834F-ACC1-96C13A60B63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134357-9D8A-CE49-9708-804EBD335279}">
      <dsp:nvSpPr>
        <dsp:cNvPr id="0" name=""/>
        <dsp:cNvSpPr/>
      </dsp:nvSpPr>
      <dsp:spPr>
        <a:xfrm rot="10800000">
          <a:off x="1110200" y="2189"/>
          <a:ext cx="4053840" cy="356480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198" tIns="49530" rIns="92456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/>
            <a:t>Aggregate Demand</a:t>
          </a:r>
          <a:endParaRPr lang="en-GB" sz="1300" kern="1200" dirty="0"/>
        </a:p>
      </dsp:txBody>
      <dsp:txXfrm rot="10800000">
        <a:off x="1199320" y="2189"/>
        <a:ext cx="3964720" cy="356480"/>
      </dsp:txXfrm>
    </dsp:sp>
    <dsp:sp modelId="{2B2F2C74-3352-7045-94D3-130C9033EE12}">
      <dsp:nvSpPr>
        <dsp:cNvPr id="0" name=""/>
        <dsp:cNvSpPr/>
      </dsp:nvSpPr>
      <dsp:spPr>
        <a:xfrm>
          <a:off x="931959" y="2189"/>
          <a:ext cx="356480" cy="356480"/>
        </a:xfrm>
        <a:prstGeom prst="ellipse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B4EAB3-92D2-304A-853B-15809BAD8A3D}">
      <dsp:nvSpPr>
        <dsp:cNvPr id="0" name=""/>
        <dsp:cNvSpPr/>
      </dsp:nvSpPr>
      <dsp:spPr>
        <a:xfrm rot="10800000">
          <a:off x="1110200" y="465081"/>
          <a:ext cx="4053840" cy="356480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198" tIns="49530" rIns="92456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/>
            <a:t>Aggregate Supply</a:t>
          </a:r>
        </a:p>
      </dsp:txBody>
      <dsp:txXfrm rot="10800000">
        <a:off x="1199320" y="465081"/>
        <a:ext cx="3964720" cy="356480"/>
      </dsp:txXfrm>
    </dsp:sp>
    <dsp:sp modelId="{76AA1200-E835-E941-B8B9-60ECC500D772}">
      <dsp:nvSpPr>
        <dsp:cNvPr id="0" name=""/>
        <dsp:cNvSpPr/>
      </dsp:nvSpPr>
      <dsp:spPr>
        <a:xfrm>
          <a:off x="931959" y="465081"/>
          <a:ext cx="356480" cy="356480"/>
        </a:xfrm>
        <a:prstGeom prst="ellipse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295424-17AF-6543-B966-A63A9C9A6744}">
      <dsp:nvSpPr>
        <dsp:cNvPr id="0" name=""/>
        <dsp:cNvSpPr/>
      </dsp:nvSpPr>
      <dsp:spPr>
        <a:xfrm rot="10800000">
          <a:off x="1110200" y="927974"/>
          <a:ext cx="4053840" cy="356480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198" tIns="49530" rIns="92456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/>
            <a:t>Consumption / Saving</a:t>
          </a:r>
        </a:p>
      </dsp:txBody>
      <dsp:txXfrm rot="10800000">
        <a:off x="1199320" y="927974"/>
        <a:ext cx="3964720" cy="356480"/>
      </dsp:txXfrm>
    </dsp:sp>
    <dsp:sp modelId="{11AE01EA-AAAC-1748-B90A-E26D2C0D6A9D}">
      <dsp:nvSpPr>
        <dsp:cNvPr id="0" name=""/>
        <dsp:cNvSpPr/>
      </dsp:nvSpPr>
      <dsp:spPr>
        <a:xfrm>
          <a:off x="931959" y="927974"/>
          <a:ext cx="356480" cy="356480"/>
        </a:xfrm>
        <a:prstGeom prst="ellipse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3854EE-837A-5C4C-9127-6884C07AA699}">
      <dsp:nvSpPr>
        <dsp:cNvPr id="0" name=""/>
        <dsp:cNvSpPr/>
      </dsp:nvSpPr>
      <dsp:spPr>
        <a:xfrm rot="10800000">
          <a:off x="1110200" y="1390867"/>
          <a:ext cx="4053840" cy="356480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198" tIns="49530" rIns="92456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/>
            <a:t>Inflation</a:t>
          </a:r>
        </a:p>
      </dsp:txBody>
      <dsp:txXfrm rot="10800000">
        <a:off x="1199320" y="1390867"/>
        <a:ext cx="3964720" cy="356480"/>
      </dsp:txXfrm>
    </dsp:sp>
    <dsp:sp modelId="{11600462-37D6-DE46-86F2-C8B5F6780872}">
      <dsp:nvSpPr>
        <dsp:cNvPr id="0" name=""/>
        <dsp:cNvSpPr/>
      </dsp:nvSpPr>
      <dsp:spPr>
        <a:xfrm>
          <a:off x="931959" y="1390867"/>
          <a:ext cx="356480" cy="356480"/>
        </a:xfrm>
        <a:prstGeom prst="ellipse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4ED6CA-C5B3-D44B-AD3F-4E792AB8C61F}">
      <dsp:nvSpPr>
        <dsp:cNvPr id="0" name=""/>
        <dsp:cNvSpPr/>
      </dsp:nvSpPr>
      <dsp:spPr>
        <a:xfrm rot="10800000">
          <a:off x="1110200" y="1853759"/>
          <a:ext cx="4053840" cy="356480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198" tIns="49530" rIns="92456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/>
            <a:t>Economic Growth</a:t>
          </a:r>
        </a:p>
      </dsp:txBody>
      <dsp:txXfrm rot="10800000">
        <a:off x="1199320" y="1853759"/>
        <a:ext cx="3964720" cy="356480"/>
      </dsp:txXfrm>
    </dsp:sp>
    <dsp:sp modelId="{BD5BFDCC-1C89-324B-9BE1-7DEA8F1FC051}">
      <dsp:nvSpPr>
        <dsp:cNvPr id="0" name=""/>
        <dsp:cNvSpPr/>
      </dsp:nvSpPr>
      <dsp:spPr>
        <a:xfrm>
          <a:off x="931959" y="1853759"/>
          <a:ext cx="356480" cy="356480"/>
        </a:xfrm>
        <a:prstGeom prst="ellipse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F71524-3C4D-8A41-A69A-1A795D8FC4B1}">
      <dsp:nvSpPr>
        <dsp:cNvPr id="0" name=""/>
        <dsp:cNvSpPr/>
      </dsp:nvSpPr>
      <dsp:spPr>
        <a:xfrm rot="10800000">
          <a:off x="1110200" y="2316652"/>
          <a:ext cx="4053840" cy="356480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198" tIns="49530" rIns="92456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/>
            <a:t>Unemployment</a:t>
          </a:r>
        </a:p>
      </dsp:txBody>
      <dsp:txXfrm rot="10800000">
        <a:off x="1199320" y="2316652"/>
        <a:ext cx="3964720" cy="356480"/>
      </dsp:txXfrm>
    </dsp:sp>
    <dsp:sp modelId="{31F880E3-5708-EE44-8551-2763945B31D4}">
      <dsp:nvSpPr>
        <dsp:cNvPr id="0" name=""/>
        <dsp:cNvSpPr/>
      </dsp:nvSpPr>
      <dsp:spPr>
        <a:xfrm>
          <a:off x="931959" y="2316652"/>
          <a:ext cx="356480" cy="356480"/>
        </a:xfrm>
        <a:prstGeom prst="ellipse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6CB59B-FAEA-D547-A1C4-4EEBF53A73CD}">
      <dsp:nvSpPr>
        <dsp:cNvPr id="0" name=""/>
        <dsp:cNvSpPr/>
      </dsp:nvSpPr>
      <dsp:spPr>
        <a:xfrm rot="10800000">
          <a:off x="1110200" y="2779545"/>
          <a:ext cx="4053840" cy="356480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198" tIns="49530" rIns="92456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/>
            <a:t>Trade Cycle</a:t>
          </a:r>
        </a:p>
      </dsp:txBody>
      <dsp:txXfrm rot="10800000">
        <a:off x="1199320" y="2779545"/>
        <a:ext cx="3964720" cy="356480"/>
      </dsp:txXfrm>
    </dsp:sp>
    <dsp:sp modelId="{30819C56-00DA-4542-A5DC-B8952E9AB828}">
      <dsp:nvSpPr>
        <dsp:cNvPr id="0" name=""/>
        <dsp:cNvSpPr/>
      </dsp:nvSpPr>
      <dsp:spPr>
        <a:xfrm>
          <a:off x="931959" y="2779545"/>
          <a:ext cx="356480" cy="356480"/>
        </a:xfrm>
        <a:prstGeom prst="ellipse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927E44-2FF9-3745-B8AF-D0BABC8D56BA}">
      <dsp:nvSpPr>
        <dsp:cNvPr id="0" name=""/>
        <dsp:cNvSpPr/>
      </dsp:nvSpPr>
      <dsp:spPr>
        <a:xfrm rot="10800000">
          <a:off x="1110200" y="3242437"/>
          <a:ext cx="4053840" cy="356480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198" tIns="49530" rIns="92456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/>
            <a:t>International Trade</a:t>
          </a:r>
        </a:p>
      </dsp:txBody>
      <dsp:txXfrm rot="10800000">
        <a:off x="1199320" y="3242437"/>
        <a:ext cx="3964720" cy="356480"/>
      </dsp:txXfrm>
    </dsp:sp>
    <dsp:sp modelId="{73963768-2309-A348-8F29-801FB6A8B376}">
      <dsp:nvSpPr>
        <dsp:cNvPr id="0" name=""/>
        <dsp:cNvSpPr/>
      </dsp:nvSpPr>
      <dsp:spPr>
        <a:xfrm>
          <a:off x="931959" y="3242437"/>
          <a:ext cx="356480" cy="356480"/>
        </a:xfrm>
        <a:prstGeom prst="ellipse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6CE512-5D4E-834F-ACC1-96C13A60B63C}">
      <dsp:nvSpPr>
        <dsp:cNvPr id="0" name=""/>
        <dsp:cNvSpPr/>
      </dsp:nvSpPr>
      <dsp:spPr>
        <a:xfrm rot="10800000">
          <a:off x="1110200" y="3705330"/>
          <a:ext cx="4053840" cy="356480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198" tIns="49530" rIns="92456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/>
            <a:t>Economic Planning (Fiscal Policy/Monetary Policy</a:t>
          </a:r>
        </a:p>
      </dsp:txBody>
      <dsp:txXfrm rot="10800000">
        <a:off x="1199320" y="3705330"/>
        <a:ext cx="3964720" cy="356480"/>
      </dsp:txXfrm>
    </dsp:sp>
    <dsp:sp modelId="{FF8022B7-F228-E146-9681-F6333089A82B}">
      <dsp:nvSpPr>
        <dsp:cNvPr id="0" name=""/>
        <dsp:cNvSpPr/>
      </dsp:nvSpPr>
      <dsp:spPr>
        <a:xfrm>
          <a:off x="931959" y="3705330"/>
          <a:ext cx="356480" cy="356480"/>
        </a:xfrm>
        <a:prstGeom prst="ellipse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549BC83-DFAA-4117-9662-9C444BE305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43129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04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23B2F2F1-FFDC-48F8-AF9A-168A24E19F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65244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1D1BF70-A126-41D1-9382-39F98F7D7CB6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7895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3B2F2F1-FFDC-48F8-AF9A-168A24E19F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7263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3630A-85CB-4D70-87C6-A7E921F4D12B}" type="datetime1">
              <a:rPr lang="en-US" smtClean="0"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459861"/>
      </p:ext>
    </p:extLst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E5DF-5BC9-4D41-8D98-07E2BC342C48}" type="datetime1">
              <a:rPr lang="en-US" smtClean="0"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96570"/>
      </p:ext>
    </p:extLst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6CB1D-1476-46F2-BD92-DB66B2119647}" type="datetime1">
              <a:rPr lang="en-US" smtClean="0"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568392"/>
      </p:ext>
    </p:extLst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51349-4C6A-47C2-A77E-893E57976D6A}" type="datetime1">
              <a:rPr lang="en-US" smtClean="0"/>
              <a:t>6/1/2024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132600"/>
      </p:ext>
    </p:extLst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31485-8E39-4AC3-A1E7-DB2C9F8A4EAA}" type="datetime1">
              <a:rPr lang="en-US" smtClean="0"/>
              <a:t>6/1/2024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315120"/>
      </p:ext>
    </p:extLst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2A864-E4B7-4C27-B303-D84AF915F55D}" type="datetime1">
              <a:rPr lang="en-US" smtClean="0"/>
              <a:t>6/1/2024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754350"/>
      </p:ext>
    </p:extLst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B1AB2-5D0D-40F9-8F09-1D18E6E3C633}" type="datetime1">
              <a:rPr lang="en-US" smtClean="0"/>
              <a:t>6/1/2024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800103"/>
      </p:ext>
    </p:extLst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01A34-A202-4235-B401-B3FF7212357E}" type="datetime1">
              <a:rPr lang="en-US" smtClean="0"/>
              <a:t>6/1/2024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635570"/>
      </p:ext>
    </p:extLst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4EF69-6314-4880-B844-ABB39EDB41BF}" type="datetime1">
              <a:rPr lang="en-US" smtClean="0"/>
              <a:t>6/1/2024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808662"/>
      </p:ext>
    </p:extLst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E79F-6301-4DBE-AB14-B3E63B59D5E9}" type="datetime1">
              <a:rPr lang="en-US" smtClean="0"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783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208AD-9C90-498E-9D55-1CA6B85C464C}" type="datetime1">
              <a:rPr lang="en-US" smtClean="0"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85985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F2A56-BDF8-4164-8208-091C1B072261}" type="datetime1">
              <a:rPr lang="en-US" smtClean="0"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902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64718-4D31-4DA1-BC09-C49F111D0348}" type="datetime1">
              <a:rPr lang="en-US" smtClean="0"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7720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38788-25FD-439E-A485-A105E1A1B95F}" type="datetime1">
              <a:rPr lang="en-US" smtClean="0"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4298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9BC8B-F09B-49D8-8AB2-56CD35DA7DCD}" type="datetime1">
              <a:rPr lang="en-US" smtClean="0"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172269"/>
      </p:ext>
    </p:extLst>
  </p:cSld>
  <p:clrMapOvr>
    <a:masterClrMapping/>
  </p:clrMapOvr>
  <p:transition spd="med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FFED1-D1D1-486C-B524-53D53F5200A8}" type="datetime1">
              <a:rPr lang="en-US" smtClean="0"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164832"/>
      </p:ext>
    </p:extLst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74E23-779D-4617-BC87-909E8E0CDF14}" type="datetime1">
              <a:rPr lang="en-US" smtClean="0"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831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transition spd="med">
    <p:wipe dir="r"/>
  </p:transition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50" y="190499"/>
            <a:ext cx="8553450" cy="1762125"/>
          </a:xfrm>
        </p:spPr>
        <p:txBody>
          <a:bodyPr/>
          <a:lstStyle/>
          <a:p>
            <a:pPr algn="ctr"/>
            <a:r>
              <a:rPr lang="en-US" altLang="en-US" sz="4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MACROECONOMICS</a:t>
            </a:r>
            <a:br>
              <a:rPr lang="en-US" altLang="en-U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en-US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Lecture 01: INTRODUCTION TO MACROECONOMICS</a:t>
            </a:r>
            <a:endParaRPr lang="en-US" altLang="en-US" sz="32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4757" name="AutoShape 5" descr="https://encrypted-tbn0.gstatic.com/images?q=tbn:ANd9GcSymetzoGaFM_-qMFcLmgpZ_j-rMV-R2MmCBVdp8YTsPzvJ-VGJ"/>
          <p:cNvSpPr>
            <a:spLocks noChangeAspect="1" noChangeArrowheads="1"/>
          </p:cNvSpPr>
          <p:nvPr/>
        </p:nvSpPr>
        <p:spPr bwMode="auto">
          <a:xfrm>
            <a:off x="168275" y="-1790700"/>
            <a:ext cx="4981575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74761" name="Picture 9" descr="http://host.cdn.easystore.my/estore/1211/income-and-revenue-502.jpg?cache=2013091419253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35068" y="1719083"/>
            <a:ext cx="4000500" cy="3019425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1607408" y="4905377"/>
            <a:ext cx="4328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Dr.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Hemantha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Premarathne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98103" y="5515148"/>
            <a:ext cx="42061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Senior Lecturer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Department of Social Sciences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KDU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9114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6388" y="449580"/>
            <a:ext cx="8317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000000"/>
                </a:solidFill>
              </a:rPr>
              <a:t>Layout of the Lecture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6389" y="1502228"/>
            <a:ext cx="815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</a:rPr>
              <a:t>1.1 Meaning of Macroeconomics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D62D45-CB97-3BCF-D77C-C38D9BD2A37A}"/>
              </a:ext>
            </a:extLst>
          </p:cNvPr>
          <p:cNvSpPr txBox="1"/>
          <p:nvPr/>
        </p:nvSpPr>
        <p:spPr>
          <a:xfrm>
            <a:off x="496388" y="2133572"/>
            <a:ext cx="815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</a:rPr>
              <a:t>1.2 Importance of Macroeconomics</a:t>
            </a:r>
          </a:p>
        </p:txBody>
      </p:sp>
    </p:spTree>
    <p:extLst>
      <p:ext uri="{BB962C8B-B14F-4D97-AF65-F5344CB8AC3E}">
        <p14:creationId xmlns:p14="http://schemas.microsoft.com/office/powerpoint/2010/main" val="901476831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6388" y="189902"/>
            <a:ext cx="8317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i="1" dirty="0">
                <a:solidFill>
                  <a:srgbClr val="000000"/>
                </a:solidFill>
              </a:rPr>
              <a:t>1.1 Meaning of Macroeconomics</a:t>
            </a:r>
            <a:endParaRPr kumimoji="0" lang="en-US" sz="28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4789" y="1031364"/>
            <a:ext cx="815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0000"/>
                </a:solidFill>
              </a:rPr>
              <a:t>Microeconomics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6388" y="1672527"/>
            <a:ext cx="705030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-  </a:t>
            </a:r>
            <a:r>
              <a:rPr lang="en-US" sz="2200" dirty="0">
                <a:solidFill>
                  <a:srgbClr val="000000"/>
                </a:solidFill>
              </a:rPr>
              <a:t>Microeconomics is the study of how individuals, households and firms make decisions and how they interact with one another in markets.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09CA7-9383-5FC8-D08F-74C797AD21C1}"/>
              </a:ext>
            </a:extLst>
          </p:cNvPr>
          <p:cNvSpPr txBox="1"/>
          <p:nvPr/>
        </p:nvSpPr>
        <p:spPr>
          <a:xfrm>
            <a:off x="394789" y="3198167"/>
            <a:ext cx="815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0000"/>
                </a:solidFill>
              </a:rPr>
              <a:t>Macroeconomics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2E08F3-D426-5693-D7DE-E1D732AD6FE6}"/>
              </a:ext>
            </a:extLst>
          </p:cNvPr>
          <p:cNvSpPr txBox="1"/>
          <p:nvPr/>
        </p:nvSpPr>
        <p:spPr>
          <a:xfrm>
            <a:off x="609599" y="3742601"/>
            <a:ext cx="70503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-  </a:t>
            </a:r>
            <a:r>
              <a:rPr lang="en-US" sz="2200" dirty="0">
                <a:solidFill>
                  <a:srgbClr val="000000"/>
                </a:solidFill>
              </a:rPr>
              <a:t>Macroeconomics deals with the economy as a whole. It studies the </a:t>
            </a:r>
            <a:r>
              <a:rPr lang="en-US" sz="2200" dirty="0" err="1">
                <a:solidFill>
                  <a:srgbClr val="000000"/>
                </a:solidFill>
              </a:rPr>
              <a:t>behaviour</a:t>
            </a:r>
            <a:r>
              <a:rPr lang="en-US" sz="2200" dirty="0">
                <a:solidFill>
                  <a:srgbClr val="000000"/>
                </a:solidFill>
              </a:rPr>
              <a:t> of economic aggregates such as aggregate demand, aggregate supply, aggregate income, consumption etc..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873634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5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9A285C-6CB7-64E3-3B67-566EAEC3CA45}"/>
              </a:ext>
            </a:extLst>
          </p:cNvPr>
          <p:cNvSpPr txBox="1"/>
          <p:nvPr/>
        </p:nvSpPr>
        <p:spPr>
          <a:xfrm>
            <a:off x="502194" y="321522"/>
            <a:ext cx="8317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i="1" dirty="0">
                <a:solidFill>
                  <a:srgbClr val="000000"/>
                </a:solidFill>
              </a:rPr>
              <a:t>Major Concerns of  of Macroeconomics</a:t>
            </a:r>
            <a:endParaRPr kumimoji="0" lang="en-US" sz="28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6BF1F15F-8B85-5204-486E-3393AE8C54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3047391"/>
              </p:ext>
            </p:extLst>
          </p:nvPr>
        </p:nvGraphicFramePr>
        <p:xfrm>
          <a:off x="502194" y="1195119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92490252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Graphic spid="12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6388" y="189902"/>
            <a:ext cx="8317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i="1" dirty="0">
                <a:solidFill>
                  <a:srgbClr val="000000"/>
                </a:solidFill>
              </a:rPr>
              <a:t>1.2 Importance of Learning Macroeconomics</a:t>
            </a:r>
            <a:endParaRPr kumimoji="0" lang="en-US" sz="28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4789" y="1090793"/>
            <a:ext cx="70503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lang="en-US" sz="2200" dirty="0">
                <a:solidFill>
                  <a:srgbClr val="000000"/>
                </a:solidFill>
              </a:rPr>
              <a:t>Understanding the working of the economy 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A33101-9FD0-C71E-F79F-6E7FDEB11DD2}"/>
              </a:ext>
            </a:extLst>
          </p:cNvPr>
          <p:cNvSpPr txBox="1"/>
          <p:nvPr/>
        </p:nvSpPr>
        <p:spPr>
          <a:xfrm>
            <a:off x="394789" y="1899351"/>
            <a:ext cx="70503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lang="en-US" sz="2200" dirty="0">
                <a:solidFill>
                  <a:srgbClr val="000000"/>
                </a:solidFill>
              </a:rPr>
              <a:t> Understanding the major issues facing the economy 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A2571C-68C2-A7F6-E919-46930123342C}"/>
              </a:ext>
            </a:extLst>
          </p:cNvPr>
          <p:cNvSpPr txBox="1"/>
          <p:nvPr/>
        </p:nvSpPr>
        <p:spPr>
          <a:xfrm>
            <a:off x="394789" y="2707909"/>
            <a:ext cx="70503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lang="en-US" sz="2200" dirty="0">
                <a:solidFill>
                  <a:srgbClr val="000000"/>
                </a:solidFill>
              </a:rPr>
              <a:t> Study of national income and national income accounting  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BF914B-9FCF-34F4-3EFF-09FE04865C44}"/>
              </a:ext>
            </a:extLst>
          </p:cNvPr>
          <p:cNvSpPr txBox="1"/>
          <p:nvPr/>
        </p:nvSpPr>
        <p:spPr>
          <a:xfrm>
            <a:off x="394789" y="3581397"/>
            <a:ext cx="70503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lang="en-US" sz="2200" dirty="0">
                <a:solidFill>
                  <a:srgbClr val="000000"/>
                </a:solidFill>
              </a:rPr>
              <a:t> Insight into microeconomics 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6168CA-2282-CF8B-C83E-778E430E0D13}"/>
              </a:ext>
            </a:extLst>
          </p:cNvPr>
          <p:cNvSpPr txBox="1"/>
          <p:nvPr/>
        </p:nvSpPr>
        <p:spPr>
          <a:xfrm>
            <a:off x="436767" y="4257382"/>
            <a:ext cx="70503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lang="en-US" sz="2200" dirty="0">
                <a:solidFill>
                  <a:srgbClr val="000000"/>
                </a:solidFill>
              </a:rPr>
              <a:t> Useful in formulating government’s economic policies 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32C438-D12C-15AA-F38E-4C23087242F6}"/>
              </a:ext>
            </a:extLst>
          </p:cNvPr>
          <p:cNvSpPr txBox="1"/>
          <p:nvPr/>
        </p:nvSpPr>
        <p:spPr>
          <a:xfrm>
            <a:off x="436767" y="5103205"/>
            <a:ext cx="70503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lang="en-US" sz="2200" dirty="0">
                <a:solidFill>
                  <a:srgbClr val="000000"/>
                </a:solidFill>
              </a:rPr>
              <a:t> International comparison 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2759378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0" grpId="0"/>
      <p:bldP spid="12" grpId="0"/>
      <p:bldP spid="13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5235</TotalTime>
  <Words>165</Words>
  <Application>Microsoft Office PowerPoint</Application>
  <PresentationFormat>On-screen Show (4:3)</PresentationFormat>
  <Paragraphs>39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Times New Roman</vt:lpstr>
      <vt:lpstr>Trebuchet MS</vt:lpstr>
      <vt:lpstr>Wingdings</vt:lpstr>
      <vt:lpstr>Wingdings 3</vt:lpstr>
      <vt:lpstr>Facet</vt:lpstr>
      <vt:lpstr> MACROECONOMICS  Lecture 01: INTRODUCTION TO MACROECONOMICS</vt:lpstr>
      <vt:lpstr>PowerPoint Presentation</vt:lpstr>
      <vt:lpstr>PowerPoint Presentation</vt:lpstr>
      <vt:lpstr>PowerPoint Presentation</vt:lpstr>
      <vt:lpstr>PowerPoint Presentation</vt:lpstr>
    </vt:vector>
  </TitlesOfParts>
  <Company>Rose State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Faculty/Staff</dc:creator>
  <cp:lastModifiedBy>User</cp:lastModifiedBy>
  <cp:revision>189</cp:revision>
  <dcterms:created xsi:type="dcterms:W3CDTF">1999-11-02T21:02:05Z</dcterms:created>
  <dcterms:modified xsi:type="dcterms:W3CDTF">2024-06-01T08:59:11Z</dcterms:modified>
</cp:coreProperties>
</file>