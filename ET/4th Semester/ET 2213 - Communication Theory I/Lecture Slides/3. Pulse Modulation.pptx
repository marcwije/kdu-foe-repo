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notesSlides/notesSlide1.xml" ContentType="application/vnd.openxmlformats-officedocument.presentationml.notesSlide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5"/>
  </p:notesMasterIdLst>
  <p:sldIdLst>
    <p:sldId id="256" r:id="rId2"/>
    <p:sldId id="257" r:id="rId3"/>
    <p:sldId id="258" r:id="rId4"/>
    <p:sldId id="410" r:id="rId5"/>
    <p:sldId id="259" r:id="rId6"/>
    <p:sldId id="411" r:id="rId7"/>
    <p:sldId id="261" r:id="rId8"/>
    <p:sldId id="265" r:id="rId9"/>
    <p:sldId id="266" r:id="rId10"/>
    <p:sldId id="262" r:id="rId11"/>
    <p:sldId id="263" r:id="rId12"/>
    <p:sldId id="264" r:id="rId13"/>
    <p:sldId id="267" r:id="rId14"/>
    <p:sldId id="268" r:id="rId15"/>
    <p:sldId id="269" r:id="rId16"/>
    <p:sldId id="270" r:id="rId17"/>
    <p:sldId id="273" r:id="rId18"/>
    <p:sldId id="274" r:id="rId19"/>
    <p:sldId id="275" r:id="rId20"/>
    <p:sldId id="280" r:id="rId21"/>
    <p:sldId id="318" r:id="rId22"/>
    <p:sldId id="319" r:id="rId23"/>
    <p:sldId id="321" r:id="rId24"/>
    <p:sldId id="278" r:id="rId25"/>
    <p:sldId id="284" r:id="rId26"/>
    <p:sldId id="322" r:id="rId27"/>
    <p:sldId id="323" r:id="rId28"/>
    <p:sldId id="293" r:id="rId29"/>
    <p:sldId id="271" r:id="rId30"/>
    <p:sldId id="324" r:id="rId31"/>
    <p:sldId id="325" r:id="rId32"/>
    <p:sldId id="287" r:id="rId33"/>
    <p:sldId id="292" r:id="rId34"/>
    <p:sldId id="327" r:id="rId35"/>
    <p:sldId id="326" r:id="rId36"/>
    <p:sldId id="328" r:id="rId37"/>
    <p:sldId id="295" r:id="rId38"/>
    <p:sldId id="297" r:id="rId39"/>
    <p:sldId id="333" r:id="rId40"/>
    <p:sldId id="329" r:id="rId41"/>
    <p:sldId id="330" r:id="rId42"/>
    <p:sldId id="349" r:id="rId43"/>
    <p:sldId id="331" r:id="rId44"/>
    <p:sldId id="332" r:id="rId45"/>
    <p:sldId id="298" r:id="rId46"/>
    <p:sldId id="299" r:id="rId47"/>
    <p:sldId id="300" r:id="rId48"/>
    <p:sldId id="301" r:id="rId49"/>
    <p:sldId id="334" r:id="rId50"/>
    <p:sldId id="335" r:id="rId51"/>
    <p:sldId id="303" r:id="rId52"/>
    <p:sldId id="304" r:id="rId53"/>
    <p:sldId id="305" r:id="rId54"/>
    <p:sldId id="306" r:id="rId55"/>
    <p:sldId id="338" r:id="rId56"/>
    <p:sldId id="307" r:id="rId57"/>
    <p:sldId id="308" r:id="rId58"/>
    <p:sldId id="309" r:id="rId59"/>
    <p:sldId id="310" r:id="rId60"/>
    <p:sldId id="387" r:id="rId61"/>
    <p:sldId id="388" r:id="rId62"/>
    <p:sldId id="389" r:id="rId63"/>
    <p:sldId id="390" r:id="rId64"/>
    <p:sldId id="391" r:id="rId65"/>
    <p:sldId id="392" r:id="rId66"/>
    <p:sldId id="393" r:id="rId67"/>
    <p:sldId id="394" r:id="rId68"/>
    <p:sldId id="395" r:id="rId69"/>
    <p:sldId id="396" r:id="rId70"/>
    <p:sldId id="397" r:id="rId71"/>
    <p:sldId id="339" r:id="rId72"/>
    <p:sldId id="340" r:id="rId73"/>
    <p:sldId id="341" r:id="rId74"/>
    <p:sldId id="342" r:id="rId75"/>
    <p:sldId id="343" r:id="rId76"/>
    <p:sldId id="344" r:id="rId77"/>
    <p:sldId id="377" r:id="rId78"/>
    <p:sldId id="311" r:id="rId79"/>
    <p:sldId id="312" r:id="rId80"/>
    <p:sldId id="345" r:id="rId81"/>
    <p:sldId id="346" r:id="rId82"/>
    <p:sldId id="347" r:id="rId83"/>
    <p:sldId id="348" r:id="rId8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5:56:16.57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01:40.61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08:53.46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13:20.16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13:21.77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0,'0'0,"0"0,0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14:37.88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0,'0'0,"45"10,44 0,147 0,-167-9,309 1,195 5,-505-3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15:12.11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1,'0'0,"0"0,0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16:24.08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0,'0'0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1:52.0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4:23.01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1,'0'0,"0"0,0 0,0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9:25.4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1,'0'0,"0"0,0 0,0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9:27.10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1,'0'0,"0"0,0 0,0 0,0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9:27.64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0,0 0,0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9:28.12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1,'0'0,"0"0,0 0,0 0,0 0,0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9:29.18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1,'0'0,"0"0,0 0,0 0,0 0,0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9:29.8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0,0 0,0 0,0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29:30.57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30:40.54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6:34:53.59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0,'0'0,"0"0,0 0,0 0,0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7:55:13.22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1,'0'0,"0"0,2 0,3 0,6 0,11 0,9 0,-2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7:27:25.03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1,'0'0,"0"0,0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7:41:13.34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0,'0'0,"0"5,0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7:41:44.77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1,'0'0,"0"0,0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7:42:47.04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1,'0'0,"0"0,0 0,0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06T07:52:34.03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0,'0'0,"0"0,0 0,0 0,0 0,3 0,0 0,1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5:46:47.0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13 0,'0'0,"-3"0,0 0,-1 0,1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6:35:45.7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6:36:31.40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0,'0'0,"0"0,0 0,0 0,0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6:50:31.46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0,'0'0,"0"3,0 1,0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6:50:40.10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0,'0'0,"0"0,0 3,0 0,0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8:46.9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113 1,'0'0,"0"0,0 0,0 0,0 0,-3 45,-2 1,-2-1,-21 72,7-33,3 11,4 0,-1 99,13 193,12-247,44 225,-15-130,100 733,-104-604,-16-143,14 261,-22-281,4 868,-17-698,2-170,3 401,30 0,-12-370,52 479,27 306,-82-800,11 255,-10-126,-19-337,107 1264,-104-1245,64 596,-25 0,-28-263,6 223,-18 88,17 759,-17-1357,26 408,62 717,-85-1112,9 322,-14 42,0-451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8:50.8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1720,'0'0,"0"0,0 0,0 0,0 0,0 0,0 0,0 0,22-10,27-12,0 1,2 3,0 2,1 2,55-7,272-17,-223 26,-41 2,552-33,885-26,-579 25,-504 29,53-2,188-9,-250 8,103-6,264-17,400-27,266-25,-914 61,203-18,464-44,156-9,55 29,-28-34,-77 3,973-1,-1004 86,-1126 21,-204-25,-14-8,-1 0,-2 2,-1 1,-35-31,44 43,-58-50,-30-31,130 110,13 15,-1 2,-2 2,-1 1,-2 1,32 44,-42-52,-2 1,30 54,-44-71,-1 1,0 0,0-1,-1 1,-1 0,1 1,-2-1,1 0,-2 1,1-1,-1 1,-1-1,-2 13,-2-5,0-1,-2 1,0-1,-1 0,-1-1,0 0,-1 0,-1-1,0 0,-2-1,-19 19,-16 10,-98 69,60-53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02.16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 5860,'0'0,"0"0,0 0,0 0,0 0,-1-46,1-107,26-217,70-150,-23 146,-58 286,86-441,-79 442,5 1,4 1,80-156,164-220,-219 373,107-159,242-283,-150 250,-194 221,2 3,103-69,-95 77,184-116,-138 101,-65 36,97-67,177-123,-139 96,23-14,-174 114,60-35,2 4,117-44,396-83,-491 148,-40 9,139-19,78-3,99 20,0 25,-155 1,-196-1,1 3,0 1,-1 2,-1 3,83 28,21 13,182 91,-269-111,-14-9,0 3,85 60,-20 0,57 48,-146-112,-1 2,-1 0,-1 1,32 50,1 12,-15-26,46 99,-39-58,71 117,-80-153,38 89,16 76,-17-40,46 120,-100-260,61 188,7 15,-4-55,-40-101,-27-52,-1 2,13 81,-27-126,0 8,0 1,0 20,-2-21,2 1,2 20,-2-28,1 1,-1-1,1 1,0-1,0 0,0 0,1 0,-1 0,1 0,0-1,3 4,13 14,-9-5,-1 1,-1-1,0 1,11 33,14 74,-20-67,126 363,34-11,-168-397,102 226,11-4,221 326,75 102,-164-246,-32-60,-161-254,104 137,-1-22,29 36,17-13,11-5,35 36,20-19,-60-85,75 62,196 199,-90-77,-307-276,338 267,-205-198,5-8,244 104,-315-173,202 56,-250-94,1-4,215 18,-199-36,210-17,-264 3,0-3,-1-2,-1-4,106-40,136-83,-216 91,105-74,311-277,-428 323,-3-4,-4-3,86-129,-80 88,-5-3,60-145,-19-10,-12-4,70-324,-83 157,-26-4,-35 88,-22-1,-2 76,3-973,-10 860,-1 410,-1-2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05.87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663 28,'0'0,"0"0,1-10,-2-6,1 16,-1 0,1 0,0-1,-1 1,1 0,0 0,-1 0,1 0,0 0,-1 0,1 0,0 0,-1 0,1 0,-1 0,1 0,0 0,-1 0,1 0,0 0,-1 0,1 0,0 0,-1 1,1-1,0 0,-1 0,1 0,0 1,-1-1,1 0,0 0,0 1,-1-1,1 0,0 1,0-1,0 0,-1 1,1-1,-28 26,1 1,-46 60,-35 70,96-138,-67 107,-72 153,111-192,5 2,-46 174,77-247,1-6,1-1,0 0,0 1,1-1,0 1,1-1,1 14,5-72,21-110,6 1,77-216,-31 172,-63 168,1 2,2 0,42-54,-55 78,1 1,0 0,0 0,1 0,0 1,0 1,0-1,1 1,0 0,0 1,0 0,1 1,-1 0,1 0,13-1,-9 3,0 0,0 1,-1 0,1 2,0-1,-1 2,1 0,-1 0,0 1,23 11,-1 2,-1 2,-1 2,57 44,81 89,-54-38,-5 4,-5 6,123 189,-213-289,-3-6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07.51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1,'7'0,"-1"1,1 1,-1-1,0 1,1 0,10 5,0 0,46 19,99 56,53 50,-197-121,517 374,-518-372,-1 0,-1 1,-1 0,0 2,0-1,11 20,-21-28,0 0,0 1,0 0,-1 0,-1 0,1 0,-1 0,-1 1,1-1,-1 1,-1-1,0 1,0-1,-1 1,1-1,-2 1,-2 9,-2 0,0-1,-1-1,-1 1,-1-1,0-1,-1 1,-24 26,-93 87,123-125,-330 264,189-157,78-63,44-34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51.04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41 229,'0'0,"-9"-9,6 6,0 0,0 0,1 0,-1 0,1-1,0 1,0-1,0 0,0 1,0-1,1 0,0 0,0 0,0 0,0 0,1 0,-1 0,1-1,0 1,0 0,1 0,-1 0,1 0,0 0,0 0,0 0,1 0,-1 0,3-4,-1 2,0-1,0 1,1 0,0 0,0 0,0 1,1 0,-1-1,1 1,1 1,-1-1,1 1,-1 0,1 0,0 1,1 0,-1 0,0 0,1 1,0 0,0 0,-1 0,1 1,0 0,0 1,0-1,0 1,0 1,0-1,0 1,7 2,-4 0,0 0,0 0,-1 1,1 1,-1-1,0 2,0-1,-1 1,0 0,0 1,0 0,9 10,-12-10,0 0,-1 1,1-1,-1 1,-1 0,1-1,-1 2,-1-1,1 0,-1 1,-1-1,0 1,0-1,-1 1,0 9,0-14,-1 0,1-1,-1 1,0-1,0 1,0-1,0 1,-1-1,1 0,-1 1,0-1,0 0,-3 4,4-6,0 0,0 0,-1 0,1 0,0-1,0 1,0 0,-1-1,1 1,0-1,0 1,-1-1,1 1,-1-1,1 0,0 0,-1 0,1 0,-1 0,1 0,0 0,-1 0,1 0,-1-1,1 1,0-1,-1 1,1-1,0 1,0-1,-1 0,1 1,0-1,0 0,0 0,0 0,-1-2,-7-5,0-2,2 1,-1-1,1 0,0 0,1-1,0 0,1 0,0-1,1 0,0 1,-3-24,7 34,0 1,-1 0,1-1,0 1,0 0,0-1,0 1,0 0,0-1,0 1,0-1,0 1,0 0,1-1,-1 1,0 0,0-1,0 1,0 0,1-1,-1 1,0 0,0-1,0 1,1 0,-1 0,0-1,1 1,-1 0,0 0,0 0,1-1,-1 1,0 0,1 0,15 3,15 14,-21-8,0 0,0 0,-1 1,-1 0,1 0,-2 1,0 0,0 1,-1-1,0 1,-1 0,0 1,-1 0,0-1,-1 1,1 15,-4-25,0-5,-1-10,-1-20,2-9,0 24,0 14,0 5,0 10,1-5,-1-1,0 1,0-1,-1 0,-1 7,2-12,0 0,-1 0,1-1,0 1,-1 0,1-1,0 1,-1 0,1-1,-1 1,1 0,-1-1,1 1,-1-1,1 1,-1-1,0 1,1-1,-2 1,1-1,0 0,0 1,-1-1,1 0,0 0,0-1,0 1,0 0,0 0,0 0,0-1,-1 1,1-1,0 1,0-1,0 1,-1-2,-2-1,0 0,0-1,1 1,-1-1,1 0,0 0,0 0,0 0,1-1,0 1,-1-1,2 1,-1-1,0 0,1 0,0 0,-1-7,0-5,1 0,0 1,1-1,2-17,10 69,-9-18,0 1,-1 0,-1-1,-1 1,-2 24,1-44,-1-1,1 1,0 1,-1-1,1 0,-1 0,0 0,-2-2,0 1,-2-3,-1 0,0 1,0 0,0 0,-1 1,0 0,1 0,-1 0,-1 1,-12-3,10 3,0-1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57.7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0 194,'4'20,"10"25,63 229,-55-177,0-7,-5 1,7 107,-24-179,0-13,-2-10,-47-244,6 35,20 83,-9-188,31 308,1 0,1 0,0 0,0 1,1-1,0 0,3-9,-4 17,0 0,0 0,0 0,0 0,0 0,0 1,0-1,1 1,-1-1,1 0,-1 1,1 0,0-1,-1 1,1 0,0 0,0 0,0 0,0 0,-1 1,1-1,1 1,-1-1,0 1,0-1,0 1,0 0,0 0,0 0,0 1,0-1,0 0,0 1,0-1,0 1,0 0,0-1,4 3,6 3,1 0,-1 1,-1 0,1 1,-1 0,16 16,57 66,-77-82,83 100,-4 3,108 188,-185-283,14 25,-22-38,1 0,-1 1,0-1,0 1,0-1,0 1,0-1,-1 1,0 5,-1-5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58.13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1 259,'0'0,"0"0,0 0,2 0,5-5,3-8,8-7,15-8,15-5,13-2,8 2,5 4,1 4,-7 4,-15 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00.5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1 163,'4'0,"0"2,-1-1,1 0,0 1,0-1,-1 1,1 0,-1 0,6 5,28 28,-27-26,35 38,-3 3,39 58,16 20,-95-126,1 3,1-1,0 1,0-1,1 0,8 6,-12-9,0-1,0 1,0-1,0 0,0 1,0-1,0 0,0 1,0-1,0 0,0 0,0 0,0 0,0 0,0 0,0 0,1 0,-1-1,0 1,0 0,0-1,0 1,0-1,0 1,0-1,0 1,-1-1,1 0,0 1,0-1,0 0,-1 0,1 1,0-1,-1 0,1 0,-1 0,2-1,3-8,0 0,0 0,-1-1,-1 1,1-1,-2 0,3-18,3-84,-7 88,0-203,-1 228,0-1,0 0,0 0,0 0,0 0,0 1,0-1,0 0,0 0,0 0,0 0,1 1,-1-1,0 0,1 0,-1 1,0-1,1 0,-1 0,1 1,-1-1,1 1,-1-1,1 0,0 1,-1-1,1 1,0-1,-1 1,1-1,0 1,0 0,-1-1,1 1,0 0,0 0,0 0,-1-1,1 1,0 0,0 0,0 0,0 0,-1 0,1 1,0-1,0 0,0 0,-1 0,1 1,0-1,0 0,-1 1,1-1,1 2,6 2,-1 0,1 1,13 12,-19-16,49 50,-40-39,0 0,1-1,0 0,22 15,-29-23,-1-1,1 0,0 0,0 0,-1-1,1 1,0-1,0 0,1 0,-1-1,0 0,0 0,0 0,0 0,0-1,0 0,0 0,0 0,6-3,0-1,1 0,-1-1,-1 0,1 0,-1-1,0-1,0 0,9-10,9-12,27-39,2-2,-56 69,1 1,-1-1,0 1,1 0,-1-1,1 1,-1 0,1 0,0 0,-1 0,1 0,0 0,0 0,0 1,0-1,-1 1,1-1,0 1,0 0,0 0,0 0,0 0,4 0,-3 2,0-1,0 0,0 1,0-1,0 1,0 0,0 0,-1 0,1 1,-1-1,1 1,-1-1,2 4,16 20,39 39,-38-47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01.18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34,'4'14,"9"27,85 280,-83-257,-2 1,-3 0,1 71,-11-104,-1-27,-1-19,-36-269,19 166,-4-121,23 232,-1-2,1 0,-1 0,1 0,1 0,0 0,0 0,0 0,1 1,0-1,1 1,4-12,-6 18,1 0,-1 0,0 0,0 0,0 0,0 0,1 0,-1 0,0 0,1 1,-1-1,1 0,-1 1,1 0,-1-1,1 1,-1 0,1 0,0-1,-1 1,1 1,-1-1,1 0,-1 0,1 0,-1 1,1-1,-1 1,1-1,-1 1,2 1,7 2,0 1,-1 0,12 10,-17-13,36 27,-1 2,40 40,-62-55,-2 1,0 1,-1 0,-1 1,0 0,18 41,-29-54,1 0,-1 1,-1-1,1 1,1 11,-3-17,0 1,0-1,0 1,0-1,0 1,-1-1,1 1,0-1,-1 0,1 1,-1-1,1 1,-1-1,0 0,0 1,0-1,1 0,-1 0,0 0,0 0,-1 0,1 0,0 0,0 0,0 0,-1 0,1 0,0-1,-1 1,-1 0,-4 1,0-1,0 0,-1 0,-12 0,-4-2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01.55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1,'0'0,"9"3,2 4,-1 1,1 0,-2 0,1 1,9 12,40 54,-52-64,291 466,-196-300,-97-169,0 0,1 0,7 8,-3-6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01.90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1,'2'1,"-1"0,1 0,0 0,-1 1,1-1,-1 1,0-1,1 1,0 1,2 1,7 10,-1 1,0 0,-1 0,-1 1,7 19,4 5,-1-4,-7-16,0 0,-2 0,-1 0,0 1,6 30,-14-48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02.24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0,0 0,3 3,0 4,0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02.63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209 0,'1'1,"-1"0,1-1,0 1,-1 0,1 0,0 0,-1-1,1 1,-1 0,1 0,-1 0,0 0,1 0,-1 1,1 1,27 74,19 92,-24-84,-8-29,53 176,-52-187,3 0,46 83,-58-117,0 0,1 0,1 0,-1-1,2-1,-1 1,14 9,-16-15,1 1,-1-1,1 0,-1 0,1-1,0 0,0-1,1 0,-1 0,0-1,1 0,11 0,-4-1,-1-1,1 0,-1-1,0-1,1 0,-2-1,1-1,0 0,-1-1,0-1,0 0,-1-1,23-17,-24 13</inkml:trace>
  <inkml:trace contextRef="#ctx0" brushRef="#br0" timeOffset="1">0 786,'0'0,"0"0,0 0,3 0,8 0,12-3,14-4,16-2,9-4,5-2,2 0,0-2,0 0,-4 0,-10 1,-15 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03.7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109 1,'11'16,"229"396,-167-266,86 248,-146-354,-1 0,-3 2,-1-1,-2 1,0 84,-6-119,0 0,-1-1,0 1,0 0,-1 0,0-1,0 1,-4 7,4-11,0 1,0-1,0-1,0 1,-1 0,1-1,-1 1,0-1,1 0,-1 1,0-1,-1-1,1 1,0 0,0-1,-1 0,-5 2,-6 0,-1-1,0 0,0-1,0 0,1-2,-1 0,0 0,-24-7,4-1,0-1,-53-24,60 21,1-1,0-1,1-1,0-2,2-1,-36-32,59 49,0 0,0-1,0 1,0 0,0-1,1 1,-1-1,1 0,0 1,-1-1,1 0,0 0,1 0,-1 0,0-4,1 5,0-1,1 0,-1 1,1-1,0 1,0-1,0 1,0-1,0 1,0 0,0-1,1 1,-1 0,1 0,0 0,0 0,0 0,3-2,16-12,0 2,2 0,-1 2,2 0,42-15,-33 14,350-127,-54 21,-12-26,-307 140,9-5,-1 0,0-1,-1-1,20-17,-30 19,-12 9,-20 9,-12 13,0 1,1 1,-43 38,57-42,1 0,1 2,0 1,2 0,-30 48,43-62,1 1,-1-1,2 1,-1-1,1 1,1 0,0 0,0 0,0 0,1 1,1-1,0 0,0 1,0-1,1 0,1 1,0-1,0 0,1 0,0 0,0-1,1 1,0-1,0 0,9 12,0-5,1 0,0-1,1-1,1 0,0-1,1 0,0-2,0 0,1-1,1 0,-1-2,38 10,-8-5,1-3,1-2,0-2,50-1,-45-4,1-2,59-11,-96 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07.30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27,'0'3,"1"1,0 0,0 0,0-1,1 1,-1-1,1 1,0-1,3 5,1 3,45 82,89 123,-139-215,5 7,0 0,0-1,14 14,-18-20,0 1,0-1,0 1,1-1,-1 0,0 0,0 0,1 0,-1 0,1 0,-1-1,0 1,1-1,-1 0,1 0,-1 0,1 0,0 0,-1 0,4-1,2-2,0 0,0-1,-1 0,1 0,-1-1,0 1,0-2,-1 1,11-12,5-7,22-31,52-103,-18 26,-77 131,0-1,0 1,0 0,0-1,0 1,0 0,1 0,-1 0,0 0,1 0,-1 0,0 0,1 0,-1 0,1 1,-1-1,1 1,0-1,-1 1,1-1,-1 1,1 0,0 0,-1 0,1 0,0 0,-1 0,1 0,0 1,2 0,3 2,-1 0,1 0,0 1,-1 0,10 8,-6-4,46 35,-3 2,57 62,81 117,-180-209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6.5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1282 1,'-1'0,"0"0,0 0,0 0,0-1,0 1,-1 0,1 0,0 0,0 1,0-1,0 0,0 0,0 1,-2-1,-5 2,-250 26,-1-12,-397-26,574 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58.0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1,'0'0,"0"0,0 0,0 0,21 0,135 3,174 25,-279-21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02.90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06.36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33,'0'0,"0"0,0 0,0 0,11 0,62-12,34-2,358 7,-349 8,-48-1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06.92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64,'0'0,"2"0,5 0,8 0,16 0,16 0,13 0,14-2,13-5,10-2,9-1,5-1,-3 1,-6 3,-15 2,-21 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07.31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17,'2'0,"1"1,-1-1,1 1,-1-1,1 0,-1 0,1 0,4-1,5 0,859-12,-806 11,-13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07.85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1 109,'0'0,"0"0,11 0,128-1,218-30,-234 14,234-1,-271 20,162-3,-165-7,30 0,215-14,-328 22,54-5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19.40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26,'3'0,"1"1,-1-1,1 1,-1-1,1 0,-1 0,1 0,-1-1,7-1,5 0,346-13,-179 11,252 1,-354 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19.85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0,'0'0,"3"0,5 0,11 0,15 0,16 0,15 0,14 0,9 0,7 0,6 0,2 0,3 3,-9 1,-20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0.20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37,'0'0,"20"0,-6 0,535-19,-462 10,-14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0.93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1 242,'0'0,"0"0,2 0,5 0,2 0,6 0,6 0,8 0,6-3,7-3,3-4,5-3,8-2,11-1,-1 3,-13 3</inkml:trace>
  <inkml:trace contextRef="#ctx0" brushRef="#br0" timeOffset="1">1913 1,'0'0,"0"0,0 0,3 0,3 0,9 0,11 0,8 0,10 0,5 0,3 0,3 0,7 0,5 0,6 0,7 0,-5 0,-16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1.28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66,'0'0,"0"0,3 0,6 0,13 0,16 0,13 0,8 0,0-3,-10-1</inkml:trace>
  <inkml:trace contextRef="#ctx0" brushRef="#br0" timeOffset="1">1206 1,'0'0,"0"0,0 0,0 0,0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2.05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1,'0'0,"3"0,9 2,5 1,1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2.71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67,'27'-1,"165"-19,-2 1,385-6,-499 24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3.08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0,'0'0,"0"0,2 0,5 0,8 0,10 0,15 0,14 0,11 0,9 0,8 0,6 0,5 0,3 0,-7 0,-18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3.43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0,'0'0,"11"0,649 0,-613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3.78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1,'20'0,"9"1,-1 2,30 6,28 4,-29-9,0-3,0-3,0-1,72-15,-89 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4.136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0 124,'0'0,"10"0,431-19,-210 6,-9-11,15 0,-223 24,52-2,114-18,-93 4,-53 10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4.52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1,'24'0,"545"0,-545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4.85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0 200,'23'0,"512"0,-502 0</inkml:trace>
  <inkml:trace contextRef="#ctx0" brushRef="#br0" timeOffset="1">1704 40,'0'0,"2"0,5 0,3 0,8 0,10 0,4 0,4 0,-3 0,-6 0</inkml:trace>
  <inkml:trace contextRef="#ctx0" brushRef="#br0" timeOffset="2">2315 7,'0'0,"3"0,3 0,4 0,3-3,-1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5.23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0,'628'0,"-590"0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5.60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92,'4'1,"0"-1,0 1,-1-1,1 0,0 0,0 0,7-1,3 0,159 2,243-5,-359 1</inkml:trace>
  <inkml:trace contextRef="#ctx0" brushRef="#br0" timeOffset="1">1415 12,'0'0,"3"0,3 0,7 0,8 0,10 0,10 0,12 0,13-3,12 0,-2 0,-14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5.936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0 112,'0'0,"0"0,3 0,6 0,10 0,13 0,14 0,11 0,6 0,-5 0,-12 0</inkml:trace>
  <inkml:trace contextRef="#ctx0" brushRef="#br0" timeOffset="1">1046 0,'0'0,"3"0,3 0,6 0,10 3,9 3,7 1,11-1,8-1,6-2,-3-1,-12-1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8.67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0 119,'0'0,"0"0,3 0,4 0,8 0,10 0,15-2,19-5,22-2,19-4,9-1,2-2,2-1,0 1,-8 2,-21 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9.01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0,'540'0,"-486"0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9.36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63,'2'0,"1"-1,-1 1,0 0,1 0,-1 0,1 0,-1 0,3 1,3-1,730 0,-707 0</inkml:trace>
  <inkml:trace contextRef="#ctx0" brushRef="#br0" timeOffset="1">1881 0,'0'0,"3"0,6 0,10 0,13 0,11 0,5 0,-7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39.72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0,'0'0,"3"0,6 0,10 0,10 0,3 0,-5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0.05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41,'25'0,"69"0,59 1,178-22,-246 11,140 0,142 16,-303-5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0.402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61,'7'6,"0"0,1 0,0-1,1 0,-1 0,1-1,0 0,0-1,0 0,0 0,19 2,10 0,64-1,-68-4,84-2,144-23,-172 15,184-4,-178 12,178-25,-233 19,136-22,-142 26,0 2,0 1,39 5,91 18,69 7,-35-22,369-36,-6 8,-441 18,-75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0.78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0 211,'2'0,"0"0,0 0,0 0,0 0,0 0,0 1,0-1,-1 1,1 0,3 1,4 1,21 4,0-1,57 3,65-7,-141-2,118-8,160-28,-118 11,-44 14,162 8,-206 4,-11-1</inkml:trace>
  <inkml:trace contextRef="#ctx0" brushRef="#br0" timeOffset="1">2427 34,'0'0,"3"0,3 0,7 3,9 3,9 4,10 0,12-2,13-2,4-2,-11-2</inkml:trace>
  <inkml:trace contextRef="#ctx0" brushRef="#br0" timeOffset="2">3938 1,'0'0,"3"0,9 3,19 3,28 4,35 3,26-1,1-3,-21-2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2.02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1,'0'0,"0"0,0 0,2 0,4 0,4 0,2 0,3 0,-2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2.350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10,'0'0,"3"0,3 0,4 0,2 0,6 0,1 0,4 0,0 0,2 0,4 0,7 0,9 0,10-3,0 0,-10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2.70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0 114,'0'0,"3"0,3 0,9 0,11 0,13 0,12-3,8-3,0-2,-11 2</inkml:trace>
  <inkml:trace contextRef="#ctx0" brushRef="#br0" timeOffset="1">1109 1,'0'0,"3"0,3 0,4 0,8 0,9 0,11 0,5 0,-5 0</inkml:trace>
  <inkml:trace contextRef="#ctx0" brushRef="#br0" timeOffset="2">2009 1,'0'0,"3"0,3 0,9 0,16 0,19 3,23 0,15 1,0-1,-13-1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3.07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18,'6'1,"1"-1,-1 1,0 1,12 3,10 2,49 3,126-1,81-18,-147 2,304-1,-74 3,-111-5,217-3,-346 13,-73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3.41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1,'0'0,"2"0,7 3,10 3,9 4,15 0,12-2,12-2,-1-2,-11-2</inkml:trace>
  <inkml:trace contextRef="#ctx0" brushRef="#br0" timeOffset="1">964 49,'0'0,"3"0,3 0,4 0,6 0,7 0,12 0,13-3,18-3,14-4,10 0,-6 2,-16 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3.77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0 172,'0'0,"3"0,3 0,7 0,8 0,10 0,7 0,9 0,6 0,9 0,10-3,6-1,-4-2,-16-1</inkml:trace>
  <inkml:trace contextRef="#ctx0" brushRef="#br0" timeOffset="1">1286 10,'43'14,"12"1,13-5,0-3,1-3,72-5,206-31,-77 5,73 29,-189 3,-51-3,-14-1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4.09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0,'0'0,"3"0,3 0,9 0,11 0,8 0,13 0,19 0,24 0,19 3,9 1,-7-1,-22 0</inkml:trace>
  <inkml:trace contextRef="#ctx0" brushRef="#br0" timeOffset="1">1575 48,'3'0,"3"0,9 0,16 0,24 3,31 4,32 0,25 0,15 0,7 3,-1-1,-22-2,-33-2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5.837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1221 0,'0'0,"3"0,3 0,9 0,11 0,13 0,12 0,11 0,9 0,-3 0,-13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6.51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1335 11,'0'0,"3"0,4 0,8 0,13 0,15 0,20-3,10-1,-8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6.887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1,'0'0,"3"0,6 0,13 2,21 5,23 3,17-1,4 3,-6-3,-17-1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7.28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14,'0'0,"0"0,144 0,574-12,-681 10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7.617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0 206,'0'0,"0"0,0 0,3 0,3 0,4 0,3 0,7 0,8 0,8 0,9 0,11 0,8 0,8 0,-3-3,-13-1</inkml:trace>
  <inkml:trace contextRef="#ctx0" brushRef="#br0" timeOffset="1">1720 44,'17'0,"154"2,229-6,-141-26,-195 18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7.970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18,'0'0,"0"0,3 0,6 0,10 2,15 2,16 0,16 1,15 1,19-2,14-1,10 0,-8-2,-24-1</inkml:trace>
  <inkml:trace contextRef="#ctx0" brushRef="#br0" timeOffset="1">1561 1,'0'0,"2"0,5 0,8 0,10 0,10 0,11 0,10 0,0 0,-8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8.356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72,'5'-1,"0"0,0 1,-1-1,1 2,8-1,7 2,80-2,664-20,-599 7,390-25,-420 37,245 32,-100-3,514-27,-602-6,-160 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4.73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0,'0'0,"0"0,0 0,0 0,0 0,3 0,3 0,4 0,0 0,-2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5.122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1,'0'0,"2"0,4 0,10 0,9 0,12 0,10 0,3 0,-7 0</inkml:trace>
  <inkml:trace contextRef="#ctx0" brushRef="#br0" timeOffset="1">884 1,'0'0,"3"0,8 0,18 0,13 0,11 0,2 0,-8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45.468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1318 114,'0'0,"0"0,0 0,0 0,3 0,4 0,9 0,9 0,12 0,16-3,7-1,-6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3.15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49 302,'0'0,"0"0,0 0,0 0,0 0,0 0,0 0,0-19,0 16,1-4,-1-1,0 1,0 0,-1-1,0 1,-1 0,1 0,-1-1,0 1,-1 0,-6-11,0-5,8 20,0 0,0 0,-1 0,1 0,-1 0,0 0,1 0,-1 0,-4-4,8 6,1 1,-1-1,0 0,1 1,-1-1,0 0,1 0,-1-1,0 1,3-3,5-2,39-14,1 1,1 2,0 3,106-15,-99 22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5.582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2 149,'0'-2,"-1"1,1 0,0-1,0 1,-1 0,1-1,0 1,1-1,-1 1,0 0,0-1,0 1,1-1,-1 1,1 0,-1 0,1-1,0 1,-1 0,1 0,0 0,0-1,0 1,1-1,17-11,0 0,0 1,1 1,0 1,1 1,0 1,1 1,0 1,0 0,30-2,26 0,129 4,-129 5,565 2,-587-3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6.17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7,'3'-1,"0"1,-1-1,1 1,0 0,0 0,0 0,-1 0,6 1,5 0,529 14,0-27,-300 3,-190 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6.576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17,'224'1,"661"-12,-745 6,-88 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6.917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59,'0'0,"0"0,11 0,806-24,-548-5,-209 23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9.21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369 28,'0'0,"0"0,0 0,0 0,-6 0,-6 0,-8 0,-10 0,-12-2,-9-2,-5-2,-1 0,4 0,12 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2:49.57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1125 1,'-20'0,"-245"8,-7 1,204-9,-149 3,169 0,1 2,-72 19,81-14,7-2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00.74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1,'0'0,"0"0,0 0,0 0,0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02.29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1 477,'0'-26,"3"0,0 1,1-1,1 1,2 0,1 0,0 1,2 0,1 0,0 1,2 1,1 0,1 1,0 0,2 1,28-26,-40 40,1 1,0 0,1 1,-1-1,1 1,0 1,0-1,0 1,0 0,0 1,1 0,-1 0,1 1,0-1,0 2,-1-1,1 1,0 0,0 1,-1 0,1 0,0 0,-1 1,1 1,-1-1,0 1,13 7,-6-3,0 2,-1 0,0 0,0 1,-1 0,0 1,-1 1,0 0,-1 0,0 1,12 23,-13-19,-1 0,0 0,-1 1,-2 0,1 0,-2 1,0 0,-2 0,1 28,-2-34,-1 1,-1 0,0-1,-1 1,-6 21,7-32,0 0,0 1,-1-1,1 0,-1 0,0 0,0 0,0 0,-1 0,1-1,-1 1,1-1,-1 1,0-1,0 0,0 0,0 0,0-1,0 1,0-1,-1 1,1-1,-1 0,1 0,-1-1,-4 1,0 0,0-1,0-1,0 1,0-1,0 0,0-1,1 0,-1 0,1-1,-1 0,1 0,0-1,0 0,-8-6,-6-6,0-1,-33-39,49 51,-5-5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05.27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67,'0'0,"9"-3,10-7,1 1,-1 1,1 1,1 1,-1 1,1 0,22-1,151-2,-152 8,180 8,-189-4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06.24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1,'3'4,"0"1,0-1,0 1,-1 0,0 0,1 0,-2 0,1 0,-1 0,2 11,0-3,34 226,-19 6,-10-124,-6-93,-1-3,1 0,9 38,-8-53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08.17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33,'0'0,"2"0,4 0,4 0,8 0,9-2,12-2,9-2,7-1,1 2,-4 1,-6 2,-8 0,-10 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09.26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0,'0'0,"0"0,0 0,0 0,0 0,0 0,0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0.18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1 257,'0'-20,"1"-1,0 0,2 1,0 0,1-1,9-23,-10 38,-1 0,1 0,1 0,-1 0,1 0,0 1,0 0,0 0,1 0,5-4,-6 6,0 0,1 0,-1 1,1 0,-1 0,1 0,0 0,0 1,0-1,0 1,0 1,0-1,0 1,9 0,-2 2,0 0,0 0,0 1,-1 1,1 0,-1 0,0 1,-1 1,1 0,-1 0,11 10,9 8,-1 1,31 35,-41-40,-1 1,-1 0,16 27,-28-40,0 2,-1-1,0 0,0 1,-1 0,0 0,-1 0,0 0,0 0,-1 0,0 16,-2-23,1 0,0-1,-1 1,1 0,-1 0,0-1,0 1,0-1,0 1,0-1,0 1,-1-1,0 0,1 1,-1-1,0 0,-4 3,2-2,0 0,0-1,-1 1,1-1,-1 0,0 0,1-1,-1 1,-6 0,-10 0,1 0,0-2,-37-3,54 3,-24-3,1 0,0-2,-1-1,2-1,-33-14,27 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1.14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244 0,'-12'1,"0"1,1-1,-1 2,1-1,-1 2,1-1,0 2,0-1,1 2,0-1,-1 1,2 1,-1 0,-14 14,18-16,0 1,0 0,1 0,0 1,0-1,0 1,1 0,0 0,1 1,-1-1,1 1,1 0,0-1,0 1,0 0,1 0,0 1,1-1,-1 0,2 0,-1 0,2 9,0-11,1 1,-1-1,1 0,0 0,0 0,1 0,-1-1,2 0,-1 1,0-1,1-1,0 1,0-1,8 6,10 5,0-1,33 14,-14-7,-27-13,0 2,0 0,-1 0,0 1,-1 1,0 0,-1 1,0 1,12 18,-17-21,-1 0,0 0,0 0,-1 1,-1 0,0 0,0 0,-1 1,-1-1,0 1,-1 0,0-1,-2 23,0-28,-1 0,0 0,0 0,0 0,-1 0,0-1,0 1,0-1,-1 0,0 0,-1 0,1 0,-1-1,0 0,-8 6,-10 8,-1-1,-38 20,8-5,29-15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4.15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0,'0'0,"3"0,4 0,3 0,0 0,-2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3.79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53,'0'0,"3"0,3 0,9 0,11-3,13-3,15-4,14-2,4 0,-10 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4.83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20 228,'0'0,"-1"-20,2 1,0 0,6-29,-6 41,1 1,1-1,-1 1,1 0,0 0,1 0,-1 0,1 0,0 1,1-1,-1 1,1 0,8-6,-8 7,0 0,0 1,0 0,0 0,1 0,-1 0,1 1,0 0,0 0,0 1,-1 0,1 0,1 0,-1 0,8 1,-7 1,-1 0,1 0,0 1,0 0,-1 0,1 1,-1 0,0 0,0 0,0 1,0 0,-1 0,8 7,2 3,-1 2,0-1,-2 2,0 0,-1 0,0 1,-2 0,9 22,-8-14,-1 1,-1 0,-1 1,-2-1,3 42,-7-64,-1 0,0 0,0 0,0-1,-1 1,1 0,-1 0,0 0,-1 0,-2 7,2-10,1 0,-1 0,1-1,-1 1,1 0,-1-1,0 1,0-1,0 1,0-1,0 0,0 0,0 0,0 0,-1 0,1-1,0 1,-1-1,1 1,0-1,-1 0,1 0,0 0,-3 0,-7-1,0 0,0-1,0-1,1 0,-1 0,1-1,0 0,0-1,-11-7,-5-4,0-1,-28-25,31 22,2-2,1-1,0 0,-29-46,44 60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5.24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0 132,'0'0,"0"-19,0-93,0 112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6.17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106 13,'1'0,"0"0,-1-1,1 1,0 0,0-1,0 1,0 0,-1-1,1 1,0-1,-1 1,1-1,0 0,-1 1,1-1,0 0,0 0,0-3,-12 12,2 0,1 0,0 1,1 0,0 1,0-1,1 1,0 1,-6 13,3-3,2 0,0 1,-6 32,11-44,1-1,1 1,-1 0,1 0,1 0,0 0,0 0,1 0,4 12,-4-17,0 1,0-1,0 0,1 0,0 0,0-1,0 1,0-1,1 0,0 1,0-2,0 1,0 0,1-1,-1 0,1 0,0 0,6 2,17 5,56 11,-3-2,-55-11,0 1,0 2,-1 0,0 2,36 23,-51-29,0 1,-1 0,0 1,0-1,-1 2,0-1,-1 1,0 0,0 1,-1-1,0 1,-1 1,-1-1,7 22,-9-19,1-1,-2 0,0 1,-1-1,0 1,-1-1,0 1,-1-1,-1 0,0 0,-1 0,0 0,-1 0,0-1,-1 0,-1 0,0 0,-16 19,8-13,-1 0,-1-2,0 0,-2-1,0 0,0-2,-1 0,-1-1,-41 16,26-14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7.26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0 170,'0'0,"3"0,4-3,8-3,18-4,26-6,25-2,22-1,18-1,18 1,14 1,6 1,-14 3,-31 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18.71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0,'0'0,"0"0,0 0,0 0,9 11,2 5,-1 1,9 23,3 2,18 39,-2 2,-5 1,31 118,-60-187,0 1,1 20,-4-25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25.69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1 100,'0'0,"0"0,0 0,10-9,-1 0,0 1,1 1,1-1,-1 2,1-1,0 1,0 1,19-6,-10 5,1 1,-1 1,1 0,27 0,-22 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23.8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26.80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0,'0'0,"0"0,0 0,0 0,0 0,0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28.4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37,'2'-3,"-1"1,0 0,1 0,-1 0,1 0,0 0,0 0,0 0,0 0,0 1,0-1,0 1,1-1,-1 1,3-1,0 0,0 1,0 0,0 0,0 0,0 1,0 0,0 0,0 0,0 1,0-1,0 1,0 0,0 1,0-1,0 1,5 3,4 1,0 2,-1 0,25 19,-23-14,-1 0,-1 2,0 0,0 0,-2 1,0 0,0 1,-2 1,0-1,-1 1,8 28,-8-17,-1 1,-1-1,-1 1,-2 0,-1 1,-4 53,1-74,0 1,-1-1,0 0,-1 0,-4 14,6-23,0 1,1 0,-1 0,0 0,0-1,0 1,0 0,0-1,-1 1,1-1,0 1,-1-1,1 0,-1 0,1 1,-1-1,0 0,1 0,-1-1,0 1,0 0,0-1,1 1,-1-1,0 1,0-1,0 0,0 0,0 0,0 0,0 0,0 0,0 0,0-1,-3 0,-3-3,0 0,-1 0,2-1,-1 0,0 0,1-1,0 0,0 0,-6-9,-8-9,-24-35,21 20,-22-45,20 30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29.22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1 112,'0'0,"0"0,13-3,93-35,77-24,-176 60,1 0,0 0,-1 1,1 0,0 1,0-1,9 2,-12 0,0 0,-1 0,0 1,1-1,-1 1,0 0,0 0,0 0,0 1,0-1,0 1,-1 0,6 6,4 6,-1 1,0 0,-2 0,0 1,0 0,-2 1,0 0,-1 0,-1 1,7 34,-4 1,-3 1,1 87,-11 96,4-230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0.52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138 1,'0'0,"0"0,0 0,-4 10,-4 11,1 0,0 1,2 0,0 0,2 1,0-1,2 1,0-1,2 1,5 37,0-27,1 1,2-1,2 0,1 0,1-1,23 39,-21-45,-5-9,0 2,15 37,-23-51,0 0,-1 1,0-1,0 0,0 1,-1-1,0 1,0-1,0 1,-1-1,1 1,-1-1,-1 0,1 0,-1 1,-2 5,-3 1,-1-1,0 0,0 0,-1 0,0-1,-1-1,0 0,-14 10,-94 57,114-73,-32 17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51.6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0 130,'0'0,"0"0,0 0,0 0,3 0,3-2,4-5,8-6,18-6,21-5,21-2,4 4,-10 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52.00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62,'0'0,"3"0,3-3,6-1,10-2,9-1,7-1,8-2,5 0,-1 2,-9 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52.44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17,'0'0,"0"0,0 0,0 0,2 0,8 0,11-3,9-3,-1-2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52.79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67,'2'0,"7"0,10 0,18 0,22-3,23-3,19-4,9-3,2 1,-2 2,-2 4,-13 2,-21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10.75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23.8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1 162,'0'0,"0"0,0 0,0 0,0 0,9-22,-7 21,-1 0,0 0,1 0,-1 0,1 0,-1 0,1 0,-1 0,1 1,0-1,-1 1,1-1,0 1,-1 0,1-1,0 1,0 0,-1 0,1 0,0 1,0-1,-1 0,1 1,0-1,-1 1,1-1,0 1,-1 0,1-1,-1 1,3 2,4 2,0 0,0 1,-1 0,10 9,-13-10,0 0,1 0,-2 1,1-1,3 7,-6-9,1 0,-1 0,0 0,0 0,0 0,-1 0,1 0,0 0,-1 0,0 0,0 0,0 0,-1 4,2-71,1 49,2 1,0 0,0-1,1 2,1-1,0 0,1 1,1 1,0-1,0 1,16-16,-23 26,1 1,0-1,0 1,-1-1,1 1,0 0,0 0,0 0,0 0,0 0,0 1,1-1,-1 1,0-1,0 1,0 0,1 0,-1 0,3 0,-1 1,1 0,-1 0,0 0,0 1,0-1,-1 1,1 0,0 0,5 5,2 2,0 1,-1 0,0 1,-1 0,9 13,-10-12,0 0,-1 1,0 1,-1-1,0 1,-1 0,-1 0,0 0,-1 1,-1 0,0-1,0 24,-2-38,0 1,0-1,0 1,0-1,0 1,-1-1,1 1,0 0,0-1,0 0,0 1,-1-1,1 1,0-1,0 1,-1-1,1 1,0-1,-1 0,1 1,0-1,-1 1,1-1,-1 0,1 0,0 1,-1-1,1 0,-1 0,1 1,-2-1,1 0,-1 0,1 0,-1 0,1 0,-1 0,1-1,-1 1,1 0,-1-1,-2-1,-1 0,-1-1,1 0,0 0,-9-7,1-5,0 1,1-2,1 0,0 0,1-1,0 0,-9-27,18 44,1-1,0 0,-1 0,1 0,0 1,-1-1,1 0,0 0,0 0,0 0,0 1,0-1,0 0,0 0,0 0,0 0,0 0,1 1,-1-1,0 0,1-1,0 2,-1-1,1 1,-1 0,1-1,-1 1,1 0,0 0,-1 0,1 0,0 0,-1 0,1 0,-1 0,1 0,0 0,-1 0,1 0,0 0,-1 0,1 0,0 1,39 19,-37-18,24 17,-1 1,-1 1,-1 1,-1 1,37 47,-55-64,0 1,-1-1,0 1,0 0,5 13,-9-19,1 0,-1 0,1 0,-1 1,0-1,0 0,0 0,1 0,-1 1,0-1,0 0,-1 0,1 1,0-1,0 0,-1 0,1 1,0-1,-1 0,1 0,-1 0,0 0,1 0,-1 0,0 0,0 0,1 0,-1 0,0 0,0 0,0-1,0 1,0 0,0-1,0 1,0-1,-1 1,1-1,0 1,0-1,0 0,-1 0,1 1,-2-1,-12 1,1 0,-1-1,1 0,-1-1,0-1,1 0,0-1,0-1,0 0,0-1,-15-7,5 0,1 0,0-1,1-1,0-2,-26-24,42 35,0-1,0 0,0-1,1 1,0-1,0 0,-5-11,9 15,0 0,0 1,0-1,0 0,1 1,0-1,-1 0,1 0,0 1,0-1,0 0,1 0,-1 1,1-1,-1 0,1 1,0-1,0 0,0 1,1 0,-1-1,0 1,1-1,0 1,-1 0,4-3,-1 2,0 0,0 0,0 0,0 0,0 1,0 0,1-1,-1 2,1-1,0 0,-1 1,1 0,0 0,0 1,0-1,0 1,0 0,0 0,-1 1,1-1,0 1,0 0,5 2,3 1,1 1,-1 0,-1 1,1 0,-1 1,23 15,-27-15,0 1,0-1,0 2,-1-1,0 1,-1 0,0 0,0 0,-1 1,6 15,-9-20,0 0,0 0,-1 0,0 0,0 0,0 0,-1 0,0 0,0 0,0 0,0 0,-1 0,0 0,0 0,0 0,-1 0,0 0,1-1,-2 1,1-1,-1 1,1-1,-1 0,-7 8,8-10,-1 1,0-1,-1 1,1-1,0 0,-1 0,1-1,-1 1,1-1,-1 0,0 0,0 0,1 0,-1 0,0-1,0 0,0 0,0 0,0 0,0-1,1 1,-1-1,0 0,0 0,1 0,-1-1,-6-3,0 0,-1-1,1 0,0-1,1 0,0-1,0 0,-14-16,15 14,0 0,-12-21,18 28,1 0,-1 0,1 0,0 0,0-1,0 1,0 0,0-1,1 1,0 0,0-1,0 1,0-1,0 1,2-7,1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25.6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4 285,'0'-22,"-1"-17,-1 25,2 0,0 0,0 0,1 0,1 0,0 0,6-18,-7 31,-1 0,0 0,1 0,0 0,-1 0,1 0,-1-1,1 2,0-1,0 0,0 0,-1 0,1 0,0 0,0 1,0-1,0 0,0 1,1-1,-1 1,0-1,0 1,0 0,2-1,0 1,-1 0,0 0,0 1,0-1,1 1,-1-1,0 1,0 0,0 0,0 0,0 0,3 2,1 1,0 1,0 0,0 1,0-1,-1 1,8 10,-8-6,0 0,0 0,-1 0,-1 0,1 1,-2 0,4 19,-4-9,-1 1,-3 42,-1-39,3-23,-1-1,1 0,0 0,0 0,-1 0,1 0,0 0,-1 0,1 0,-1 0,0 0,1 0,-1 0,0 0,1 0,-1-1,0 1,0 0,-1 0,1-1,1 0,-1 0,0 0,1 0,-1-1,1 1,-1 0,0 0,1-1,-1 1,1-1,-1 1,1 0,-1-1,1 1,-1-1,1 1,0-1,-1 1,1-1,-1-1,-9-15,9 14,-7-13,2 0,0-1,0 0,2 0,0 0,1 0,0-1,2 1,0-1,1 0,1 1,0-1,6-23,-5 33,0 1,0 0,1-1,0 2,0-1,1 0,0 0,7-8,-9 13,-1 0,0 1,1 0,-1-1,1 1,-1 0,1-1,0 1,-1 0,1 0,0 1,0-1,0 0,0 1,-1-1,1 1,0-1,0 1,0 0,0 0,0 0,0 0,0 0,0 0,0 0,0 1,0-1,0 1,0 0,0-1,0 1,-1 0,1 0,0 0,3 3,3 2,0 1,0 1,0-1,-1 1,0 1,0-1,-1 1,0 0,-1 0,0 1,0 0,-1 0,-1 0,1 0,-2 1,3 16,-5-26,0-1,0 1,0-1,0 1,0-1,0 1,0-1,0 1,0-1,0 1,-1 0,1-1,0 1,0-1,-1 0,1 1,0-1,-1 1,1-1,-1 1,1-1,0 0,-1 1,1-1,-1 0,1 0,-1 1,1-1,-1 0,1 0,-1 1,1-1,-1 0,1 0,-1 0,0 0,1 0,-1 0,1 0,-1 0,1 0,-2 0,-25-6,14 2,1-1,0-1,0 0,0-1,1 0,-15-12,19 13,-1 0,1-1,0 0,1 0,-1-1,2 0,-1 0,1 0,-6-14,8 6,3 16,0 0,0 0,0-1,0 1,1 0,-1 0,0 0,0 0,0-1,0 1,1 0,-1 0,0 0,0 0,0 0,1-1,-1 1,0 0,0 0,1 0,-1 0,0 0,0 0,1 0,-1 0,0 0,0 0,1 0,-1 0,0 0,0 0,1 0,-1 0,27 13,-18-8,7 4,-1 1,1 0,-2 1,27 25,-33-28,-1 0,1 1,-2 0,1 1,-1-1,-1 1,0 1,0-1,3 14,-7-23,0 1,-1-1,1 0,-1 1,0-1,1 1,-1-1,0 1,0-1,0 1,0-1,0 1,-1-1,1 1,0-1,-1 1,1-1,-1 1,1-1,-1 0,-1 3,1-3,0 0,0-1,0 1,0 0,-1-1,1 1,0-1,0 0,-1 1,1-1,0 0,0 1,-1-1,1 0,0 0,-1 0,1 0,0-1,-2 1,-5-2,1 0,-1 0,1-1,0 0,-1 0,-11-8,-2-3,2-1,-22-20,33 27,0 0,1 0,0-1,1 0,0 0,0-1,-6-13,11 21,0 0,0 1,1-1,-1 0,0 0,1 0,0 0,-1 0,1 0,0 0,0 0,0 0,0-1,0 1,1 0,-1 0,1 0,-1 0,1 1,0-1,-1 0,1 0,0 0,0 0,1 1,-1-1,0 0,0 1,1-1,-1 1,1 0,-1-1,1 1,0 0,0 0,-1 0,1 0,3-1,2 0,-1 0,1 0,0 1,0 0,0 0,0 0,0 1,0 0,13 2,-1 1,0 1,0 1,-1 1,0 0,30 15,-39-16,0 1,0-1,-1 1,0 1,0-1,0 2,-1-1,0 1,0 0,-1 0,0 1,6 10,-11-17,0 0,1 1,-1-1,0 0,0 1,-1-1,1 1,0-1,-1 1,1-1,-1 1,0-1,0 1,0 0,0-1,-1 1,1-1,-1 1,1-1,-1 1,0-1,0 0,0 1,0-1,0 0,-1 0,1 1,-1-1,1 0,-1-1,0 1,0 0,0 0,0-1,0 1,0-1,0 0,0 1,-1-1,-2 1,-2 1,0-1,-1 0,1 0,-1 0,1-1,-1 0,0-1,1 0,-1 0,0 0,1-1,-13-3,11 2,0-2,1 1,-1-1,1-1,0 1,0-1,-14-12,0-3,-22-26,17 17,14 15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04.1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44,'0'0,"2"0,7 0,10-3,13-1,14 1,13-3,13 0,11-1,8 0,4 1,0 5,-11 2,-19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05.8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906 114,'0'0,"0"0,-2 0,-1-1,1 0,-1 1,1-1,-1-1,1 1,0 0,-4-3,-8-4,-26-9,-1 2,-1 2,-83-14,48 16,-103 0,131 10,0 2,-1 3,1 1,-78 20,89-14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06.3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729 99,'0'0,"0"0,-4-3,-4-3,-1 1,0 0,0 0,-1 1,-16-6,-55-11,70 18,-65-11,0 3,-1 3,-151 5,152 9,48-2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06.7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298 29,'0'0,"0"0,-3 0,-6 0,-7-2,-6-5,-8 0,-7 0,-5 2,-7 5,0 1,8 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08.2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0,'20'34,"4"31,-3 2,15 85,-16-65,12 50,92 324,-102-403,-14-42,-1 0,-1 1,-1-1,0 1,-1 0,-1 0,-1 1,1 21,-3-37,0-1,0 1,0-1,0 1,1-1,-1 0,1 1,-1-1,0 0,1 1,0-1,-1 0,1 0,0 0,0 1,0-1,0 0,0 0,0 0,0 0,0 0,0-1,0 1,0 0,1 0,-1-1,0 1,1-1,-1 1,0-1,1 0,-1 1,3-1,6 2,1-1,0-1,17-1,-9 1,75-4,0-5,106-23,-47 7,-110 19,0 1,45 2,-78 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09.3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1,'0'0,"2"0,8 0,14 0,23 0,25 0,17 0,10 0,-2 0,-5 0,-9 0,-9 0,-12 0,-14 0,-15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09.6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0,'11'16,"67"127,91 234,-144-314,52 144,-58-147,18 91,-28-72,-9-53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0.6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447 75,'0'0,"0"0,0 0,0 0,-3-3,-6-3,-7-4,-12-3,-12-1,-12 1,-15 3,-12 6,-3 3,12 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1.1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264 14,'0'0,"0"0,0 0,-6 0,-7 0,-9 0,-13 0,-8-3,-7-1,-2 0,9 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1.4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1148 0,'0'0,"-6"0,-6 0,-8 0,-7 0,-12 0,-8 0,-6 3,-4 3,1 1,12-1</inkml:trace>
  <inkml:trace contextRef="#ctx0" brushRef="#br0" timeOffset="1">136 128,'0'0,"0"0,-3 0,-6 0,-7 0,-7 0,-4 0,-4 0,4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1.8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2.4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0,'0'0,"1"5,7 53,38 310,-25 72,-11-187,-10-237,16 173,-13-168,2 0,0 0,1 0,0 0,2-1,16 30,-21-46,-1 0,1-1,0 1,0-1,1 0,-1 0,1 0,-1-1,1 1,0-1,0 0,0 0,0 0,0 0,0-1,1 1,-1-1,1-1,-1 1,6 0,10 0,0-1,0-1,27-5,-24 3,164-27,21-2,-99 20,-69 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2.9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1 132,'13'0,"64"-4,142-27,-159 20,118-25,82-11,-238 45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3.7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82 379,'2'-24,"2"0,0 1,1-1,2 1,15-38,-19 52,3-5,0 0,0 1,1 0,1 0,0 0,1 1,1 0,-1 1,2 0,0 0,13-9,-18 15,-1 2,1-1,0 1,0 0,0 0,0 0,0 1,1 0,-1 0,1 1,-1 0,1 0,0 0,-1 1,1 0,0 1,-1-1,1 1,0 0,-1 1,1 0,-1 0,0 0,1 1,-1-1,0 2,6 3,0 2,-1 0,0 1,0 0,-1 1,0 0,-1 0,-1 1,12 20,2 8,22 61,-33-73,-2 0,-1 0,-1 1,-1 0,-1 0,-2 0,-1 49,-3-56,-2 0,0 0,-1-1,-1 1,-1-1,-1 0,-1-1,-1 0,0 0,-25 36,9-22,-1-1,-2-1,-2-1,-47 37,17-21,-105 61,157-104,-58 31,60-33,1 1,-1-1,0-1,0 1,0-1,0 0,0 0,0-1,0 1,-6-2,85-2,656 2,-668 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6.0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1048 0,'0'0,"0"0,-6 3,-7 0,-7 3,-8 0,-10 0,-7 1,-7-1,0-1,9-1</inkml:trace>
  <inkml:trace contextRef="#ctx0" brushRef="#br0" timeOffset="1">82 97,'0'0,"-2"0,-7 0,-10 0,-7 0,0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6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15,'0'0,"1"-14,137 492,47 121,-182-592,43 100,-38-92,0 0,1-1,0-1,21 24,-26-33,2 0,-1 0,0 0,1-1,0 0,0 0,0 0,0-1,0 0,0 0,1 0,-1-1,1 0,-1 0,1-1,-1 0,10-1,11-1,0-2,47-12,-60 13,105-26,185-72,-272 87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7.2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0 209,'3'-1,"0"1,-1-1,1 0,-1-1,1 1,-1 0,1-1,-1 1,0-1,0 0,0 1,3-4,6-4,14-8,1 2,1 1,0 2,44-16,121-25,-148 42,63-12,-71 16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7.7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60,'0'0,"0"0,10-3,16-13,-18 11,0 0,0 1,0 0,0 0,14-4,-6 5,1 0,-1 1,1 0,-1 1,1 1,0 1,-1 0,1 1,17 5,-27-5,0-1,1 2,-1-1,0 1,0 0,-1 1,1-1,-1 1,0 1,0-1,0 1,0 0,-1 0,0 1,0 0,0 0,-1 0,0 0,0 1,0-1,-1 1,3 9,-2-1,-1 1,0 0,-1 0,-1 23,-6 63,5-93,0-8,0 1,0-1,0 1,0-1,1 1,-1-1,1 1,-1-1,1 1,-1-1,1 0,0 1,0-1,0 0,-1 0,1 1,1-1,-1 0,2 2,29 18,-14-11,9 10,-1 0,48 49,-65-59,0 1,0 0,-1 0,0 1,-1 0,-1 0,0 1,0 0,6 25,-10-34,-2 0,1 1,0-1,-1 0,0 0,0 1,0-1,-1 0,1 0,-1 0,0 1,0-1,-1 0,1 0,-1-1,0 1,0 0,0 0,-5 6,1-4,-1 0,0 0,0 0,0-1,-1 0,1 0,-1-1,-12 5,-59 22,-143 37,172-56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9.6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1383 66,'0'0,"0"0,-3 0,-6 0,-7 3,-6 0,0 1</inkml:trace>
  <inkml:trace contextRef="#ctx0" brushRef="#br0" timeOffset="1">371 1,'0'0,"0"0,-6 0,-6 0,-11 0,-11 0,-11 0,-13 3,-8 3,-3 4,11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20.3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7,20 111,2 27,0 178,-3-23,25-5,-40-275,1 0,1-1,1 1,13 24,-16-37,0 0,0 0,1-1,0 1,0-1,0 0,1-1,0 1,0-1,1 0,-1-1,1 1,0-2,8 4,2-1,0 0,0-2,1 0,-1-2,1 1,23-2,109-7,-134 5,251-35,-73 8,-150 24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20.7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0 347,'2'-1,"-1"-1,1 1,-1 0,1 0,-1 0,1-1,-1 1,0-1,0 1,1-3,3-2,4-4,1 1,0 0,1 1,0 0,19-10,65-28,-87 43,119-49,1 6,212-45,-205 71,-89 17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21.7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2 308,'-1'-3,"1"-1,0 1,0 0,0 0,0 0,0 0,1-4,-1 4,3-17,1 0,1 0,1 1,0 0,1 0,1 0,18-29,4 8,-21 29,0-1,9-16,-19 32,0 0,0 0,0 0,1 1,0-1,0 6,-1 14,-58 267,19-114,36-163,2-5,0 0,1-1,0 1,0 0,1 11,0-18,1 0,-1 0,0 0,1 0,-1 0,1 0,0 0,0 0,0 0,0 0,0 0,0-1,0 1,1 0,-1-1,1 1,-1-1,1 1,-1-1,1 0,0 0,0 0,0 0,0 0,-1 0,1 0,3 0,14 4,-1-1,1-1,0-1,31-1,82-8,-101 5,279-33,167-8,-460 43,-8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22.1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1,'0'0,"0"0,0 13,2 37,2 0,16 81,37 94,-54-216,224 689,-186-582,-34-96,2 4,-1-1,-1 1,-1 0,-1 0,4 46,-11-45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6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968 18,'-675'-13,"433"9,192 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7.4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4628 1,'-19'1,"9"-2,-126 0,-182 4,248 1,0 4,-104 24,94-12,-1-3,-152 11,-333 21,508-39,-74 14,-210 9,81-35,-200 11,56 15,-82 10,-6 14,431-43,-60 7,74-7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7.8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1354 0,'-7'0,"-425"19,-332 69,642-74,93-11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8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922 1,'0'0,"0"0,0 0,-5 0,-7 0,-5 0,1 0</inkml:trace>
  <inkml:trace contextRef="#ctx0" brushRef="#br0" timeOffset="1">7 66,'0'0,"0"0,0 0,0 0,-2 0,-2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8.5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734 0,'-20'0,"-55"4,-1 4,-93 20,-54 8,88-23,100-10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9.2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772 195,'0'0,"-7"0,-206-9,7 1,198 8,-1-1,0 1,0-2,0 1,-8-3,14 3,1 0,-1 0,1 0,0 0,-1 0,1-1,0 1,-1-1,1 1,0-1,0 0,0 0,1 0,-1 0,0 0,1 0,-1 0,1-1,0 1,0-1,-1-2,4 5,-1 0,1 0,0-1,0 1,0-1,-1 1,1-1,0 0,-1 0,2-1,0 1,113-47,-100 42,1 1,0 1,0 0,1 2,19-2,-53 3,0-1,0-1,-19-5,-19-4,-22 1,0 4,-137 4,474 2,-116 3,-117-2,18 0,-33 0,-11 0,-4 0,-113 13,-23 2,-103-9,478-20,-94 1,-33 9,166 15,-211-4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33.1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1340 0,'-2'2,"1"1,0-1,-1 0,1 0,-1 0,0 0,0 0,0 0,0 0,0-1,0 1,0-1,-4 2,-4 4,-48 46,3 3,-49 62,54-59,-640 773,609-730,-151 144,215-232,3-4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33.5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0,'4'1,"0"0,1 0,-1 0,0 0,1 1,-1 0,0 0,4 2,8 4,23 11,-2 1,0 1,53 43,91 92,-82-62,-4 4,-4 3,-4 5,126 204,-188-266,1 2,2-2,42 53,-58-84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34.8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22,'0'0,"0"0,0 0,0 0,10 10,3 7,-2 1,0 0,-1 0,0 1,6 20,-2-5,-10-26,25 56,40 128,-72-214,1 1,1-1,3-30,-1 6,-2 26,2 1,0 0,1 0,1 0,6-19,-7 32,0-1,1 1,-1 0,1 0,1 1,-1-1,1 1,0-1,0 1,1 1,-1-1,1 0,0 1,0 0,1 0,-1 1,1-1,8-2,-2 1,1 2,-1-1,1 2,0 0,0 0,-1 1,1 1,0 0,0 1,0 0,0 1,0 0,23 8,-16-3,-1 0,0 1,-1 1,1 0,-2 2,1 0,-2 1,18 15,-33-25,1 0,0 0,0-1,-1 1,1-1,0 1,1-1,-1 0,0 0,0 0,3 1,-4-2,0 0,1-1,-1 1,0 0,0-1,1 1,-1-1,0 1,0-1,0 0,0 0,0 1,0-1,0 0,0 0,0 0,0 0,0 0,0 0,-1 0,2-3,4-6,0-1,0-1,-1 1,-1-1,0 0,-1 0,0 0,1-14,0 5,-3 19,-1 1,1 0,-1 0,1-1,-1 1,1 0,0 0,-1 0,1 0,0 0,0 0,0 0,0 0,0 0,0 0,0 1,0-1,0 0,1 1,-1-1,0 1,0-1,0 1,1 0,-1-1,0 1,1 0,-1 0,0 0,1 0,-1 0,0 0,0 0,1 0,-1 1,0-1,2 1,7 1,-1 1,1 0,14 7,-20-8,16 7,-1 2,0 0,-1 1,-1 0,0 2,0 0,-2 1,0 0,20 27,-25-29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35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0,'32'39,"7"19,94 148,-124-190,-1-1,0 1,7 20,-14-31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35.8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37.4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0,9 9,6 7,-1 1,-1 0,19 33,26 62,-45-85,3 6,-2 1,-1 1,-2 0,10 52,-19-88,-1 0,0 0,1 0,-1 0,0-1,1 1,-1 0,0-1,0 1,0-1,0 1,0-3,15-30,-2-1,17-66,-3 10,-26 83,1 0,1 0,-1 0,1 1,1-1,7-9,-10 15,0-1,0 1,0 1,0-1,0 0,0 0,1 1,-1-1,1 1,-1 0,1 0,0 0,0 0,-1 0,1 1,0-1,0 1,0-1,-1 1,1 0,0 0,5 1,7 3,1 0,-1 0,-1 2,1 0,-1 0,0 2,0-1,14 12,99 84,-113-90,42 40,-45-43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07.5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1 309,'0'-27,"-1"10,1 1,4-27,-3 38,0-1,0 1,1 0,0 0,0 0,0 0,1 0,0 0,0 1,0-1,0 1,5-4,12-10,2 1,0 0,0 2,46-22,-48 26,-11 7,0 0,0 1,0 0,0 0,0 1,0 1,18-2,70 4,-39 1,76-3,129 3,-202 4,-37-2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07.9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0,'24'0,"409"0,-383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08.3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98,'26'0,"306"-4,0-20,-175 3,272-25,-371 43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09.6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115 404,'-1'-1,"1"-1,0 1,-1-1,1 1,-1 0,1-1,-1 1,0 0,1 0,-1 0,0-1,-1 0,1 1,-33-41,-10-12,40 48,1 0,-1 0,1 0,0 0,0-1,1 1,-2-10,4 15,0-1,0 1,1-1,-1 1,1-1,-1 1,1-1,-1 1,1 0,0-1,0 1,0 0,0 0,0 0,0 0,0 0,0 0,0 0,1 0,1-1,28-18,-20 16,1 0,0 1,0 0,0 1,0 0,22 0,-7 0,303-7,1 28,-51-3,1017-20,-879 0,-380 4,-1289 49,896-16,-54 5,0-25,398-13,-24 0,30-1,19-1,104-18,1791-218,-1684 221,421-16,-617 33,-25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29.2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0,'0'27,"-1"272,3 329,39-145,-2-90,-24 75,-16-209,1-257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30.2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310 0,'-7'14,"-214"389,172-307,41-79,5-10,0 0,-1-1,0 1,-6 8,11-46,8-26,2 1,3 0,1 1,34-76,-42 111,2 1,0 1,0 0,18-25,-24 39,0 1,0-1,0 1,0-1,1 1,-1 0,1 0,0 0,0 1,0-1,0 1,1 0,-1 0,0 1,1-1,-1 1,1 0,0 0,-1 1,1-1,0 1,-1 0,1 0,0 0,6 2,3 2,0 1,-1 0,0 0,0 1,0 1,12 9,69 54,-73-53,266 208,-128-102,-134-106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31.3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0 144,'0'0,"0"0,0 0,20 10,7 16,-1 1,42 58,-43-51,1-2,34 33,-50-56,1 0,0-1,0 0,0-1,1 0,0 0,1-2,0 1,-1-2,22 6,-9-6,-1 0,1-2,0-1,0-1,-1-1,36-6,-24 0,0-1,-1-2,61-27,-31 6,-2-4,-2-2,108-86,-82 46,-59 50,1 2,1 0,46-28,-54 42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32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151 123,'0'26,"-6"102,-38 214,7-94,29-167,3 91,6-152,0-17,0-13,-14-183,2 65,7 46,3 0,5 1,2-1,5 1,3 1,26-86,-34 146,1 0,1 0,1 0,1 1,14-20,-23 37,0 1,0-1,0 1,0 0,0 0,1-1,-1 1,0 0,1 0,-1 0,1 0,-1 1,1-1,-1 0,1 1,0-1,-1 1,1-1,0 1,-1 0,1-1,0 1,-1 0,1 0,0 1,0-1,-1 0,1 0,0 1,-1-1,1 1,0 0,-1-1,1 1,-1 0,1 0,-1 0,1 0,-1 0,2 2,7 5,-1 1,0 0,-1 1,11 14,-15-18,163 251,-69-98,-1-17,66 106,-160-243,2 3,-1 0,1 0,-1 1,0 0,3 13,-7-20,1 1,-1-1,0 0,0 0,0 0,0 0,0 1,0-1,-1 0,1 0,-1 0,1 0,-1 0,0 0,0 0,0 0,0 0,0 0,0 0,-1-1,1 1,-1 0,1-1,-1 1,1-1,-1 0,0 1,0-1,-3 1,-12 8,-2-2,1 0,-1-1,-27 5,-81 13,94-20,-322 28,218-24,94-6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35.7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0 178,'26'16,"-1"1,-1 1,0 1,-2 1,23 26,-20-22,187 220,-15-17,-158-189,66 50,-85-130,-10 4,-3 1,0-1,0-39,-1 17,28-566,-34 610,0 16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50.1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1,'0'0,"0"0,0 0,0 0,0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51.5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0,'0'0,"3"0,4 0,3 0,0 0,-2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11.4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19.7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513 1,'0'0,"0"0,-13 20,-7 3,0 1,2 0,0 2,-24 46,-43 121,58-129,-113 315,103-273,31-87,-24 59,26-69,-1 1,0-1,-1-1,0 1,-12 13,5-10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0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1,'7'12,"-5"-8,347 611,-191-302,-148-291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2.0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140 1,'0'2,"-1"0,0 1,0-1,1 0,-2 0,1 0,0 0,0-1,-1 1,1 0,0 0,-4 2,-4 7,-6 11,1 2,0 0,2 0,1 1,2 1,-10 36,13-39,1 1,2-1,0 1,1 0,2 0,0 0,6 36,-5-56,-1-1,1 1,0 0,0-1,1 1,-1-1,1 1,0-1,-1 0,4 4,-5-7,1 1,-1-1,1 1,-1-1,1 1,-1-1,1 0,0 1,-1-1,1 0,0 0,-1 1,1-1,0 0,-1 0,1 0,0 0,-1 0,1 0,0 0,1 0,-1 0,1-1,-1 0,1 1,-1-1,1 0,-1 0,1 0,-1 0,0 0,0 0,0 0,1 0,0-2,7-10,0 1,-1-2,-1 1,0-1,0 0,-1 0,6-26,-6 16,-1-1,-1 0,1-50,-5 67,0 5,0 1,0-1,0 0,0 1,-1-1,1 0,-2-3,5 11,0 0,0 0,0 0,1 0,5 6,9 11,35 62,-4 3,62 152,-100-211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3.3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1,'2'1,"0"1,0 0,0-1,-1 1,1 0,-1 0,1 0,1 4,-1-3,46 70,-4 3,-2 1,46 123,-83-188,-3-7,1 0,-1 0,-1 0,1 0,-1 0,1 0,-1 1,-1-1,1 8,-4-38,2-16,-1-4,7-54,-4 86,1 0,1 1,0-1,0 0,1 1,1 0,0 0,12-20,-15 29,0 0,1 0,-1 0,0 0,1 0,0 1,-1 0,1-1,0 1,0 0,0 0,1 1,-1-1,0 0,1 1,-1 0,1 0,-1 0,1 0,-1 1,1 0,0-1,5 2,-2 0,0 0,0 0,0 1,-1 0,1 1,0 0,-1 0,0 0,0 1,0-1,8 8,3 3,27 32,-16-17,-28-28,1 0,0-1,-1 1,1 0,0 0,0-1,0 1,0-1,0 1,0-1,-1 1,1-1,0 0,0 1,0-1,1 0,-1 0,0 0,0 0,0 0,0 0,0 0,0 0,0 0,0 0,0 0,0-1,0 1,0 0,0-1,0 1,0-1,0 1,-1-1,1 0,0 1,0-1,0 0,-1 1,1-1,0 0,0-1,4-5,0 0,-1 0,0-1,5-10,-5 10,64-149,-67 155,-1 1,0-1,1 1,0 0,-1-1,1 1,0-1,0 1,-1 0,1 0,0-1,0 1,1 0,-1 0,0 0,0 0,0 0,1 0,-1 1,0-1,1 0,-1 1,1-1,-1 1,2-1,1 1,0 0,-1 1,1 0,-1-1,1 1,-1 1,1-1,-1 0,6 4,38 18,-2 2,0 1,71 58,-98-68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25.1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1 113,'0'0,"0"0,9 10,18 18,-1 1,-2 1,-1 1,-2 2,18 34,-29-46,0 0,-2 0,0 1,-2 0,0 0,-1 1,-2 0,0-1,-1 42,-2-63,0-1,0 1,0-1,0 1,0-1,1 1,-1-1,0 1,-1-1,1 1,0-1,0 1,0-1,0 1,0-1,0 1,-1-1,1 1,0-1,0 0,-1 1,1-1,0 1,-1-1,1 0,0 1,-1-1,0 1,-7-12,-6-24,12 26,1-1,0 0,0 0,1 1,1-1,-1 0,1 0,1 0,0 1,1-1,-1 1,2 0,-1 0,1 0,10-16,6-6,2 2,48-52,-39 46,-27 30,39-43,-2-2,36-58,-68 94,-14 24,-12 20,10-11,0-1,1 1,0 1,2-1,1 1,0-1,1 1,1 0,1 0,1 0,1 0,4 23,-4-33,1 1,0 0,0-1,1 1,1-1,-1 0,2-1,-1 1,1-1,1 0,0 0,0-1,1 0,-1 0,2-1,-1 0,1 0,0-1,1-1,-1 1,1-1,0-1,15 5,-5-4,0 0,29 1,-10-3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1.1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97,'0'0,"0"0,0 0,0 0,0 0,0 0,23-9,0-1,0 2,1 0,0 2,27-4,101-7,-146 17,569-16,-313 15,1573-10,-1530 10,-738 32,274-15,-1134 127,728-76,508-60,12-1,-1-2,-88-2,130-3,6 0,7 1,-2-1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3.1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3 583,'-1'-37,"0"19,1 0,3-25,-3 41,1 0,0-1,0 1,0 0,0 0,1 0,-1 1,0-1,1 0,0 0,-1 1,1-1,0 1,0-1,3-1,36-20,-35 20,34-15,0 2,63-17,93-11,347-34,6 33,-358 31,1285-132,-1437 140,-19 2,0 1,0 1,0 1,33 2,-61 0,0 0,1 0,-1 0,0 1,1 0,-8 3,-16 4,-393 71,-6-29,122-16,-94 18,-533 55,460-100,571-8,108-13,-128 6,1123-124,-1032 110,23-2,605-87,-757 102,-25 5,0 0,0 1,1 0,-1 1,18 1,-47-1,0 1,1 0,-17 3,-6 1,-806 78,512-45,-519 79,7 31,811-140,15-3,-1-1,1 0,-1-2,-23 0,83-8,-6-1,703-94,10 35,-224 22,-482 41,494-40,-534 46,-6 3,-6 5,1-4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5.7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1 911,'0'-25,"0"-15,2 0,2 1,1-1,2 1,2 0,2 1,1 0,2 0,1 2,2 0,2 0,1 2,2 0,1 2,35-39,-34 46,1 1,2 1,0 1,1 1,1 2,0 1,2 1,0 2,36-13,-37 18,0 1,0 2,1 0,0 3,-1 0,2 2,-1 1,0 2,0 1,42 8,-54-6,0 0,0 2,-1 0,0 1,0 1,-1 1,0 0,0 1,-1 1,-1 1,0 0,0 1,-1 0,-1 1,22 29,-12-11,-1 1,-2 1,-1 1,-2 0,-1 1,-2 1,-2 0,-1 1,-2 1,-2-1,-1 1,1 43,-7-24,-12 111,7-138,-1-1,-1 1,-1-2,-2 1,-18 36,19-49,1-1,-2-1,0 0,-1 0,-1-1,0 0,-1-1,0 0,-1-1,-1-1,1 0,-2-1,0-1,0 0,0-1,-1-1,0-1,-1 0,1-1,-27 4,20-6,0-1,1-1,-1-1,0-2,0 0,1-1,-40-11,30 4,0-2,1-1,1-2,-49-30,26 8,-79-69,-36-51,136 124,-57-53,61 58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12.4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94,'0'0,"3"0,6 0,10 0,15-3,16-4,13-3,10-2,10-3,12-1,-3-1,-17 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15.0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296 179,'2'0,"0"0,-1 0,1 0,0 0,-1 0,1 0,0 0,0-1,-1 1,1-1,0 1,-1-1,1 0,-1 0,3-1,2-1,21-8,99-37,-112 44,1 0,0 1,0 1,0 0,1 1,28 2,-142 0,34 0,-392-1,460 0,-1-1,0 0,1 0,-1-1,0 1,0-1,5-2,4-3,33-15,-15 7,1 1,39-13,-68 27,-5 2,2-2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6.5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0,'0'0,"0"0,2 0,10 0,10 0,13 0,6 0,-4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5.3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490 51,'0'0,"0"0,-3-3,-6-3,-8-4,-5 0,-6 2,-2 2,-8 2,-8 1,-7 3,-6-1,-6 2,0-1,10 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5.6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896 50,'0'0,"-5"0,-13-2,-17-5,-20 0,-15-2,-11 0,-4 3,-3 1,2 2,0 2,2 0,4 2,10-1,17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8.8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428 0,'0'0,"0"0,0 0,-5 0,-8 3,-12 1,-13-1,-16 3,-16-1,-9 3,0-1,14-2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19.2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598 14,'0'0,"-6"0,-12 0,-15 0,-12-2,-12-2,-10 1,-8 1,-1 0,-5 3,4 2,14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29.3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484 2723,'0'-30,"2"-561,-4-631,-4 1065,-6 1,-46-213,47 317,1 13,-6-66,16 105,0 0,0 0,0 0,0 0,0-1,-1 1,1 0,0 0,0 0,0 0,0 0,-1 0,1 0,0-1,0 1,0 0,-1 0,1 0,0 0,0 0,0 0,-1 0,1 0,0 0,0 0,0 0,-1 0,1 0,0 0,0 0,0 1,-1-1,1 0,0 0,0 0,0 0,0 0,-1 0,1 0,0 1,0-1,0 0,0 0,-1 0,1 0,0 0,0 1,0-1,0 0,0 0,-19 17,-19 23,1 7,2 2,-46 84,-39 117,114-237,5-9,-1 0,1 0,-1 1,0-1,-1-1,1 1,-1 0,1-1,-7 7,12-28,4 1,1 0,0 1,2 0,0 0,0 1,1 1,1 0,1 0,0 1,0 1,1 0,1 1,0 0,1 2,-1-1,2 2,32-12,-39 17,0 0,1 1,-1 0,1 1,0 0,-1 1,1 0,0 1,17 3,-13-1,1 1,-1 1,-1 1,1 0,25 15,-7 2,-1 0,0 3,-2 0,31 36,-20-18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31.1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408 311,'0'0,"0"0,-7 11,-57 74,3 3,4 2,-48 106,80-148,2 0,2 2,-21 77,40-111,4-13,9-25,10-41,23-131,-31 127,21-115,-9 44,42-136,-67 272,5-13,0 0,1 0,1 0,8-14,-14 26,1 0,0 1,0-1,0 0,1 1,-1-1,1 1,-1-1,1 1,0 0,-1 0,1 1,0-1,0 0,1 1,-1 0,0 0,0 0,1 0,-1 0,0 1,1-1,-1 1,1 0,3 1,3 0,0 2,0-1,0 2,0-1,-1 1,1 1,-1 0,14 9,66 56,-81-63,406 397,-375-365,-32-32,214 238,-219-243,3 4,-1-1,0 1,0 0,0 0,-1 0,4 10,-6-14,-1-1,0 1,0 0,1-1,-1 1,0 0,0 0,-1-1,1 1,0 0,0 0,-1-1,1 1,-1 0,0-1,1 1,-1-1,0 1,0-1,0 1,0-1,0 0,0 1,-1-1,1 0,0 0,-1 0,1 0,-1 0,1 0,-3 1,-23 12,0-1,0-1,-36 10,-95 20,113-31,-93 23,-1-6,-235 17,330-44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32.1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1 214,'0'0,"0"0,4 0,72-5,0-2,76-19,-63 11,822-124,-713 118,-188 22,-13 1,-23 6,-745 146,739-148,-208 29,171-27,-104-4,160-5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38.5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11,11 133,-2-59,31 570,-4-48,29-5,-40-459,61 199,-85-339,4 12,-1 1,0-1,-1 0,2 31,-48-70,-9-8,0 3,-59-24,95 49,-1-1,17 3,9 1,281-32,-223 22,-31 6,-1-2,45-14,-65 15,0 0,-1-1,0 0,0-1,0 0,-1-2,18-15,-8 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40.3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 65,'0'-64,"10"81,9 30,-3 1,-1 0,13 83,-20-91,40 230,13 283,-40 278,-22-794,1-23,0-11,0-4,-19-3,-24-9,1-3,0-2,1-1,-56-36,107 59,0-1,1 0,-1 0,1-1,0 0,13 0,85 5,-49-5,1-2,0-3,0-3,61-14,-91 13,0-2,0-1,-1-1,0-2,-2 0,1-2,-2-2,0 0,36-31,30-32,-71 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41.0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1 186,'0'0,"0"0,0 0,0 0,0 0,2 0,5-2,8-5,19-6,22-6,23-3,21-2,12-1,3 1,-3 3,-17 4,-23 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41.3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1 184,'16'0,"9"-4,-1-1,1-2,-1 0,34-15,4-1,-8 4,0 2,1 3,1 2,66-5,248-11,-273 20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41.7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0,'2'1,"1"-1,-1 1,1-1,-1 0,1 0,0 0,-1 0,5-1,4 0,513 1,-499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35.07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18 321,'0'0,"0"0,0 0,0 0,0 0,0 0,0 0,-1-23,-7 3,7 18,0 1,0-1,0 0,0 0,0 0,1 0,-1 0,1 0,-1 0,1-1,0-3,4 0,1 0,-1 0,2 0,-1 1,1 0,8-6,-8 6,13-12,0 2,1 0,1 2,43-22,-58 34,0-1,1 1,-1 0,1 0,-1 1,1 0,0 0,-1 0,1 1,-1 0,1 1,-1-1,0 1,0 0,1 1,-1-1,6 5,8 4,0 1,0 2,25 21,-57-38,-11-10,19 46,5-28,0 0,1 0,0 0,0 0,0 0,1-1,-1 1,1-1,0 1,0-1,1 0,-1 0,1 0,0-1,0 1,0-1,1 0,-1 0,1-1,5 3,-7-3,0 0,0-1,0 0,0 1,1-1,-1-1,0 1,1 0,-1-1,1 1,-1-1,0 0,1 0,-1-1,1 1,-1-1,0 1,1-1,-1 0,0-1,1 1,-1 0,0-1,0 0,0 1,-1-1,1 0,0-1,-1 1,1 0,2-5,-3 4,0-1,-1 1,1-1,-1 0,0 1,0-1,0 0,-1 0,1 0,-1 0,0 0,0 1,0-1,-1 0,1 0,-2-4,1 5,1 0,-1 1,0-1,1 0,-1 1,-1-1,1 1,0-1,0 1,-1 0,0 0,1-1,-1 1,0 0,0 1,0-1,0 0,0 0,-1 1,1-1,0 1,-1 0,-3-2,5 3,1 0,-1 1,1-1,0 0,-1 0,1 0,-1 0,1 1,0-1,-1 0,1 0,0 1,-1-1,1 0,0 0,-1 1,1-1,0 1,0-1,-1 0,1 1,0-1,0 0,0 1,-1-1,1 1,0-1,0 1,0-1,0 0,0 1,0-1,0 1,0-1,0 1,0-1,0 1,1 2,0-15,-1 11,0 1,0-1,0 1,0-1,0 1,0 0,0-1,0 1,0-1,0 1,0-1,0 1,-1-1,1 1,0 0,0-1,-1 1,1 0,0-1,0 1,-1 0,1-1,0 1,-1 0,1-1,0 1,-1 0,1 0,-1-1,1 1,0 0,-1 0,1 0,-1 0,-19 4,-19 18,38-22,-15 10,-22 15,35-23,1-1,0 1,0 0,0 0,0 0,0 0,0 1,1-1,-1 0,1 1,-1-1,0 4,5-6,-1 1,1 0,0-1,-1 0,1 1,0-1,-1 0,1-1,0 1,3-1,-5 1,0-1,1 0,-1 1,0-1,1 0,-1 0,0 0,0 0,0 0,0 0,0 0,0 0,0 0,0 0,0 0,0-1,-1 1,1 0,-1-1,1 1,-1 0,1-1,-1 1,0-1,1 1,-1-1,0 1,0-1,0 1,0-1,0 1,-1-1,1 1,-1-3,0-2,-1 1,1-1,-1 1,0 0,0 0,0-1,-7-8,8 12,-1-1,0 1,0 0,1 0,-1 0,0 0,-1 0,1 0,0 1,0-1,-1 1,1 0,-1-1,1 1,-1 0,0 1,1-1,-1 0,0 1,0-1,1 1,-1 0,0 0,0 0,0 0,1 1,-1-1,0 1,0-1,1 1,-1 0,1 0,-1 0,1 1,-1-1,1 1,0-1,-1 1,-2 2,1 0,-1 1,0-1,1 1,0 0,0 0,1 0,-1 1,1-1,0 1,1 0,-1 0,1 0,0 0,1 0,-1 1,0 9,3-9,-1-1,1 1,0-1,1 0,0 1,0-1,0 0,0 0,1 0,0 0,1-1,-1 1,6 6,-7-10,0 1,0-1,0 0,0 0,0 0,0 0,0-1,1 1,-1-1,1 1,-1-1,1 0,0 0,-1 0,1 0,0 0,0 0,0-1,-1 0,1 1,0-1,0 0,0-1,0 1,0 0,0-1,-1 1,1-1,0 0,0 0,-1 0,4-2,-3 1,0-1,-1 1,1-1,0 0,-1 0,1 0,-1 0,0 0,0-1,0 1,0 0,-1-1,1 0,-1 1,0-1,0 0,-1 0,1 1,-1-1,0 0,0-7,0 5,0-1,0 0,-1 0,0 1,-1-1,1 1,-1-1,-1 1,1-1,-1 1,-6-10,5 12,1 0,-1 0,-1 0,1 1,0 0,-1-1,0 2,0-1,0 0,0 1,0 0,0 0,0 1,-1-1,1 1,-1 0,1 1,-1-1,1 1,-1 0,1 1,-1-1,1 1,-6 2,6-3,1 1,-1 1,1-1,0 1,0-1,0 1,0 1,0-1,0 0,0 1,1 0,-1 0,1 0,0 0,0 0,0 1,0-1,1 1,-1 0,1 0,0 0,0 0,0 0,1 1,0-1,0 0,0 1,0-1,0 9,1-9,0 0,1 1,0-1,-1 0,2 0,-1 0,0 0,1 0,0 0,0 0,0 0,0-1,0 1,1-1,0 0,0 1,0-1,0-1,0 1,0 0,1-1,5 4,-5-4,0 0,1 0,-1 0,1 0,0-1,-1 1,1-1,0-1,0 1,0-1,0 1,-1-1,1-1,0 1,0-1,0 0,0 0,-1 0,7-3,-8 3,-1 0,0-1,1 1,-1 0,0-1,0 0,0 1,0-1,0 0,-1 0,1 0,-1 0,1-1,-1 1,0 0,1 0,-1-1,0 1,-1-1,1 1,0-1,-1 1,1-1,-1 0,0 1,0-1,0 1,-1-6,0 3,0 1,0-1,0 0,-1 0,0 1,1-1,-2 1,1-1,-1 1,1 0,-1 0,0 0,-1 0,-4-4,-1 0,-1 1,0 1,0-1,0 2,-1-1,0 1,0 1,-22-6,27 9,1-1,-1 2,1-1,-1 0,1 1,-1 0,1 1,-1-1,1 1,-1 0,1 0,-1 1,1 0,0-1,0 2,0-1,0 1,0 0,0 0,1 0,-5 5,7-7,1 0,0 0,0 1,0-1,0 0,0 1,0-1,0 1,0-1,0 1,1-1,-1 1,1 0,-1-1,1 1,0 0,0 0,-1-1,1 1,0 0,1-1,-1 3,1-1,0 0,0 0,0-1,0 1,1-1,-1 1,1-1,0 1,0-1,-1 0,2 0,2 3,-1-2,0 1,0-1,1 0,-1 0,1 0,0-1,0 0,0 0,0 0,0-1,0 1,1-1,-1 0,7 0,-7-2,1 0,-1 0,1 0,-1-1,0 0,0 0,1 0,-1-1,-1 0,1 0,0 0,-1 0,1-1,-1 0,0 1,-1-2,7-7,-8 9,0 0,0 1,-1-2,1 1,-1 0,0 0,0 0,0 0,0-1,0 1,-1-1,0 1,0 0,0-1,0 1,0-1,0 1,-1 0,0-1,0 1,0 0,0 0,0-1,0 1,-1 0,0 0,0 1,1-1,-2 0,-2-3,1 2,-1 0,1 0,-1 1,0-1,-1 1,1 0,0 1,-1-1,1 1,-1 0,0 1,0-1,0 1,0 0,0 1,0-1,0 1,0 0,0 1,0 0,0 0,0 0,0 0,1 1,-1 0,0 0,1 1,-1-1,1 1,0 0,0 1,0-1,0 1,1 0,0 0,-1 1,1-1,1 1,-4 5,5-8,1 0,0 0,0 0,0 0,1 0,-1 0,0 0,1 0,-1 0,1 0,0 0,0 0,-1 0,2 1,-1-1,0 0,0 0,1 0,-1 0,1 0,-1 0,1 0,0 0,0 0,0 0,0 0,0 0,0-1,1 1,-1 0,0-1,1 1,0-1,-1 1,1-1,0 0,0 0,-1 0,1 0,3 1,1 1,0-1,0 0,0-1,0 1,0-1,1 0,-1 0,0-1,1 0,-1 0,0-1,11-2,-13 2,-1 0,1 0,-1-1,0 0,0 0,0 0,0 0,0 0,0 0,-1-1,1 0,-1 1,1-1,-1 0,0 0,0 0,0 0,-1-1,1 1,1-5,-2 4,0 0,0 0,0 0,0 0,-1 0,1 0,-1 0,0 0,0 0,-1 0,1 0,-1 0,0 0,0 0,0 0,-1 0,1 0,-4-4,5 7,-1 1,1-1,-1 0,0 1,1-1,-1 1,0-1,1 1,-1-1,0 1,0-1,0 1,1 0,-1-1,0 1,0 0,0 0,0 0,0-1,0 1,1 0,-1 0,0 0,0 1,0-1,0 0,0 0,0 0,1 1,-1-1,0 0,0 1,0-1,1 1,-1-1,-1 1,1 0,0 0,-1 0,1 0,-1 0,1 0,0 0,0 1,0-1,0 0,0 1,0-1,0 0,0 1,0-1,1 1,-1 0,1-1,-1 1,0 2,2-1,-1 1,1-1,0 1,0-1,0 1,0-1,1 0,-1 1,1-1,0 0,0 0,0 0,0 0,1 0,-1-1,1 1,0-1,-1 0,1 1,0-1,5 2,3 2,0 0,0 0,1-1,23 6,-24-8,1 0,0-1,1 0,22 0,-32-2,0 0,0 0,0-1,0 1,0-1,0 1,0-1,0 0,0 0,0-1,-1 1,1 0,0-1,-1 0,0 1,1-1,-1 0,0 0,0 0,0-1,0 1,0 0,0-1,-1 1,3-5,-2 2,-1 0,1 0,-1 0,1 0,-2 0,1 0,0 0,-1 0,0-1,0 1,-1 0,1 0,-1 0,0 0,-1 0,1 0,-1 0,0 0,0 1,0-1,-1 1,0-1,0 1,0 0,-6-6,4 4,-1 1,-1 0,1 0,0 1,-1 0,0 0,0 1,-1-1,1 1,-1 1,1 0,-1 0,0 0,0 1,1 0,-10 0,3 2,0 0,0 0,1 1,-1 1,-25 9,32-10,0 1,0 0,1 0,-1 1,1 0,0 0,0 0,0 1,0 0,1 0,0 0,-7 11,10-14,1 0,0 0,0 0,0 0,0 0,0 0,0 1,1-1,-1 0,1 0,-1 1,1-1,0 0,0 1,0-1,0 0,1 1,-1-1,1 0,-1 1,1-1,1 3,-1-3,1 1,0 0,0-1,0 1,0-1,0 1,1-1,-1 0,1 0,-1 0,1 0,0-1,0 1,4 1,-4-1,1-1,-1 0,0 1,1-2,-1 1,0 0,1-1,-1 1,1-1,-1 0,1 0,-1 0,1-1,-1 1,1-1,-1 0,1 0,-1 0,0 0,0-1,0 1,0-1,0 0,0 0,0 0,0 0,0 0,-1-1,0 1,5-6,-6 5,1-1,-1 0,1 1,-1-1,0 0,-1 0,1 0,-1 1,0-1,1 0,-2 0,1 0,0 0,-1 0,0 0,0 1,0-1,0 0,-3-6,3 8,0 1,0-1,0 0,0 1,-1-1,1 1,0-1,-1 1,1 0,-1-1,1 1,-1 0,1 0,-1 0,0 0,0 0,1 1,-1-1,0 0,0 1,0 0,0-1,0 1,0 0,0 0,0 0,0 0,0 0,0 0,1 1,-1-1,0 1,0-1,0 1,0 0,1 0,-1 0,0 0,0 0,-1 1,-1 1,0 0,0 0,1 0,-1 0,1 0,0 1,0 0,0-1,0 1,1 0,0 1,-1-1,1 0,1 1,-1-1,1 1,-2 8,1 4,1-1,0 1,3 28,-1-35,-1-2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3.52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68,'0'0,"0"0,0 0,3 0,3 0,9-3,19-1,22-2,18-3,13 0,11-1,8-2,5 4,-6 4,-20 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2.78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13,'3'1,"-1"0,1-1,0 1,-1-1,1 0,0 0,0 0,5-2,4 1,149 2,551-12,-651 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3.15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0,'0'0,"0"0,3 0,6 0,5 0,-1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3.84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0,'0'0,"3"0,3 0,9 0,16 0,8 0,-3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4.20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73,'0'0,"0"0,3 0,3 0,10 0,15 0,24-2,31-4,22-4,14-3,9 2,6-2,-8 3,-28 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4.53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44,'10'2,"0"-1,0-1,1 1,16-3,3 0,785-30,-720 25,-16 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4.88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9,'6'-1,"0"1,0-1,1 1,12 1,3 0,126 0,346-7,-432 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5.27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1 229,'0'0,"2"0,5 0,5 0,7 0,8 0,5 0,5 0,5 0,3 0,2 0,2 0,0 0,1 0,-1-2,-6-2,-9 1</inkml:trace>
  <inkml:trace contextRef="#ctx0" brushRef="#br0" timeOffset="1">1816 38,'8'1,"0"0,0 0,0-1,0 0,9-2,12 1,158 1,220-1,-109-27,-238 19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5.59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0 192,'14'3,"26"3,0-1,0-2,53-3,-37 0,261-9,-27 0,-99 4,-140 2</inkml:trace>
  <inkml:trace contextRef="#ctx0" brushRef="#br0" timeOffset="1">2492 1,'0'0,"3"0,5 2,14 4,16 4,18 3,18 1,17 2,0-2,-15-3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6.91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35,'11'1,"0"0,0 1,19 5,11 1,83 7,0-7,181-9,250-48,-526 45,182-12,-1 10,245 23,29 16,-361-24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6.22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4,'0'0,"2"0,5 0,8 0,16 0,18 0,29-3,29 2,9 1,-15 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1:26.56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0,'0'0,"6"0,12 0,20 0,29 0,31 0,31 0,22 3,19 0,-3 0,-30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39.83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336 276,'0'-5,"0"0,0 1,-1-1,0 1,0-1,0 0,0 1,0 0,-1-1,0 1,0 0,0 0,-1 0,1 0,-1 0,0 1,0-1,0 1,-1 0,1 0,-6-4,-9 1,18 6,-1-1,1 1,-1 0,0 0,0 0,1 0,-1 0,0-1,1 1,-1 0,0 1,1-1,-1 0,0 0,0 0,1 0,-1 0,0 1,1-1,-1 0,1 1,-1-1,0 1,2-6,0 1,-1-1,1 0,-1 0,0 0,0 1,-1-9,0-4,1-99,-1 120,0-1,0 0,0 0,-1 0,1 1,-1-1,1 0,-1-1,0 1,-4 4,-11 19,14-17,0 0,1-1,0 1,0 1,1-1,0 0,1 0,0 0,1 10,-1-83,1 28,-8 71,-1-3,8-25,-1-1,1 1,0-1,0 1,1 0,0-1,0 1,3 8,-3-13,0 0,0 0,0 0,0 0,1-1,-1 1,1 0,-1 0,1-1,-1 1,1-1,0 0,0 1,-1-1,1 0,0 0,0 0,0 0,1-1,-1 1,0 0,0-1,0 0,0 1,1-1,-1 0,0 0,4-1,-4 1,0 0,1 0,-1-1,0 1,1-1,-1 0,0 0,0 0,0 0,0 0,0 0,0 0,0-1,0 1,-1-1,1 1,0-1,-1 0,1 1,-1-1,0 0,1 0,-1 0,0 0,0 0,-1-1,1 1,0 0,-1 0,1-1,-1-2,2-7,-1 0,0 0,-1 0,-3-21,3 29,-1 0,0 0,1 0,-2-1,1 2,0-1,-1 0,0 0,0 0,0 1,-4-6,5 9,1-1,-1 0,0 0,0 0,0 0,0 1,-1-1,1 0,0 1,0-1,0 1,0 0,-1-1,1 1,0 0,0 0,-1-1,1 1,0 0,-1 0,1 1,0-1,0 0,-1 0,1 0,0 1,0-1,0 1,-1-1,1 1,0 0,0-1,0 1,0 0,0 0,0-1,0 1,0 0,0 1,-3 2,1 0,0 0,0 0,1 0,-1 1,1-1,0 1,0-1,1 1,-1 0,1 0,0 0,0 0,1-1,-1 1,1 0,0 0,1 5,0-4,-1 0,1 0,0 0,0 0,1-1,-1 1,2 0,-1-1,0 1,1-1,0 0,0 0,1 0,7 8,-10-12,0 1,0-1,0 0,0 0,1 0,-1-1,0 1,0 0,1 0,-1-1,0 1,1-1,-1 1,1-1,-1 1,1-1,-1 0,1 0,-1 0,1 0,-1 0,1 0,-1 0,1 0,-1-1,1 1,-1-1,1 1,-1-1,0 1,1-1,-1 0,0 1,0-1,1 0,-1 0,1-1,1-1,-1 0,0-1,0 1,0 0,0-1,0 1,-1-1,1 1,-1-1,0 0,0 1,-1-1,1-5,0 4,-1 0,0 0,0 0,0 0,-1 0,0 0,0 0,0 0,-1 1,1-1,-4-6,3 9,1-1,-1 1,1 0,-1 0,0 0,0 1,0-1,0 0,-1 1,1-1,0 1,-1 0,1 0,-1 0,1 0,-1 0,1 0,-1 1,0-1,1 1,-1 0,-4 0,-1 0,-1 1,1 1,0 0,0 0,0 0,1 1,-1 0,0 0,1 1,0 0,0 1,0-1,1 1,-1 0,1 1,0 0,1 0,-1 0,1 1,1-1,-1 1,1 0,0 1,1-1,-5 12,8-17,-1-1,0 1,1 0,0 0,-1-1,1 1,0 0,0 0,0 0,0 0,0-1,0 1,1 0,-1 0,0 0,1-1,0 1,-1 0,1-1,0 1,0 0,0-1,0 1,0-1,0 1,0-1,1 0,-1 0,0 1,1-1,-1 0,1 0,0 0,-1 0,4 1,-2-1,1 0,-1-1,1 1,-1-1,1 1,-1-1,1 0,-1 0,1-1,-1 1,0-1,1 0,-1 1,1-2,-1 1,0 0,0-1,5-2,-3 0,0 0,-1 0,1 0,-1 0,0-1,0 0,0 1,-1-2,0 1,0 0,0-1,-1 1,0-1,0 0,0 0,0 0,-1 0,0 0,-1 0,1 0,-2-12,1 14,0-1,-1 1,0 0,0 0,0 0,0 0,-1 0,1 0,-1 0,0 0,-1 0,1 1,0-1,-1 1,0 0,0-1,0 1,0 1,-1-1,1 0,-1 1,1 0,-1 0,0 0,0 0,0 0,0 1,0 0,0 0,0 0,-8-1,5 2,-1 0,1 0,-1 1,1 0,0 0,-1 0,1 1,0 0,-7 4,9-5,1 1,-1 1,1-1,0 1,0-1,0 1,0 1,0-1,1 0,-1 1,1 0,0-1,0 1,-4 7,7-9,-1 1,0-1,0 0,1 0,-1 1,1-1,0 0,0 1,-1-1,2 0,-1 1,0-1,0 0,1 0,-1 1,1-1,0 0,0 0,-1 1,2-1,-1 0,0 0,0 0,1-1,-1 1,1 0,-1 0,1-1,0 1,-1-1,5 3,-1 0,1 0,0-1,0 0,0 0,1 0,-1-1,1 0,0 0,10 1,-7-2,1-1,-1-1,0 0,1 0,-1 0,0-2,0 1,0-1,0-1,11-5,-16 7,-1-1,0 1,0-1,0 0,-1 0,1 0,-1 0,0-1,0 1,0-1,3-4,-5 5,1 1,-1-1,0 0,0-1,0 1,-1 0,1 0,-1 0,1 0,-1-1,0 1,0 0,-1 0,1 0,0-1,-1 1,-2-5,2 4,0 1,-1-1,0 1,0-1,0 1,0 0,0 0,-1 0,-4-4,6 5,-1 1,1-1,-1 1,0 0,1 0,-1 0,0 0,0 0,0 1,1-1,-1 0,0 1,0-1,0 1,0 0,0 0,0 0,0 0,0 0,-3 0,5 1,0-1,0 0,0 0,0 0,0 0,0 0,0 0,0 0,0 0,0 0,0 0,0 0,0 0,0 0,0 0,0 0,0 0,0 0,0 1,0-1,0 0,0 0,0 0,0 0,0 0,0 0,0 0,0 0,0 0,0 0,0 0,0 0,0 0,0 1,0-1,0 0,0 0,0 0,0 0,0 0,0 0,0 0,0 0,0 0,0 0,0 0,0 0,0 0,0 0,0 0,-1 0,1 0,0 0,0 0,0 0,0 0,0 0,0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1.26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3379,'0'0,"0"0,0 0,0 0,0 0,3-7,61-119,115-170,110-98,93-44,33 27,500-381,-672 610,525-295,-623 403,158-89,-275 144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1.91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167 0,'-11'26,"-85"199,82-185,1 1,2 0,-9 74,19-107,0 1,1-1,0 0,1 0,0 1,3 12,-3-17,0 0,1 0,-1-1,1 1,0 0,1-1,-1 1,0-1,1 0,0 0,0 0,0 0,0 0,7 4,0-1,0-1,0 0,1 0,0-1,0 0,0-1,16 2,83 5,-89-9,441-10,-221-2,-174 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3.21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0 591,'3'-14,"5"-6,0 0,2 0,0 0,1 1,1 1,0 0,20-21,-27 33,1 0,0 0,0 1,1 0,-1 0,1 0,0 1,1 0,-1 0,1 1,-1 0,1 0,0 1,0 0,0 0,1 1,-1 0,0 1,0-1,1 2,-1-1,12 3,-13-1,0 0,0 0,-1 1,1 0,-1 0,1 0,-1 1,0 0,0 0,-1 1,1 0,-1 0,0 0,5 7,-4-4,0 2,0-1,-1 0,-1 1,1 0,-2 0,1 1,-1-1,1 12,-2-9,0 0,-1 0,-1 0,0 1,-1-1,0 0,-5 17,4-21,0-1,-1 1,-1 0,1-1,-1 1,-1-1,1 0,-1-1,-1 1,-8 9,12-15,0 0,0 0,0 0,0 0,0-1,-1 1,1 0,-1-1,1 0,-1 0,-3 2,5-3,0 0,-1 0,1 0,0-1,0 1,0 0,0-1,0 1,0 0,0-1,0 1,0-1,0 1,1-1,-1 0,0 1,0-1,0 0,1 0,-1 1,0-1,1 0,-1 0,1 0,-1 0,1 0,-1 0,1 0,0 0,-1 0,1 0,0-2,-3-8,0 0,1-1,0 0,1 1,1-1,0 0,0 0,1 1,4-22,3-1,1 0,15-33,44-75,-50 110,-2 0,-1 0,-1-2,14-54,-27 85,-1-1,1 1,-1 0,1-1,-1 1,0-1,-1 1,1-1,-1 1,1-1,-1 1,0 0,0-1,0 1,-1 0,1 0,-1 0,0 0,0 0,-2-3,1 4,0-1,0 1,0 0,0-1,0 1,-1 1,1-1,0 0,-1 1,0 0,1 0,-1 0,0 0,1 0,-1 1,0-1,-7 2,7-1,0 0,0 0,0 1,0 0,0 0,0 0,1 0,-1 0,0 1,1 0,-1 0,1 0,0 0,0 0,0 1,0-1,0 1,0 0,0 0,1 0,0 0,-1 0,1 1,0-1,1 1,-1-1,1 1,-1 0,0 4,0 2,0-1,1 1,0-1,1 1,0-1,0 1,1 0,0-1,1 0,0 1,4 11,4 3,0-1,2 0,1-1,0 0,2-1,0-1,2 0,0-1,24 21,-7-12,0-1,2-1,1-2,63 31,-60-38,1-1,0-2,78 15,-99-25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3.72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1,'0'0,"4"11,55 150,-36-95,2 0,40 72,-54-120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4.85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0 275,'0'0,"0"0,32-2,-1-2,0-1,44-12,-42 9,515-132,-535 137,94-22,124-46,-280 94,0 3,2 1,-53 42,13-9,-88 48,58-37,-110 88,227-159,0 0,1 0,-1 0,0 0,0 0,0 0,0 0,1 0,-1 0,0 0,0 0,0 0,0 0,1 0,-1 1,0-1,0 0,0 0,0 0,0 0,0 0,1 0,-1 1,0-1,0 0,0 0,0 0,0 0,0 1,0-1,0 0,0 0,0 0,0 1,0-1,0 0,0 0,0 0,0 1,0-1,0 0,0 0,0 0,0 0,0 1,0-1,0 0,0 0,0 0,-1 0,1 1,0-1,0 0,0 0,0 0,0 0,0 0,-1 0,1 0,0 1,0-1,0 0,0 0,-1 0,21 0,-16 0,62-7,74-16,-62 8,665-110,-721 121,-5 1,0 0,1 1,27 0,-42 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7.57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0 312,'1'-11,"0"0,1 0,0 1,0-1,1 1,1-1,0 1,0 0,1 0,0 0,1 1,0 0,0 0,1 0,0 1,1 0,-1 0,12-7,0 0,0 1,1 1,1 1,0 1,1 1,0 0,30-8,-36 14,0 0,1 0,-1 2,1 0,0 0,0 2,-1 0,1 1,0 1,0 0,-1 2,1 0,-1 0,0 1,-1 1,1 1,-1 0,0 2,-1-1,0 1,0 1,-1 1,0 0,-1 0,0 1,17 25,-14-17,-1 0,-1 2,18 40,-25-47,-1 0,-1 0,0 0,-1 1,0-1,-1 1,0 17,-3-29,1 0,0 0,-1 0,0 0,0 0,0 0,0-1,-1 1,0 0,1-1,-1 1,0-1,-1 1,1-1,-1 0,1 0,-1 0,0 0,0-1,0 1,-1-1,1 0,-1 0,1 0,-6 2,-8 3,1-2,-1 0,0-1,-25 3,41-7,-60 9,-99 2,132-12,0 0,0-1,0-2,1-1,-54-17,74 20,0-1,1 0,-1 0,1-1,0 1,0-1,0-1,0 1,1-1,-6-6,9 8,0 0,0 0,0-1,0 1,0-1,1 1,0-1,0 1,0-1,0 0,0 0,1 1,-1-1,1 0,0 0,1 0,-1 0,0 1,1-1,1-4,3-8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7.96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0,'0'0,"0"0,0 0,0 0,0 0,0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9.22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0 383,'6'0,"1"0,-1-1,0 0,0 0,0 0,0-1,9-4,6-1,114-40,-3-5,186-103,-141 56,-175 98,1-1,-1 1,0 0,1 0,0 0,-1 0,1 0,-1 1,1-1,0 1,0 0,-1 0,5 0,-5 1,0-1,0 1,0 0,0 0,0 0,0 1,0-1,-1 0,1 1,0-1,-1 1,1 0,-1-1,1 1,-1 0,0 0,1 2,13 23,-2 0,0 0,12 45,18 92,-32-117,58 264,38 147,-106-453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49.56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1 399,'0'0,"4"-1,19-4,0-1,35-14,-7 1,460-168,-121 38,-355 137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50.71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0 133,'2'-2,"0"0,0 1,-1-1,1 0,-1 0,1 0,-1 0,0 0,2-4,1 0,2-3,1 1,0 0,0 0,1 1,0 0,1 0,-1 1,1 0,0 1,1 0,-1 0,1 1,0 0,0 1,1 0,-1 0,21-1,-16 3,0 1,0 0,-1 1,1 0,-1 2,1-1,-1 2,0 0,0 1,0 0,0 1,19 11,-13-4,0 1,-1 0,-1 2,0 0,-1 1,-1 0,0 2,20 31,-27-35,0 0,-1 1,-1 0,-1 0,0 1,-1-1,0 1,-2 1,0-1,0 1,-2-1,-1 25,0-39,0 2,0 1,-1-1,0 1,0-1,0 1,-4 8,4-12,0 0,0-1,0 1,0-1,0 0,-1 1,1-1,-1 0,1 0,-1 0,1 0,-1 0,0 0,1 0,-1-1,0 1,0 0,1-1,-1 0,0 1,0-1,0 0,-3 0,-4 0,-1 0,1 0,-1-1,1 0,-1-1,1 0,-14-5,-2-3,-30-17,-18-8,66 33,8 4,-1-2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51.17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0 221,'0'0,"0"0,23-10,115-79,-32 18,-86 58,-14 8,0 1,1 0,0 0,0 0,0 1,0 0,1 0,-1 0,1 1,8-1,-13 3,-1 1,0-1,1 1,-1-1,0 1,0 0,0 0,0 0,0 0,0 0,0 0,0 1,0-1,0 1,-1-1,1 1,-1 0,1 0,-1-1,3 5,2 5,0 0,8 19,-9-18,29 80,-3 0,23 124,-21-78,0 2,64 212,-87-328,-8-21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51.62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0 336,'10'-20,"3"-4,1 1,1 1,1 0,1 1,1 1,1 1,0 0,2 2,0 0,0 1,2 1,0 1,1 1,0 2,0 0,44-12,-59 20,0 1,0 1,1 0,-1 0,1 0,-1 2,1-1,-1 1,1 0,-1 1,0 0,16 6,-15-4,-1 1,0 0,0 1,0 0,-1 0,0 1,0 0,-1 0,1 1,-2-1,9 14,-3-4,-2 1,0 0,-2 1,0 0,0 0,7 35,-12-43,-1 0,0 0,-1 0,0 1,-1-1,-1 1,1-1,-2 0,1 1,-2-1,1 0,-2 0,-6 17,9-27,1 0,0 0,-1-1,1 1,0 0,-1 0,1-1,-1 1,0 0,1-1,-1 1,0 0,1-1,-1 1,0-1,1 1,-1-1,0 0,0 1,0-1,0 0,1 1,-1-1,0 0,0 0,0 0,0 0,0 0,0 0,1 0,-1 0,0 0,0 0,0 0,0 0,0-1,0 1,1 0,-1-1,0 1,-1-1,-3-3,0 0,0 0,1 0,-9-10,5 5,-43-38,29 27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52.72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74 1,'-9'20,"-3"-2,1 1,0 0,-8 25,16-39,1 1,1 0,-1 0,1 0,0 0,0 0,1 0,0 0,0 0,0 0,1 0,-1 0,2 0,-1-1,1 1,3 10,-2-12,-1-1,1 1,-1-1,1 0,0 1,0-2,0 1,1 0,-1 0,1-1,-1 0,1 0,0 0,0 0,0-1,0 1,4 0,10 2,0-1,30 3,-45-6,39 2,0-1,0-2,75-12,-90 8,1-1,-1-1,-1-2,1-1,-2-1,42-23,-50 23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53.22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1 208,'0'0,"0"0,2 0,5 0,5-3,15-6,22-7,22-7,17-2,11 1,2-1,-5 1,-8 2,-14 1,-19 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22.57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96 1,'-1'14,"-1"1,0-1,-5 17,-2 11,-44 469,34 3,17-274,46 380,1-232,-7 400,-39 336,1-1124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24.62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 1,'0'0,"0"0,0 0,0 19,-1 355,2 411,44-115,43-4,-59-465,44 237,-4-30,-26-77,-22-179,-21-148,2 1,-2 0,1 0,0 0,-1 0,0 0,-1 11,1-17,0 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30.17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0 197,'23'-1,"31"-6,-1-3,57-19,-52 13,-51 15,48-13,-1-1,0-4,52-25,-102 43,-1 0,0-1,0 0,0 0,0 0,0 0,0 0,-1 0,1-1,-1 1,1-1,-1 0,4-5,-6 7,-1 1,1 0,0-1,0 1,-1 0,1-1,0 1,-1 0,1 0,0-1,-1 1,1 0,0 0,-1 0,1-1,-1 1,1 0,0 0,-1 0,1 0,-1 0,1 0,0 0,-1 0,1 0,-1 0,1 0,-1 0,1 0,0 0,-1 0,1 1,0-1,-1 0,-20 3,20-2,-23 3,1 2,-38 14,53-17,0 1,0 0,0 0,1 0,0 1,0 0,0 0,1 1,0 0,0 0,-6 9,9-10,1 0,0 0,0 0,0 0,0 0,1 0,0 1,0-1,1 0,-1 1,1-1,0 0,1 1,1 7,2 10,1-1,8 23,-9-34,55 136,-9-23,-31-67,-16-43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31.07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82 1,'0'0,"0"0,0 0,-1 3,0 0,0 0,0 0,0 0,-1 0,0 0,1-1,-1 1,0-1,0 1,-4 3,-4 6,2 0,1 0,0 0,1 1,1-1,-6 19,9-26,1 1,0-1,0 1,1-1,0 1,0-1,1 8,-1-10,1 0,-1-1,1 1,0 0,0-1,0 1,0-1,1 1,-1-1,1 1,-1-1,1 0,0 0,0 0,3 3,-1-3,0 0,0 0,0-1,0 1,0-1,0 0,0 0,1-1,-1 1,0-1,1 0,-1 0,5-1,19 2,-15 1,1 1,-1 0,-1 1,1 0,0 1,-1 0,0 1,0 1,-1 0,0 0,0 1,0 0,-1 1,0 0,-1 1,11 14,-17-20,-1 0,0 0,1 0,-2 0,1 0,0 0,-1 0,0 1,0-1,0 1,0-1,-1 1,0-1,0 1,0-1,0 1,-1-1,0 0,0 1,0-1,0 0,-1 1,1-1,-1 0,0 0,-1 0,1 0,-1-1,1 1,-1-1,0 1,-1-1,1 0,0 0,-1-1,1 1,-1-1,0 1,0-1,0 0,0-1,-1 1,1-1,0 0,-1 0,1 0,-5 0,-3-1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32.06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1 150,'3'-13,"0"4,1 0,0 0,1 1,0-1,0 1,1 0,-1 1,2 0,-1-1,1 2,0-1,12-7,-13 10,0 0,1 1,-1 0,1 0,0 1,0 0,0 0,0 0,0 1,0 0,0 1,1-1,-1 2,0-1,0 1,0 0,10 2,-6 1,-1 0,1 0,-1 1,0 0,0 1,0 0,-1 0,0 1,-1 1,1-1,-1 1,-1 1,1-1,-1 1,-1 1,0-1,0 1,7 18,-6-11,0 0,-2 1,0-1,0 1,-2 0,0 0,-1 0,-1 1,-1-1,-1 0,-2 19,2-29,-1 0,0 0,0 0,-1 0,0 0,0-1,-1 1,0-1,0 0,0 0,-1-1,0 1,-1-1,-11 11,9-12,1 0,-1 0,1-1,-1 0,-1 0,1-1,0 0,-1 0,0-1,1 0,-1-1,0 0,-14 0,21-1,-25-1,27 1,0 0,0 0,0 0,0-1,0 1,0 0,0 0,0 0,0 0,0 0,-1 0,1 0,0 0,0 0,0 0,0 0,0 0,0-1,0 1,0 0,0 0,0 0,0 0,0 0,0 0,0 0,0 0,0-1,0 1,0 0,0 0,0 0,0 0,0 0,0 0,0 0,0 0,0 0,0-1,0 1,0 0,0 0,0 0,1 0,-1 0,0 0,0 0,0 0,0 0,0 0,0 0,0 0,0 0,0 0,0 0,1-1,13-7,4 1,1 0,0 1,0 1,0 1,0 0,21 0,122 1,-129 3,-16 0,-1 1,31 5,-33-2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32.71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0 194,'0'0,"10"-3,169-69,-6 3,-162 64,-4 2,1-1,-1 1,0-1,0-1,0 1,-1-1,1 0,5-7,-37 15,18 1,-1 0,1 1,0-1,0 1,1 1,-1-1,1 1,0 0,1 1,-1-1,1 1,0 0,1 0,0 1,0-1,1 1,0 0,0 0,-2 11,1-2,1 0,1 1,0-1,2 1,0-1,1 1,0-1,6 24,2-7,2 0,1 0,2-1,1-1,2 0,33 46,-45-71,0 1,1-1,0 0,13 11,-12-13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33.12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48 0,'0'7,"-2"0,1 0,-1 0,1-1,-2 1,1 0,-5 7,-5 15,7-15,2 1,-1-1,2 1,0-1,1 1,0 0,1 0,1 0,0-1,6 27,5 1,1-1,25 52,-23-60,-1 1,-2 0,-1 1,8 50,-18-79,-1 0,1 0,-1 0,0 0,-1 1,0-1,0 0,0 0,-1 0,1 0,-6 9,6-11,-1-1,-1 0,1 0,0 0,-1 0,0 0,0 0,0 0,0-1,0 0,0 1,-1-1,1 0,-1-1,1 1,-1-1,0 1,1-1,-5 0,-14 3,2-3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40.9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246 207,'0'0,"0"-19,0-80,-1 143,0-26,0 0,2 1,0-1,1 0,4 21,-6-38,1 0,-1 0,0 0,0 0,0 0,1 0,-1 0,1 0,-1-1,1 1,-1 0,1 0,-1 0,1 0,0-1,-1 1,1 0,0-1,0 1,-1 0,1-1,0 1,0-1,0 1,0-1,0 0,0 1,0-1,0 0,0 0,0 0,0 1,0-1,0 0,0 0,0 0,0-1,0 1,0 0,0 0,0-1,0 1,0 0,-1-1,1 1,0-1,0 1,0-1,0 1,1-2,6-4,0-1,0 0,-1 0,7-9,-7 9,5-7,0 1,-1-2,11-19,-18 28,0-1,-1 0,0-1,0 1,-1 0,0-1,0 0,-1 1,0-1,0-9,-1 17,1-1,-1 1,0-1,0 0,0 1,0-1,0 1,0-1,-1 0,1 1,0-1,0 1,0-1,-1 1,1-1,0 1,0-1,-1 1,1-1,0 1,-1-1,1 1,-1-1,1 1,0 0,-1-1,1 1,-1 0,1-1,-2 1,1 0,0 0,0 0,0 0,-1 0,1 0,0 0,0 1,0-1,0 0,-1 1,1-1,0 1,-2 1,-3 2,0 0,0 1,-10 9,7-4,0 0,1 1,0 0,1 0,-7 15,11-21,1 1,-1-1,1 1,0 0,1 0,0-1,0 1,0 0,0 0,1 0,0 0,0 0,1 0,1 6,-2-10,0-1,1 0,-1 0,0 0,1 1,0-1,-1 0,1 0,0 0,-1 0,1 0,0 0,0 0,0-1,0 1,0 0,0 0,0-1,0 1,0 0,0-1,0 1,1-1,-1 0,0 1,0-1,0 0,1 0,-1 0,0 1,0-1,1-1,-1 1,0 0,0 0,1 0,-1-1,0 1,0 0,0-1,1 1,-1-1,2-1,4-2,1 0,-1-1,1 1,11-12,-7 5,-1 0,0-1,-1 0,17-26,-23 32,-1 0,0 0,0 0,0 0,-1-1,0 1,0-1,0 1,-1-1,0 0,0 0,-1 0,0 1,-1-10,1 14,-1 0,1-1,-1 1,1 0,-1 0,0 0,0 0,0 0,0 0,0 0,-1 1,1-1,0 0,-1 1,1-1,-1 1,0-1,1 1,-1-1,0 1,0 0,0 0,0 0,0 0,0 1,0-1,0 0,0 1,-1 0,1-1,0 1,0 0,0 0,-1 0,1 0,-3 1,-2 0,0 1,0 0,0 0,0 0,0 1,1 0,-1 0,1 0,0 1,-6 5,3-1,1-1,0 2,0-1,1 1,0 0,-10 18,14-22,0 0,1 0,-1 1,1-1,1 0,-1 1,1 0,0-1,0 1,1 0,-1-1,1 1,0 0,1-1,1 9,-2-12,1 0,0-1,-1 1,1 0,0 0,0-1,0 1,0 0,0-1,0 1,0-1,0 1,1-1,-1 0,1 1,-1-1,1 0,-1 0,1 0,0 0,0-1,-1 1,1 0,0-1,0 1,0-1,0 1,-1-1,1 0,0 0,0 0,3 0,-2-1,1 1,0-1,-1 0,1 0,0 0,-1-1,0 1,1-1,-1 0,0 0,0 0,0 0,0-1,0 1,3-5,-1 1,-1 0,-1 0,1 0,-1-1,0 1,0-1,-1 0,0 0,0 0,-1 0,1-9,-2 14,1 0,-1 0,0 0,0-1,0 1,-1 0,1 0,0 0,-1 0,1-1,-1 1,0 0,0 0,0 0,0 0,0 1,0-1,0 0,-1 0,1 1,-1-1,1 1,-1-1,0 1,1-1,-1 1,0 0,0 0,0 0,0 0,0 0,0 1,0-1,0 0,0 1,0 0,-1-1,1 1,0 0,-4 0,0 1,-1 0,1 0,-1 0,1 1,0 0,0 0,0 0,0 1,0 0,0 0,0 1,1 0,0-1,0 2,-7 6,7-6,0 0,1 0,0 0,0 0,0 1,1 0,0 0,0 0,0 0,1 0,-1 1,2-1,-1 1,1-1,-1 8,2-12,0-1,-1 1,1-1,0 0,1 1,-1-1,0 1,0-1,1 0,-1 1,0-1,1 0,0 1,-1-1,1 0,0 0,-1 1,1-1,0 0,0 0,0 0,0 0,0 0,0 0,0-1,1 1,-1 0,0 0,0-1,1 1,-1-1,0 1,3 0,-1-1,-1 0,1 0,-1 0,1 0,-1-1,1 1,-1-1,1 0,-1 1,1-1,-1 0,0 0,1-1,-1 1,0 0,0-1,0 1,2-3,1-1,0 0,0-1,0 0,-1 0,0 0,0 0,-1-1,0 0,0 1,0-1,1-8,-3 12,0 0,-1 1,1-1,-1 0,0 0,0 1,0-1,0 0,-1 0,1 0,-1 1,0-1,1 0,-1 1,-1-1,1 1,0-1,0 1,-1 0,1-1,-1 1,0 0,0 0,0 0,0 0,0 0,0 1,0-1,-1 1,1-1,-1 1,-2-1,-4-2,0 1,0 1,0 0,0 0,0 1,0 0,0 0,0 1,-1 0,1 1,0 0,-11 3,6-1,1 1,-1 0,1 1,0 1,0 0,0 0,-14 11,24-15,0 0,1 1,-1-1,1 0,-1 1,1-1,0 1,0 0,0 0,0 0,1 0,-1 0,1 0,0 0,0 1,-1 3,1 3,0-1,1 1,0 0,1 11,0-6,0 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43.6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34 200,'1'-32,"0"-29,-1 57,-1-1,0 1,1-1,-1 1,-1-1,1 1,-1 0,0 0,0-1,-3-4,-6 59,8-29,0 0,2 0,0 0,3 29,-2-49,1-1,-1 1,0 0,0-1,0 1,0-1,0 1,1-1,-1 1,0-1,0 1,1-1,-1 1,0-1,1 1,-1-1,1 1,-1-1,0 0,1 1,-1-1,1 0,-1 1,1-1,-1 0,1 0,-1 0,2 1,17-4,-15 1,1-1,-1 1,0-1,0 0,7-5,-8 4,1-1,0 0,-1 0,0 0,0 0,-1 0,0-1,1 1,-2-1,1 0,1-7,-1 0,-1-1,0 1,-2-26,1 39,0 0,0-1,0 1,0 0,0-1,0 1,0 0,0-1,0 1,0 0,0-1,-1 1,1 0,0 0,0-1,0 1,0 0,0 0,-1-1,1 1,0 0,0 0,-1-1,1 1,0 0,0 0,-1 0,1-1,0 1,0 0,-1 0,1 0,0 0,-1 0,1 0,0 0,-1 0,1 0,-15 6,-10 18,24-24,-3 4,1 1,-1 0,1 0,-1 0,2 0,-1 0,0 1,1-1,-3 10,5-13,-1-1,1 1,0 0,0 0,-1-1,1 1,0 0,0 0,0-1,1 1,-1 0,0 0,1-1,-1 1,1 0,0-1,-1 1,1 0,0-1,0 1,0-1,0 0,0 1,0-1,1 0,-1 1,0-1,1 0,-1 0,1 0,-1 0,1-1,-1 1,1 0,0 0,1 0,3 0,-1 0,0 0,1 0,-1-1,1 0,-1 0,1 0,-1-1,1 0,-1 0,1 0,-1 0,0-1,0 0,0 0,9-6,-11 7,-1-1,1 0,-1 1,1-1,-1-1,0 1,0 0,0 0,0-1,0 1,0-1,-1 0,1 1,-1-1,0 0,0 0,0 0,0 0,0 0,0 0,-1 0,0 0,0 0,0 0,0 0,0-1,0 1,-1 0,1 0,-1 0,-1-3,1 5,1 0,0 0,-1-1,0 1,1 0,-1 0,1 0,-1 0,0 0,0 0,0 0,1 0,-1 1,0-1,0 0,0 0,0 1,-1-1,1 1,0-1,0 1,-2-1,1 0,0 1,-1 0,1 0,0 0,0 0,-1 0,1 1,0-1,0 1,-1 0,-2 1,-2 1,0 0,0 1,1 0,-1 1,1 0,-7 6,12-11,1 0,-1 1,1-1,0 0,-1 1,1-1,0 1,-1-1,1 0,0 1,0-1,0 1,-1-1,1 1,0-1,0 1,0-1,0 1,0-1,0 0,0 1,0-1,0 1,0-1,0 1,0-1,0 1,0-1,0 1,1 0,12 9,20 0,-20-8,-1-1,1 0,-1-1,1-1,-1 0,1 0,18-6,-28 6,1 0,0-1,-1 1,1-1,-1 0,1 0,-1 0,0 0,0-1,0 1,0-1,3-4,-5 5,1-1,-1 1,1-1,-1 0,0 0,0 1,0-1,-1 0,1 0,-1 0,1 0,-1 0,0 0,0 0,0 0,-1 0,1 0,-2-3,2 2,-1 1,0 0,0-1,-1 1,1 0,-1 0,1 0,-1 0,0 0,0 1,0-1,-1 0,1 1,0 0,-1-1,-4-2,2 2,0 1,0 0,1 0,-1 0,-1 1,1-1,0 1,0 0,0 1,-6-1,1 1,-1 0,1 1,0 0,0 1,0 0,0 1,0 0,0 0,0 1,-14 8,19-9,1 0,-1 1,1-1,0 1,0 0,0 0,0 0,1 0,-1 1,-2 6,5-10,0 1,1-1,-1 1,1-1,-1 1,1 0,0-1,0 1,0 0,0-1,0 1,0 0,0-1,0 1,1 0,-1-1,1 1,-1-1,1 1,0 0,-1-1,1 0,0 1,0-1,0 1,0-1,0 0,0 0,1 1,-1-1,0 0,1 0,-1 0,0-1,1 1,-1 0,4 0,2 3,0-1,0-1,0 1,1-1,-1 0,1-1,14 1,-18-2,0 1,0-1,0 0,0-1,-1 1,1-1,0 0,0 0,-1 0,1 0,0-1,-1 1,1-1,-1 0,0 0,0 0,6-5,-8 6,-1 0,1 0,0 0,-1-1,1 1,0 0,-1 0,0-1,1 1,-1 0,0 0,0-1,1 1,-1 0,0-1,0 1,-1 0,1-1,0 1,0 0,-1-1,1 1,0 0,-1 0,1-1,-1 1,0 0,1 0,-1 0,0 0,0 0,0 0,0 0,0 0,0 0,0 0,0 0,0 1,-1-2,-1 1,1-1,0 0,-1 1,1-1,-1 1,0 0,1 0,-1 0,0 0,0 0,0 1,1-1,-1 1,0 0,0-1,0 1,-4 1,8 24,-1-21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44.80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1,'0'0,"0"0,0 0,0 0,0 0,0 0,0 0,0 0,0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46.66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44 115,'4'20,"-3"-15,2 1,-1-1,0 0,1 1,0-1,0-1,1 1,-1 0,1-1,0 0,0 1,1-2,-1 1,10 6,-9-8,0 0,0 0,0 0,0-1,0 1,1-1,-1-1,0 1,0-1,1 0,-1 0,0 0,1-1,-1 1,0-1,9-3,-2-1,0 0,0 0,0-2,-1 1,1-1,-2-1,1 0,-1 0,10-12,-13 14,-2 0,1-1,-1 0,0 0,0 0,-1 0,1-1,-2 0,1 0,-1 0,-1 0,1-1,-1 1,1-17,-3 25,0-1,0 1,0 0,0-1,0 1,0 0,0-1,0 1,0 0,0-1,0 1,0 0,0 0,0-1,0 1,0 0,0-1,0 1,-1 0,1 0,0-1,0 1,0 0,-1 0,1-1,0 1,0 0,-1 0,1 0,0-1,0 1,-1 0,1 0,0 0,-1 0,1 0,0 0,0 0,-1-1,1 1,-1 0,-15 8,-13 16,24-19,1 0,0 0,0 0,1 1,-1 0,1-1,1 1,-1 0,1 0,0 1,0-1,1 0,0 1,0-1,0 0,1 9,0-12,0 0,1 1,-1-1,1 0,0 0,0 0,0 1,0-1,1 0,-1 0,1 0,0-1,-1 1,1 0,1-1,-1 1,0-1,1 0,-1 0,1 0,0 0,-1 0,1 0,0-1,0 1,0-1,0 0,0 0,1 0,-1 0,0-1,1 1,2-1,-1 1,0-1,0 0,0 0,1-1,-1 1,0-1,0 0,-1-1,7-1,-8 2,0-1,-1 1,1 0,-1-1,1 1,-1-1,1 0,-1 0,0 0,0 0,0 0,0-1,0 1,-1-1,1 1,-1-1,2-3,-3 5,0 0,1 0,-1 0,0 0,0 0,0 0,-1-1,1 1,0 0,0 0,-1 0,1 0,0 0,-1 0,1 0,-1 0,1 0,-1 0,0 0,1 0,-1 1,0-1,0 0,1 0,-1 1,0-1,0 0,0 1,0-1,0 1,-1-1,-3-2,0 1,0 0,0 0,0 0,-6-1,3 2,0 0,0 1,0-1,0 2,0-1,0 1,1 1,-1-1,0 1,-7 3,9-3,1 0,0 0,0 0,0 1,0 0,1 0,-1 0,1 0,0 1,-1 0,2 0,-1 0,0 0,1 1,-4 5,6-9,0 1,1-1,-1 1,1-1,-1 1,1-1,-1 1,1-1,0 1,0 0,0-1,0 1,0-1,0 1,0-1,1 1,-1-1,0 1,1 0,-1-1,1 0,0 1,-1-1,1 1,0-1,0 0,0 0,0 1,0-1,0 0,0 0,0 0,1 0,-1 0,0 0,1 0,-1-1,3 2,2 0,-1 0,1 0,0 0,0-1,-1 0,1 0,0 0,0-1,7 0,-1-1,0 0,-1-2,1 1,-1-1,16-7,-23 9,1-1,-1 0,0-1,1 1,-1-1,0 1,-1-1,1 0,0-1,-1 1,0-1,1 0,-1 1,-1-1,5-8,-6 10,-1 1,1 0,-1-1,0 1,1 0,-1-1,0 1,0-1,0 1,0-1,0 1,0-1,0 1,-1 0,1-1,0 1,-1-1,1 1,-1 0,0-1,0 0,-1-1,0 1,0 0,0 0,0 0,0 0,-1 0,1 1,-1-1,-4-2,-4 0,1 0,0 1,-1 0,-16-3,8 4,1 1,-1 1,1 0,-1 1,1 1,-36 8,45-8,0 1,0 0,0 0,0 1,1 0,-1 0,1 1,0 0,1 0,-1 1,1 0,0 0,1 1,-1 0,-8 12,15-18,-1-1,1 1,0-1,-1 1,1 0,0-1,-1 1,1 0,0-1,-1 1,1 0,0-1,0 1,0 0,0 0,0-1,0 1,0 0,0-1,0 1,0 0,0 0,1-1,-1 1,0 0,1 0,0-1,-1 1,1-1,0 1,-1-1,1 0,0 1,0-1,-1 0,1 0,0 1,0-1,-1 0,1 0,0 0,0 0,0 0,1 0,4-1,0 0,0 0,0-1,8-2,-7 1,-1 0,1-1,-1 1,0-1,-1-1,1 1,-1-1,0 0,7-8,-10 11,-1 1,0-1,0 1,0-1,0 1,0-1,0 0,0 1,0-1,-1 0,1 0,-1 0,1 0,-1 0,0 0,1 1,-1-1,0 0,-1 0,1 0,0 0,0 0,-1 0,1 0,-1 0,0 1,1-1,-1 0,0 0,0 1,0-1,0 1,-1-1,1 1,0-1,-1 1,1 0,0-1,-4-1,-1 0,1 0,-1 0,0 0,-1 1,1 0,0 0,-1 0,1 1,-8-1,3 1,1 1,0 0,-1 0,1 1,-13 2,-7 30,18-21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1.33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1 218,'0'0,"0"0,0 0,2 0,5 0,8-3,16-3,19-4,17-5,14-6,12-4,10-4,3 0,0 3,-6 3,-16 5,-21 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2.41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29 341,'0'-8,"-2"-1,1 1,-1-1,-5-14,-3-13,8 22,0 0,1 0,0 0,1 0,0 1,1-1,4-21,-3 29,0 0,0 0,0 1,0-1,1 1,0-1,0 1,0 0,1 0,0 0,0 1,0-1,0 1,1 0,0 0,0 1,0-1,0 1,9-4,-4 3,1 1,-1 0,1 0,-1 1,1 1,0 0,0 0,0 1,0 0,-1 1,1 1,0-1,0 2,-1-1,1 2,-1-1,0 1,10 6,0 0,0 2,-1 0,-1 1,0 0,0 2,-2 0,26 30,-17-13,-1 0,-2 2,-2 0,20 45,-28-52,-2 1,0 1,-2 0,-1 0,-1 0,2 39,-8-62,0 0,-1 0,1 0,-1 0,0 0,0 0,-1-1,0 1,0 0,0-1,-1 1,-5 8,2-6,0 0,-1-1,0 0,0 0,0 0,-1-1,-8 6,-13 5,0-2,-2-1,-46 16,70-28,-19 8,-2-2,-40 6,53-11,0-2,0 0,0 0,-1-2,1 0,-19-4,28 4,1-1,0 0,0 0,0 0,1 0,-1-1,0 0,1 0,0 0,0-1,-7-7,4 3,0 0,1 0,0-1,1 0,-8-18,6 11,2 0,0 0,0 0,2-1,0 1,1-1,0-31,4 29,1-1,1 1,1 0,0 0,15-32,-10 25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2.7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18 83,'0'0,"0"-3,0-1,0-2,0-3,-3-3,-1 1,1-1,0 2,1 3,1 3,0 1,1 2,0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3.38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0 150,'0'-23,"0"18,0 0,1 0,-1 0,1 0,0 0,0 0,1 0,-1 1,1-1,0 0,0 1,1-1,-1 1,1 0,0 0,0 0,1 0,-1 1,1-1,-1 1,1 0,0 0,1 0,-1 0,7-2,-3 1,0 2,0-1,1 1,-1 0,1 1,-1 0,1 0,0 1,-1 0,1 0,-1 1,1 0,-1 1,11 3,-6-1,1 2,-1 0,0 0,0 1,-1 1,0 0,0 1,-1 0,0 1,-1 0,0 0,0 1,11 18,-11-14,-1 0,-1 0,0 1,-1 0,-1 0,0 1,-1-1,-1 1,-1 1,3 32,-7-40,0 1,0-1,-1 0,0 1,-1-1,0 0,0 0,-1-1,-1 1,0-1,0 0,-1 0,0 0,0-1,-1 0,-14 14,11-12,-1-1,0 0,0-1,-1 0,0-1,0 0,-1-1,0-1,0 1,0-2,0 0,-18 2,27-5,-1 0,1-1,0 0,0 0,-1 0,-7-2,12 0,6-1,9-2,18-3,0 1,68-3,68 8,-164 2,12 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3.7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97 0,'0'0,"0"5,-2-1,1 1,0-1,-1 0,0 0,0 0,0 0,-5 8,-5 9,8-10,0-1,1 1,0 0,1 0,0 0,1 0,0 0,1 0,0 0,1 0,3 17,4 10,2 0,15 37,-11-37,12 58,-22-78,-2 0,0 0,-2 1,0-1,0 0,-2 0,0 0,-8 26,7-31,-2-1,1-1,-1 1,-1 0,0-1,-1 0,0-1,-1 0,0 0,0 0,-1-1,-18 15,2-7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16.61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 0,'0'0,"0"0,0 0,-2 158,10 264,15-258,-15-121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17.2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1,'0'0,"0"0,0 0,1 10,0 1,0-1,5 15,1 12,1 50,-2 97,0 27,6-124,-6-55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19.6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16 42,'0'-33,"0"25,-1 26,-1 33,-10 162,26 379,71 139,-83-715,138 829,-30-443,-15-66,33 301,-59-276,-43-211,12 264,-37-381,-1 2,2 0,11 59,-2-50,-5-26,-1 0,-1 0,-1 1,-1-1,0 1,-2-1,-1 25,1-43,0-1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21.21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0,'0'17,"34"977,173 427,-201-1385,155 712,-12-258,-126-420,-11-29,-1 0,-2 0,-2 1,-2 0,0 65,-6-100,1-8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36.65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286 218,'-16'-16,"-48"-48,64 66,1 1,-1-1,1 1,-1-1,0 1,0-1,0 1,-1 4,0 1,2 0,0 0,0 0,0 0,1 0,0 0,1-1,0 1,0-1,5 8,-7-12,0 0,1-1,-1 1,1-1,0 0,-1 1,1-1,0 0,0 0,1 0,-1-1,0 1,0 0,1-1,-1 1,1-1,0 0,-1 0,1 0,0 0,0-1,-1 1,1-1,0 1,0-1,0 0,0 0,0 0,2-1,0-1,-1 0,0 0,0 0,0 0,0-1,0 0,-1 0,1 0,-1 0,0 0,0-1,0 1,0-1,0 0,-1 0,0 0,0 0,3-8,-2 4,0 0,-1 0,0 0,0 0,0 0,-1 0,-1-1,0 1,-1-15,0 18,0-1,-1 0,0 1,0-1,0 1,-1 0,1 0,-2 0,-6-9,8 11,-1 0,1 0,-1 1,0-1,0 1,0 0,0-1,0 2,0-1,0 0,-1 1,1-1,-1 1,1 0,-1 0,-6-1,8 3,0-1,0 0,0 0,0 1,0-1,0 1,0 0,1 0,-1-1,0 1,0 0,0 1,1-1,-1 0,1 0,-1 1,1-1,-1 1,1-1,0 1,0 0,0-1,0 1,0 0,0 0,0 0,-1 3,-1 5,1-1,-1 0,1 1,0 13,0-2,3 39,1-55,3-11,2-12,-6 6,0 1,0-1,-1 1,-1-1,0 1,-5-22,4 27,1 0,-1 0,0 0,-1 1,1-1,-1 1,0-1,-1 1,1 0,-1 0,0 0,0 1,-1 0,-7-7,10 10,0 0,0 0,0-1,0 2,0-1,0 0,0 0,-1 1,1-1,0 1,0-1,-1 1,1 0,0 0,-1 0,1 0,0 1,-3-1,2 2,-1-1,1 0,0 1,0 0,0-1,0 1,0 0,0 1,0-1,-4 5,1 1,-1 0,1 0,1 1,0 0,0 0,0 0,-3 11,3-3,0 0,-3 26,7-37,0 0,1 0,-1 0,1 1,1-1,-1 0,1 0,1 0,-1 0,4 9,-5-13,1-1,0 0,-1 1,1-1,0 0,0 1,0-1,0 0,0 0,0 0,0 0,1 0,-1 0,0 0,1 0,-1 0,0-1,1 1,-1 0,1-1,-1 1,1-1,-1 0,1 1,0-1,-1 0,1 0,-1 0,1 0,-1 0,1-1,0 1,-1 0,1-1,-1 1,1-1,1 0,0-1,1 0,-1 0,0 0,1 0,-1 0,0-1,-1 0,1 1,0-1,-1 0,1 0,-1 0,0-1,3-4,-2-2,0 1,-1-1,0 0,0 0,-1 0,0-12,-1-4,-4-32,5 75,-1-9,0 0,1-1,0 1,1 0,0-1,2 8,-3-13,-1-1,1 0,-1 0,1 0,0 0,0 1,0-1,0 0,0 0,0 0,0-1,0 1,0 0,0 0,0-1,3 2,-2-1,-1-1,1 0,0 0,0 0,0 0,0 0,0 0,0 0,0 0,0-1,-1 1,1-1,0 1,0-1,2-1,-1 0,0 0,-1 0,1 1,-1-2,1 1,-1 0,0 0,0-1,0 1,0-1,0 0,-1 1,1-1,-1 0,0 0,0 0,0 0,0 0,0 0,-1 0,1-1,-1 1,0 0,0 0,0 0,-1-7,1 8,-1-1,1 1,-1-1,1 1,-1-1,0 1,0-1,0 1,0 0,0 0,-1 0,1-1,-1 1,1 0,-1 0,0 1,0-1,0 0,0 1,0-1,0 1,0 0,0-1,-1 1,1 0,0 0,-1 1,1-1,-1 0,1 1,-1 0,1-1,-6 1,3 1,0-1,0 1,0 0,1 1,-1-1,0 1,0 0,1 0,0 0,-1 1,1 0,0 0,0 0,0 0,0 0,1 1,0 0,-1-1,1 1,0 1,1-1,-1 0,1 1,0-1,0 1,0 0,1-1,0 1,-1 6,1-11,1 0,0 1,0-1,0 1,0-1,0 0,0 1,0-1,0 1,0-1,0 0,0 1,0-1,0 1,0-1,0 0,0 1,0-1,0 1,1-1,-1 0,0 1,0-1,1 0,-1 1,0-1,0 0,1 1,-1-1,0 0,1 0,-1 1,0-1,1 0,-1 0,0 0,1 1,-1-1,1 0,-1 0,0 0,1 0,-1 0,1 0,-1 0,0 0,1 0,-1 0,1 0,-1 0,0 0,1 0,-1 0,1 0,-1-1,0 1,1 0,-1 0,0 0,1-1,-1 1,1-1,1 1,-1-1,1 0,-1-1,1 1,-1 0,1 0,-1-1,0 1,1-1,-1 1,0-1,0 1,1-3,-1 1,0 1,-1-1,1 0,-1 1,1-1,-1 0,0 1,-1-6,1 7,0 0,0 0,-1 1,1-1,-1 0,1 0,0 0,-1 1,0-1,1 0,-1 1,1-1,-1 0,0 1,1-1,-1 1,0-1,0 1,1-1,-1 1,0 0,0-1,0 1,0 0,1 0,-1 0,0-1,0 1,-1 0,-10 0,0 0,0 1,0 0,0 1,0 0,-13 4,15-3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09:39.06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213 194,'0'0,"0"0,0 0,0-150,1 159,0 0,0 0,1 0,0 0,1 0,0 0,5 9,0 0,2 0,13 19,-20-33,-1 0,1 0,0-1,1 1,-1-1,1 0,0 0,-1 0,1 0,8 3,-10-5,0 0,0-1,0 1,0-1,0 0,0 1,0-1,0 0,0 0,0 0,0 0,0-1,0 1,0-1,0 1,0-1,0 0,0 1,0-1,0 0,-1 0,1 0,0-1,-1 1,1 0,0-1,0-1,6-5,-1-1,-1 0,1 0,-2-1,1 0,-1 0,-1 0,0 0,0-1,-1 0,0 1,-1-1,-1 0,1 0,-2-1,1 1,-2 0,-2-21,3 31,0 1,0 0,0-1,0 1,0 0,0-1,-1 1,1 0,0-1,0 1,0 0,0-1,-1 1,1 0,0-1,0 1,-1 0,1 0,0-1,0 1,-1 0,1 0,0-1,-1 1,1 0,0 0,-1 0,1 0,0 0,-1 0,1-1,-1 1,1 0,0 0,-1 0,-13 8,-7 19,17-19,0-1,1 1,0 0,1 0,0 0,0 1,1-1,0 0,0 1,1-1,1 11,-1-18,0-1,1 1,-1-1,0 1,1-1,-1 1,0-1,1 1,-1-1,0 1,1-1,-1 0,1 1,-1-1,1 0,-1 1,1-1,-1 0,1 0,0 0,-1 1,1-1,-1 0,1 0,-1 0,1 0,0 0,-1 0,1 0,-1 0,1 0,-1 0,1-1,0 1,-1 0,1 0,-1 0,1-1,-1 1,1 0,-1-1,1 1,-1 0,0-1,2 0,21-17,-20 11,0 1,0-1,0 0,-1 0,0 0,0 0,0-1,-1 1,0 0,-1-1,0 1,0 0,-1-8,1 14,0 0,0 0,0 1,0-1,-1 0,1 0,0 0,0 1,0-1,-1 0,1 0,0 1,-1-1,1 0,-1 1,1-1,-1 1,1-1,-1 0,1 1,-1-1,0 1,1-1,-1 1,0 0,1-1,-1 1,0 0,0-1,1 1,-2 0,0 0,-1 0,1 0,0 0,-1 0,1 1,0 0,0-1,0 1,0 0,-1 0,-1 1,-5 3,0 1,0 0,-14 13,19-15,1-1,0 1,0 0,0 0,0 1,1-1,0 0,0 1,0 0,0-1,1 1,-2 6,3-9,0-1,-1 1,1 0,0-1,0 1,1-1,-1 1,0-1,0 1,1-1,-1 1,1-1,0 1,-1-1,1 1,0-1,1 2,-1-2,1 0,-1 1,1-1,-1 0,1 0,-1 0,1-1,0 1,0 0,-1-1,1 1,0-1,0 1,0-1,0 0,0 0,3 0,-1 0,0-1,0 0,0 0,0 0,0 0,0 0,0-1,0 0,-1 0,1 0,-1 0,1 0,-1-1,0 0,0 1,0-1,0 0,-1-1,1 1,-1 0,0-1,0 1,0-1,0 0,-1 0,1 0,-1 1,0-1,0 0,-1-1,1 1,-1-7,0 11,0 0,0 0,0 0,0-1,0 1,0 0,0 0,0 0,0 0,0-1,0 1,0 0,0 0,0 0,0-1,0 1,0 0,0 0,0 0,-1 0,1 0,0-1,0 1,0 0,0 0,0 0,-1 0,1 0,0 0,0 0,0-1,0 1,-1 0,1 0,0 0,0 0,0 0,-1 0,1 0,0 0,-10 4,-9 11,18-15,-7 6,1 1,0 0,0 0,0 0,1 1,0 0,0 0,-7 14,14-22,-1 0,0 0,0 0,0 0,1 1,-1-1,0 0,0 0,0 0,1 0,-1 0,0 0,0 0,1 0,-1 0,0 0,0 0,0 0,1 0,-1 0,0 0,0 0,1 0,-1 0,0 0,0 0,0 0,1 0,-1-1,0 1,0 0,0 0,1 0,-1 0,0 0,0-1,0 1,0 0,1-1,10-5,-8 4,0-1,0 1,-1-1,1 0,0 0,-1 0,0 0,0 0,0-1,0 1,-1-1,1 1,-1-1,1-4,-2 8,0-1,0 1,0 0,-1-1,1 1,0-1,0 1,0 0,-1-1,1 1,0 0,-1 0,1-1,0 1,0 0,-1-1,1 1,-1 0,1 0,0 0,-1 0,1-1,0 1,-1 0,1 0,-1 0,1 0,-1 0,1 0,0 0,-1 0,1 0,-1 0,-18 1,17-1,-17 1,0 1,0 1,-26 7,61-11,-14 1,-1 0,1 0,0 0,0 0,-1 0,1 0,0-1,-1 1,1 0,0-1,-1 1,1-1,-1 0,1 0,-1 1,1-1,-1 0,1 0,-1 0,0-1,2-1,-32 3,13 1,24-1,-6 0,0 0,0-1,-1 1,1 0,0-1,0 1,-1-1,1 1,0-1,-1 0,1 1,-1-1,1 0,-1 0,1 0,-1 0,1-1,0-1,-1 2,0 0,-1 0,1 0,-1-1,0 1,1 0,-1-1,0 1,0 0,0-1,1 1,-2 0,1-1,0 1,0-1,0 1,-1 0,1-1,0 1,-1 0,1 0,-1-1,-1-1,0 1,1 1,-1-1,0 1,0-1,0 1,0 0,0 0,0-1,0 1,-1 1,1-1,-4-1,-3 0,-1 1,0 0,1 0,-1 1,-15 1,12 1,0 0,1 1,0 0,0 1,0 0,-16 9,25-11,0-1,0 1,0 0,0 0,0 1,1-1,-1 1,1-1,0 1,0 0,0 0,-2 3,3-4,0 0,1 1,-1-1,1 0,-1 0,1 0,0 1,0-1,0 0,0 0,0 1,1-1,-1 0,1 0,-1 0,1 0,0 0,0 0,0 0,0 0,1 2,1 0,-1-1,1 1,0-1,0 0,0 0,1 0,-1 0,1 0,-1-1,1 0,0 1,6 1,-3-1,0-1,0 0,0 0,1 0,-1-1,1 0,10-1,-12 0,0 0,1-1,-1 0,0 0,0-1,0 1,0-1,0 0,5-4,-7 4,-1 1,0-1,0-1,-1 1,1 0,0-1,-1 1,1-1,-1 0,0 0,0 1,0-2,0 1,-1 0,1 0,0-4,-1 5,-1-1,0 1,1 0,-1-1,0 1,0 0,0-1,-1 1,1 0,0-1,-1 1,0 0,1-1,-1 1,0 0,0 0,0 0,-1 0,1 0,0 0,-1 0,1 0,-1 1,0-1,0 0,1 1,-1-1,0 1,0 0,0 0,-4-2,-5-2,0 0,0 1,0 0,-22-4,22 5,0 1,0 1,0 0,0 0,0 1,0 0,0 1,0 0,0 1,0 1,0-1,0 2,-12 4,22-7,0 0,0 0,-1-1,1 1,0 0,0 0,0 0,0 0,0 0,1 0,-1 1,0-1,0 0,1 0,-1 0,1 1,-1-1,1 0,-1 1,1-1,0 1,0-1,0 0,0 1,0-1,0 1,0-1,0 0,0 1,1 0,1 4,-1 0,2 0,-1 0,1-1,4 7,3 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5.88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1 320,'0'-31,"1"-1,11-59,-9 79,-1 1,2 0,-1 0,2 0,-1 1,2-1,-1 1,1 0,1 1,0-1,10-10,-14 17,0 1,0-1,0 0,0 1,0 0,1 0,-1 0,1 0,-1 0,1 1,0 0,0-1,0 1,0 1,-1-1,1 0,0 1,0 0,0 0,1 0,-2 1,1-1,0 1,0 0,0 0,0 0,0 1,-1-1,1 1,0 0,-1 0,6 4,6 6,-1 0,0 1,-1 0,0 2,16 22,-5-6,-2 1,26 50,-41-68,-1-1,-1 2,0-1,-1 0,0 1,-1 0,-1 0,0 0,-1 21,-1-31,-1-1,0 1,0-1,0 1,0-1,-1 0,1 0,-1 1,0-1,-1 0,1-1,-1 1,0 0,1-1,-2 1,1-1,0 0,-1 0,1 0,-1-1,0 1,0-1,0 0,0 0,0 0,-8 2,-3 0,1 0,-1-1,0-1,0 0,0-1,-29-1,19-2,1 0,-1-2,1 0,0-2,0-1,-43-18,54 18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6.25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47,'0'0,"0"0,0 0,0-2,0-5,0-2,0-1,0 1,0 3,0 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6.95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0,'2'1,"0"-1,0 1,1-1,-1 0,0 0,1 0,-1 0,4-1,4 1,8 2,0 1,-1 2,1-1,-1 2,0 0,-1 1,0 1,0 0,0 2,-1-1,-1 2,0 0,0 0,12 15,-16-16,-1 1,0 0,-1 1,0 0,-1 0,0 1,-1 0,5 14,-8-18,0 1,-1 0,0-1,-1 1,0 0,0 0,-1 0,-1 0,0 0,0 0,-1 0,-3 11,1-9,0-1,-1 0,-1 0,0 0,-1 0,0-1,-15 18,17-23,1 0,-1 0,0 0,0-1,-1 0,0 0,1 0,-1-1,0 0,-1 0,1 0,0-1,-1 0,1 0,-12 1,181-23,22 5,-153 14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7.37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13 0,'-10'23,"9"-20,1 0,-1 0,1 1,0-1,0 0,0 0,1 1,-1-1,1 0,-1 0,1 0,0 0,0 0,3 5,27 42,-20-34,19 29,-6-11,-1 1,-2 1,33 78,-50-104,-1 0,0 0,0 1,-1-1,0 1,-1 0,-1 0,0 0,0-1,-1 1,0 0,-1 0,0-1,0 1,-2-1,1 0,-1 0,0 0,-1 0,-10 14,10-17,0-1,0 1,-1-1,-7 6,-2-1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8.5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1 387,'0'-30,"2"16,1 0,0 0,1 0,0 0,1 0,1 1,0 0,1 0,0 0,1 1,0 0,1 1,1 0,10-11,-2 5,1 0,1 2,0 0,1 1,0 1,1 1,32-13,-39 20,1 0,0 1,1 0,-1 1,0 1,1 1,-1 0,1 1,0 1,-1 1,1 0,-1 1,0 1,0 0,18 8,-20-6,1 0,-1 2,-1-1,1 2,-2 0,1 0,-1 1,0 1,-1 0,0 0,-1 1,-1 1,1 0,-2 0,0 0,7 16,-13-23,1 0,-1 1,0-1,0 0,-1 0,0 1,0-1,0 1,-1-1,0 1,0-1,-1 1,-1 7,0-9,0 0,0-1,0 1,0 0,-1-1,0 0,1 1,-2-1,1 0,0-1,-1 1,0-1,0 1,0-1,0 0,-1-1,-5 4,-7 2,-1 0,1-2,-1 0,-1-1,1 0,-1-2,-25 2,5-3,1-2,-63-7,73 3,0 0,-34-11,54 12,0 1,0-1,1 0,-1-1,1 0,0 0,0-1,0 0,1 0,-1 0,1-1,-7-8,6 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8.93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9.48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1 187,'20'-20,"5"-2,0 1,2 1,0 2,2 0,0 2,60-24,-85 38,1 0,1 0,-1 1,0-1,0 1,1 0,-1 1,0-1,1 1,-1 0,1 1,-1-1,0 1,1 0,-1 0,0 1,0-1,0 1,0 0,0 1,0-1,-1 1,1 0,-1 0,0 0,1 1,-2 0,1 0,0 0,-1 0,4 5,5 10,0 0,-2 0,0 1,-1 1,7 26,24 111,-29-106,-9-43,20 86,50 143,-71-236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39.99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43 0,'-1'4,"0"1,0-1,-1 0,1 0,-1 0,0 0,0 0,-5 7,-5 11,10-16,0 0,0 0,1 0,-1 0,1 0,1 0,-1 0,1 1,0-1,0 0,1 0,0 0,0 1,0-1,1 0,0 0,0-1,1 1,-1 0,1-1,5 7,6 8,2-2,0 0,1 0,25 19,-20-18,30 34,-46-46,-1-1,0 1,0 0,-1 1,0-1,0 1,-1 0,0 0,3 12,-6-15,1 0,-1 1,1-1,-2 0,1 0,0 1,-1-1,0 0,0 0,-1 0,0 0,1 0,-1 0,-1-1,1 1,-5 6,-5 4,0 0,-1-1,0 0,-18 12,6-5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3:40.39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1 201,'0'0,"0"0,0 0,0 0,2 0,5-3,8-6,10-7,12-7,11-6,10-5,12 1,2 3,-11 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08.34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270 259,'0'-20,"0"-77,0 103,2 23,-2-29,0 1,0 0,0 0,0 0,0-1,1 1,-1 0,0 0,1-1,-1 1,1 0,-1 0,1-1,-1 1,1 0,-1-1,1 1,0-1,-1 1,1-1,0 1,-1-1,1 0,0 1,0-1,-1 0,1 1,0-1,1 0,-1 0,-1 0,1 0,0 0,-1-1,1 1,-1 0,1-1,0 1,-1 0,1-1,-1 1,1-1,-1 1,1-1,-1 1,0-1,1 1,-1-1,1 1,-1-1,0 1,0-1,1 0,-1 1,0-1,0-1,1 1,-1-1,1 1,-1-1,0 1,1-1,-1 0,0 1,0-1,0 1,-1-4,-21 21,21-14,0 0,-1 0,1-1,0 1,0 0,1 0,-1 0,0 1,1-1,-1 0,1 0,-1 0,1 0,0 0,0 3,1-42,-1-9,26 46,-5 0,-14 1,-1-1,1 0,0 0,0-1,0 0,7-2,-12 3,0-1,0 0,-1 0,1 1,-1-1,1 0,-1-1,1 1,-1 0,1 0,-1-1,0 1,0-1,0 1,0-1,0 1,0-1,0 0,0 1,-1-1,1 0,-1 0,1 0,-1 1,0-1,0 0,0-3,0-40,0 43,-1 0,1 0,0 0,-1 0,1 0,-1 0,1 0,-1 0,0 0,0 1,0-1,0 0,0 0,0 1,0-1,-1 1,1-1,-1 1,-2-3,3 4,0 1,0-1,0 0,0 0,0 0,0 1,0-1,0 1,0-1,0 0,0 1,0 0,0-1,1 1,-1 0,0-1,0 1,1 0,-1 0,0-1,1 1,-1 0,1 0,-1 0,1 0,-1 1,-14 28,13-24,0 0,0 0,1 1,0-1,0 1,0 0,1-1,0 1,0-1,1 1,0-1,0 1,0-1,1 1,0-1,0 0,1 0,-1 0,8 11,-9-16,-1 0,1 0,0 0,0 0,-1 0,1-1,0 1,0 0,0 0,0-1,0 1,0-1,0 1,0-1,0 1,0-1,0 1,1-1,-1 0,0 0,0 0,0 0,0 0,1 0,-1 0,0 0,0 0,0 0,0 0,0-1,1 1,-1-1,1 0,0 0,-1 0,1 0,-1 0,1-1,-1 1,0 0,0-1,1 1,-1-1,0 0,0 1,-1-1,1 0,0 0,0 1,-1-1,1 0,-1 0,1-2,0-6,0-1,-1 1,0 0,-1-1,-4-20,5 30,0-1,-1 0,0 0,1 0,-1 1,0-1,0 0,0 1,0-1,0 1,0-1,-1 1,1-1,-1 1,1 0,-3-2,2 2,0 1,0-1,1 1,-1 0,0-1,0 1,0 0,0 0,0 0,0 0,0 1,0-1,0 1,1-1,-1 1,0-1,0 1,0 0,1 0,-3 1,-1 1,0 0,0 0,0 1,1 0,0 0,-1 0,1 0,0 0,1 1,-1 0,1 0,0 0,0 0,1 0,0 1,-1-1,-1 9,5-23,-1 0,0 0,-1 0,0 0,-1 0,-4-16,5 22,0 0,-1 1,1-1,0 0,-1 0,0 1,0-1,0 1,0-1,0 1,-4-4,4 5,1 0,-1 0,0 1,0-1,0 0,0 0,0 1,0-1,0 1,0 0,0 0,0 0,0 0,0 0,0 0,0 0,0 0,0 1,1-1,-4 2,1-1,-1 1,1 0,0 0,0 0,0 0,0 1,1 0,-1-1,0 1,1 0,0 1,0-1,0 1,0-1,1 1,-1 0,-2 7,3-5,-1 0,2 0,-1 0,1 0,0 0,0 0,1 1,-1-1,1 0,1 0,1 13,0-13,-1 0,1 1,0-1,1 0,-1 0,1-1,0 1,1 0,-1-1,1 0,7 8,-7-10,-1 0,1 0,-1 0,1-1,0 0,0 1,0-1,0-1,0 1,0 0,1-1,-1 0,0 0,1 0,-1-1,1 0,6 0,-9 0,0 0,1 0,-1 0,0-1,0 1,0-1,0 0,0 1,0-1,0 0,-1 0,1 0,0-1,0 1,-1 0,1-1,-1 1,1-1,-1 1,2-3,-1 0,0 1,-1-1,1 1,-1-1,0 0,0 1,0-1,0 0,-1 0,1-5,-2-2,1 0,-1 1,-1-1,0 1,0 0,-1 0,-6-14,8 21,0 0,0 1,-1 0,1-1,-1 1,0 0,1 0,-1 0,0 0,0 0,-3-2,4 3,0 1,0 0,0 0,1-1,-1 1,0 0,0 0,0 0,0 0,0 0,1 0,-1 0,0 0,0 0,0 1,0-1,0 0,1 0,-1 1,0-1,0 1,1-1,-1 1,0-1,0 1,1-1,-1 1,1 0,-1-1,0 1,1 0,-1-1,1 1,0 0,-1 0,1-1,0 1,-1 2,-2 3,0 1,1 0,0 0,0 0,1 0,-1 0,2 0,-1 0,1 0,0 1,0-1,1 0,3 11,-2-5,2 0,-1-1,2 0,0 0,0 0,12 19,-15-28,1 0,-1 0,0 0,1 0,-1 0,1-1,0 1,0-1,0 1,0-1,1 0,-1 0,0-1,1 1,-1-1,1 0,0 1,-1-2,6 2,-6-2,1 0,-1-1,0 1,0-1,1 1,-1-1,0 0,0 0,0-1,0 1,0-1,-1 1,1-1,0 0,-1 0,1 0,-1 0,0-1,1 1,-1-1,0 1,2-6,2-1,-2 0,0 0,0-1,0 1,-1-1,-1 0,0 0,0 0,-1 0,0 0,0 0,-2-14,1 16,-1 1,0-1,-1 1,1 0,-1 0,-1 0,1 0,-1 0,0 0,-1 0,0 1,0 0,0 0,0 0,-1 0,0 1,-9-8,11 11,1 1,0-1,-1 1,1 0,-1 0,0-1,1 2,-1-1,0 0,0 1,0-1,1 1,-1 0,0 0,0 0,0 0,-5 1,3 1,1-1,-1 1,1 0,-1 0,1 0,0 0,0 1,0-1,0 1,-5 5,6-5,0 0,-1 0,1 0,0 1,1 0,-1-1,0 1,1 0,0 0,0 1,0-1,1 0,-1 0,1 1,0-1,1 1,-1-1,1 1,-1 0,1-1,1 1,-1-1,2 8,1-5,0-1,1 0,0 0,0 0,0-1,1 1,-1-1,1 0,0 0,1-1,-1 1,1-1,12 6,-15-8,-1-1,0 0,0 0,0 0,1 0,-1-1,1 1,-1-1,0 1,1-1,-1 0,1 0,-1 0,1 0,-1 0,1-1,-1 1,0-1,1 1,-1-1,0 0,1 0,-1 0,0 0,0-1,0 1,0 0,0-1,0 0,0 1,0-1,-1 0,1 0,-1 0,1 0,-1 0,0 0,0 0,0-1,0 1,0 0,0-3,2-4,-1 1,0-1,-1 1,0-1,0 0,-1 1,0-1,-1 0,0 1,-3-15,3 17,0 1,-1-1,0 1,0-1,0 1,-1 0,0-1,0 2,0-1,-1 0,1 0,-1 1,0 0,0 0,-1 0,-9-6,11 8,-1 1,0-1,0 1,0 0,0 0,0 0,0 1,0-1,-1 1,1 0,0 0,0 1,0-1,0 1,0 0,0 0,0 0,0 1,0-1,0 1,1 0,-1 0,0 0,1 1,0-1,0 1,-5 5,1-2,1 0,0 1,0 0,1 0,0 1,0-1,0 1,1 0,1 1,-1-1,-3 17,5-17,0 0,1 1,0-1,1 1,0-1,0 1,1-1,0 1,0-1,1 1,0-1,0 0,5 10,-7-17,0-1,0 0,0 0,0 0,1 1,-1-1,0 0,0 0,0 1,0-1,0 0,0 0,1 0,-1 0,0 1,0-1,0 0,1 0,-1 0,0 0,0 0,0 0,1 1,-1-1,0 0,0 0,1 0,-1 0,0 0,0 0,0 0,1 0,-1 0,0 0,0 0,1 0,-1 0,0 0,0 0,1 0,-1-1,6-9,0-17,-4 10,-2 0,0 0,-3-26,2 38,0 0,0 1,0-1,-1 0,1 0,-1 1,0-1,0 1,-1-1,0 1,1 0,-1 0,-1 0,1 0,0 1,-8-6,9 8,0-1,0 1,0 0,0 0,0 0,-1 1,1-1,0 0,0 1,-1 0,1-1,0 1,-1 0,1 0,0 0,-1 0,-3 2,2-1,0 0,0 1,0-1,0 1,0 0,1 1,-1-1,0 1,-3 3,2-1,-1 0,1 1,0 0,0 0,1 0,0 1,0-1,1 1,-1 0,-3 12,6-13,0-1,0 0,0 1,1-1,0 1,0-1,0 1,0-1,1 1,0-1,0 0,1 1,0-1,0 0,0 0,0 0,1 0,-1-1,1 1,1-1,-1 1,1-1,-1 0,1 0,0-1,1 1,-1-1,1 0,-1 0,1 0,0-1,0 1,0-1,0-1,0 1,1-1,-1 0,8 1,-1-1,0-1,-1 0,1-1,0 0,0-1,-1-1,1 1,-1-2,1 0,-1 0,15-9,-19 9,0 0,-1 0,1-1,-1 0,0 0,0-1,-1 1,6-8,-8 8,-1 1,1 0,-1 0,0-1,0 1,0-1,-1 0,0 0,0 1,0-1,0 0,-1 0,1-9,-2 10,1 1,-1-1,1 0,-1 0,0 0,0 0,-1 0,1 1,-1-1,0 1,0-1,0 1,0 0,-1 0,1-1,-1 2,0-1,-3-2,2 1,0 1,-1 1,0-1,0 1,0 0,0 0,0 0,0 1,0 0,0 0,-1 0,-6 0,6 1,0-1,0 2,1-1,-1 1,0-1,0 2,1-1,-1 1,1-1,-1 2,1-1,0 0,0 1,0 0,0 0,0 1,1-1,-1 1,1 0,0 0,0 1,0-1,1 1,0 0,-4 6,6-7,1-1,-1 1,1-1,0 1,-1 0,2-1,-1 1,0-1,1 1,-1 0,1-1,0 0,0 1,1-1,-1 1,1-1,-1 0,1 0,0 0,3 3,0 1,-1-1,1 0,1 0,-1-1,1 0,0 0,1 0,7 5,-13-9,0-1,0 1,0-1,0 0,0 1,0-1,0 1,0-1,0 0,1 0,-1 0,0 0,0 0,0 0,0 0,0 0,0 0,0 0,0-1,0 1,0 0,0-1,0 1,0-1,0 1,2-2,-2 1,1-1,-1 0,1 0,-1 0,1 0,-1 0,0 0,0 0,0 0,0 0,0-5,1 0,-1 0,0 1,0-1,0 0,-1 0,-1 0,-1-14,2 30,0-5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10.05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0 293,'2'0,"0"-1,1 1,-1-1,0 1,0 0,1 0,-1 0,0 0,3 1,9 0,113-16,-40 4,229-22,457-53,-97-31,-631 108,-29 5,98-14,-326 28,34-3,-1036 135,1091-119,24-4,-177 12,263-31,13-1,25-1,272-35,-145 15,670-50,-681 65,147-1,-285 7,-7 0,-3-2,2-1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10.76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638 1,'0'0,"0"0,0 0,-7 10,-135 115,64-61,-130 127,161-143,2 2,-47 69,90-116,-1 0,2 0,-1 0,0 0,1 0,-1 0,1 1,0-1,0 1,0-1,0 5,1-5,0-1,1 1,-1-1,1 1,0-1,-1 1,1-1,0 0,1 1,-1-1,0 0,1 0,-1 0,1 0,-1 0,4 3,14 13,1-1,0-1,1 0,34 18,97 42,-126-64,271 119,149 72,-428-194,-18-10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2:29.98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0 211,'2'1,"0"-1,0 0,0 0,0 0,0 0,0 0,0 0,0 0,0-1,4 0,2-1,98-16,307-36,-38 45,0 0,963-63,-1114 63,252-18,-446 23,-19 2,0 1,0 0,0 0,0 1,11 1,-31-2,-1 1,1 0,-16 1,-6 0,-158 8,-195 33,165-14,-812 64,299-54,693-38,26 0,23 0,2889-160,-2822 151,44-5,186 2,-300 13,-7-1,0 0,0 0,0 0,0 0,0 0,0 0,0 0,0 0,0 0,0 1,0-1,0 0,0 0,0 0,0 0,0 0,0 0,0 0,0 0,0 0,0 0,0 0,0 0,0 0,0 0,0 0,0 0,0 0,-3 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2:31.09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32 1,'0'0,"0"0,0 0,0 0,0 0,0 0,10 11,5 14,0 0,-2 2,17 46,-18-43,99 309,-77-225,-34-112,19 69,-18-64,0 0,0 0,-1 0,0-1,0 1,0 0,-1 0,-2 10,-27-29,-47-26,56 26,0 1,-1 1,0 1,0 1,-47-10,69 18,0 0,0 0,0 0,-1 0,1-1,0 1,0 0,0 0,0 0,0 0,-1 0,1 0,0 0,0 0,0 0,0 0,0 0,-1 0,1 0,0 0,0 0,0 0,0 0,0 0,0 0,-1 0,1 0,0 1,0-1,0 0,0 0,0 0,0 0,-1 0,1 0,0 0,0 0,0 1,0-1,0 0,0 0,0 0,0 0,0 0,0 0,0 1,0-1,0 0,0 0,0 0,0 0,0 0,0 1,0-1,0 0,0 0,0 0,0 0,0 0,0 0,0 1,0-1,0 0,0 0,0 0,11 13,18 11,-12-14,-1 0,2-1,-1-1,1-1,0 0,1-2,-1 0,1 0,0-2,0-1,1 0,31-2,-34-1,0 0,-1-2,1 0,-1-1,0-1,0 0,0-1,-1-1,0 0,0-1,-1-1,0 0,0-1,23-22,-13 1,-17 21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2:33.07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470 1,'0'0,"-13"3,-15 9,0 0,1 2,1 2,0 0,1 1,-42 40,22-13,1 2,-46 66,83-102,1-2,1-1,-1 1,-1-1,-12 11,29-52,16-31,-14 30,2 1,37-63,-45 88,1 0,-1 0,2 0,0 1,0 0,0 0,1 1,0 0,0 0,1 1,0 1,0 0,0 0,12-4,-8 5,1 1,0 0,0 1,0 0,0 1,0 1,1 1,-1 0,0 1,0 0,-1 1,22 7,10 8,-2 1,65 38,-80-41,44 30,-59-36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2:35.2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3388,'7'-25,"-3"17,0 1,1 0,0 0,1 1,-1-1,1 1,7-5,10-12,-20 21,0 0,0 0,0 0,0 0,0 0,1 1,-1-1,0 1,1 0,-1 0,1 1,-1-1,7 0,5-1,1-6,-15 7,0 0,1 0,-1 0,1 0,0 0,-1 1,1-1,0 1,-1-1,1 1,0 0,1-1,5 0,0-1,0-1,0 1,0-1,-1-1,1 1,7-6,-8 5,10-7,-2 0,1-1,-1-1,-1-1,0 0,12-16,29-29,-11 22,1 3,2 1,62-32,-16 9,386-293,-154 103,319-186,-234 162,322-178,-135 88,-567 341,587-359,-605 372,104-59,189-75,-256 123,51-21,-85 32,-1-2,1 1,-1-2,16-13,-30 22,0 0,0 0,0 0,0 0,0 0,0 0,0 0,0 0,0 0,0 0,0 0,-1 0,1-1,0 1,0 0,0 0,0 0,0 0,0 0,0 0,0 0,0 0,0 0,0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2:36.1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0 425,'26'-2,"0"-1,-1-1,0-2,42-13,-42 11,141-48,-3-7,237-128,-393 187,0 1,0-1,1 0,-1 0,0-1,-1 0,1 0,-1 0,0-1,7-9,-13 15,1-1,-1 1,0 0,0 0,0-1,0 1,0 0,0 0,0-1,0 1,0 0,0 0,0-1,0 1,0 0,0 0,0-1,0 1,0 0,0 0,0 0,0-1,0 1,0 0,-1 0,1-1,0 1,0 0,0 0,0 0,0-1,-1 1,1 0,0 0,0 0,0 0,-1 0,1-1,0 1,0 0,-1 0,1 0,0 0,0 0,0 0,-1 0,1 0,-1 0,-15-3,14 3,-19-1,-1 1,1 1,-1 1,1 1,-37 10,24-3,0 1,-55 28,73-31,1 0,1 1,-1 1,1 0,1 1,0 1,0 0,1 1,-15 21,22-27,1 0,0 0,0 1,1-1,0 1,0 0,0 0,1 0,1 0,-1 0,1 0,1 0,0 1,0-1,0 0,1 0,0 1,1-1,0 0,0 0,7 15,-3-9,1-1,1 1,0-2,1 1,1-1,0 0,14 13,-6-9,0-2,1 0,1-1,26 14,-7-9,1-1,0-2,1-2,74 14,-32-16,0-3,0-4,1-3,85-11,-166 10,-3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12.7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22,'0'0,"0"0,0 0,3 0,3 0,2 0,-2 0,2 0,1 0,3 0,1 0,5-2,4-4,1-1,-3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13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1 274,'7'-1,"0"0,0 0,0 1,0 0,8 1,10 1,63-3,114-15,-83 4,137 4,-74 5,-114 0</inkml:trace>
  <inkml:trace contextRef="#ctx0" brushRef="#br0" timeOffset="1">1850 160,'0'0,"2"0,7 0,10 0,10-2,13-2,14 0,16 1,4 1,-10 1</inkml:trace>
  <inkml:trace contextRef="#ctx0" brushRef="#br0" timeOffset="2">3441 1,'0'0,"3"0,9 0,10 0,10 0,11 0,0 0,-7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17.5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63 417,'0'-19,"-1"-17,0 19,0 1,4-32,-2 46,0 0,1-1,-1 1,0 0,0 0,1 0,0 0,-1 0,1 0,0 0,0 0,0 1,0-1,0 1,0-1,0 1,1 0,-1 0,1 0,-1 0,0 0,1 1,-1-1,1 1,0-1,-1 1,1 0,-1 0,5 1,-1 1,-1 0,1 0,-1 1,1 0,-1 0,0 1,0-1,-1 1,6 5,-7-7,-1 0,0 0,0 0,0 1,0-1,0 1,-1-1,1 1,-1 0,0-1,1 1,-1 0,0 0,-1 0,1 0,0 0,-1 0,0 0,0 0,0 3,-3-66,3 60,0 0,0 0,0 0,0-1,0 1,0 0,0 0,0 0,0 0,0 0,0-1,1 1,-1 0,0 0,0 0,0 0,0 0,0-1,0 1,0 0,0 0,0 0,0 0,1 0,-1 0,0 0,0 0,0-1,0 1,0 0,0 0,1 0,-1 0,0 0,0 0,0 0,0 0,0 0,1 0,-1 0,0 0,0 0,0 0,0 0,1 0,-1 0,0 0,0 0,12 6,11 14,-21-19,15 17,-16-18,-1 1,1 0,0-1,-1 1,1 0,-1-1,1 1,-1 0,0 0,1 0,-1-1,0 1,1 0,-1 0,0 0,0 0,0-1,0 1,0 0,0 0,0 0,0 0,0 0,0 1,-2-3,-1 0,1 0,0 1,0-1,0 0,0 0,1-1,-1 1,-2-2,-22-20,2 2,17 16,7 9,3 5,0 0,-1 1,0-1,0 0,-1 1,0 0,-1 11,-3-20,0-1,0 1,0-1,-1 0,1 0,0 0,0 0,0 0,-6-2,2 0,-1 0,0-1,1 0,0-1,0 1,0-1,0-1,0 1,1-1,0-1,0 1,0-1,1 0,-6-8,1 2,1-1,1-1,0 0,1 0,0 0,-6-20,12 29,0 0,0 0,0 0,1 0,-1 0,1 1,1-1,-1 0,1 0,-1 0,1 0,1 0,-1 1,3-7,-3 9,0 1,0-1,0 0,0 1,0-1,1 1,-1-1,0 1,1 0,-1-1,1 1,0 0,-1 0,1 0,0 0,-1 0,1 1,0-1,0 0,0 1,0-1,0 1,0 0,0 0,0 0,0 0,-1 0,1 0,0 0,0 1,0-1,0 1,0-1,0 1,0 0,-1 0,1 0,1 1,5 2,-1 0,0 1,0 0,0 1,-1 0,0 0,0 0,0 1,-1-1,0 1,0 1,4 9,-3-6,-1 1,0-1,-1 1,0 0,-1 0,0 1,1 22,-3-33,-1 1,0 0,0-1,0 1,0-1,-1 1,1-1,-1 1,1-1,-1 0,0 1,0-1,0 0,0 1,-1-1,1 0,0 0,-1 0,0 0,1 0,-1 0,0-1,0 1,-3 2,2-3,0 0,0 0,0 0,0 0,-1-1,1 1,0-1,0 0,0 0,-1 0,1 0,0 0,0-1,0 0,0 1,0-1,0 0,0-1,-4-1,1 1,1-2,0 1,-1 0,1-1,0 0,1 0,-1-1,1 1,0-1,0 0,-5-7,8 9,-1 1,1-1,-1 0,1 1,0-1,0 0,0 0,1 0,-1 0,1 0,-1 0,1 0,0 0,0 0,1 0,-1 0,0 0,1 0,0 0,0 0,0 0,0 0,0 1,1-1,2-4,-3 5,1 1,-1-1,1 1,-1 0,1-1,0 1,-1 0,1 0,0 0,0 0,0 1,0-1,0 0,0 1,0-1,0 1,0 0,0 0,0 0,0 0,0 0,0 0,0 0,0 1,0-1,0 1,0-1,3 2,8 3,-2 0,1 1,16 10,-18-10,-5-3,6 3,0 0,-1 1,0 0,0 0,-1 1,1 0,-2 1,11 12,-19-21,-1 0,1 0,0 0,0 0,0 0,0 0,0 0,0 0,0 0,0 0,0 0,0 0,0 0,0 0,0 0,-1 0,1 0,0 0,0 0,0 0,0 0,0 0,0 0,0 0,0 0,0 0,0 0,0 0,0 0,0 0,0 0,0 0,0 1,0-1,0 0,0 0,0 0,0 0,0 0,-1 0,1 0,0 0,0 0,0 0,0 0,0 0,1 0,-1 1,0-1,0 0,0 0,0 0,0 0,0 0,0 0,0 0,0 0,0 0,0 0,-11-5,-11-9,13 6,0 0,0 0,-13-18,20 22,0 1,0 0,0-1,0 1,0-1,1 1,-1-1,1 0,0 0,0 0,1 1,-1-1,1 0,0 0,0-7,0 10,1 1,-1-1,0 0,1 1,-1-1,0 0,1 1,-1-1,0 0,1 1,-1-1,1 1,0-1,-1 1,1-1,-1 1,1 0,-1-1,1 1,0-1,-1 1,1 0,0 0,0 0,-1-1,1 1,0 0,-1 0,1 0,0 0,0 0,-1 0,1 0,0 0,0 0,-1 1,2-1,28 10,-14-3,0 1,-1 0,18 14,-29-19,0 0,0 0,0 0,0 1,-1 0,1 0,-1 0,0 0,0 0,-1 0,1 1,-1-1,0 1,0 0,2 9,-4-13,0-1,-1 1,1-1,0 0,0 1,-1-1,1 0,0 1,-1-1,1 0,0 1,-1-1,1 0,-1 1,1-1,-1 0,1 0,-1 0,1 0,0 1,-1-1,1 0,-1 0,1 0,-1 0,1 0,-1 0,1 0,-1 0,1 0,-1 0,0-1,-21 0,20 0,-7 0,-1-1,0-1,1 0,-1 0,1-1,0 0,0 0,-9-8,11 8,1 0,0-1,0 0,0 0,1 0,0-1,0 0,0 0,1 0,0 0,-5-10,10 16,3 7,5 14,-7-11,-1 0,0 1,-1-1,0 0,-1 0,0 0,-5 20,4-24,1 0,-1 0,-1 0,1-1,-1 1,0-1,0 1,-1-1,1 0,-1 0,-1 0,1-1,0 0,-7 5,10-8,0 0,0-1,-1 1,1 0,-1 0,1-1,-1 1,1-1,-1 1,1-1,-1 0,0 0,1 0,-1 1,1-1,-1-1,0 1,1 0,-1 0,1-1,-3 0,2 0,-1 0,1-1,-1 1,1-1,0 0,-1 0,1 1,0-2,0 1,-3-4,0-3,-1 1,2-1,-1 0,1 0,-5-19,6 12,0-1,0 0,2 0,0 0,1 0,3-28,-1 31,0 1,1 0,1 0,0 0,0 1,2-1,-1 1,1 0,8-11,-12 21,0-1,0 1,0 0,0-1,0 1,0 0,1 0,-1 0,0 1,1-1,0 1,-1-1,1 1,0 0,0 0,0 0,6-1,-7 2,1 0,-1 0,1 1,-1-1,1 1,-1-1,1 1,-1 0,0 0,1 0,-1 0,0 0,0 1,0-1,0 1,0-1,0 1,0 0,-1 0,1 0,0 0,1 2,1 4,1 0,-1 0,0 0,-1 1,0-1,-1 1,1 0,0 12,-1-7,-1-1,0 0,-1 0,0 0,-4 17,4-26,-1 0,0 0,-1 0,1 0,-1 0,0 0,0 0,0-1,0 1,-1-1,1 1,-1-1,0 0,0 0,0 0,0 0,-1-1,-6 5,8-6,-1 0,1-1,-1 1,1 0,-1-1,1 1,-1-1,1 0,-1 0,1 0,-1 0,1 0,-1 0,0-1,1 0,0 1,-1-1,1 0,-1 0,1 0,0 0,0-1,-1 1,1 0,0-1,0 0,0 1,1-1,-1 0,0 0,1 0,-2-3,0 1,1 0,0-1,0 1,0-1,0 1,1-1,0 0,0 0,0 0,0 1,1-1,0 0,0 0,0 0,1 0,-1 0,1 0,2-5,-2 7,-1 1,1-1,0 1,0 0,0-1,0 1,1 0,-1 0,0 0,1 0,0 0,-1 0,1 0,0 0,0 1,0-1,0 1,0-1,0 1,1 0,-1 0,0 0,1 0,-1 0,0 1,1-1,-1 1,1-1,-1 1,1 0,0 0,-1 0,1 0,-1 1,1-1,3 2,7 2,0 2,-1 0,0 0,0 1,-1 0,1 1,-2 1,1 0,-1 0,0 1,10 14,-56-44,6-7,22 19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13.1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0 273,'0'0,"3"0,4 0,8 0,10-3,12-3,5-2,-4 2</inkml:trace>
  <inkml:trace contextRef="#ctx0" brushRef="#br0" timeOffset="1">708 160,'0'0,"0"0,0 0,3 0,3 0,9 0,11 0,2 0,-2 0</inkml:trace>
  <inkml:trace contextRef="#ctx0" brushRef="#br0" timeOffset="2">1640 0,'0'0,"3"0,3 0,10 0,12 0,12 0,6 0,-6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0:13.4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92,'0'0,"3"0,0 0,0 0</inkml:trace>
  <inkml:trace contextRef="#ctx0" brushRef="#br0" timeOffset="1">723 27,'0'0,"3"0,3 0,9 0,11-3,14-3,14-1,3 1,-8 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19.1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0 455,'0'0,"0"0,0 0,4-19,4 3,0 0,2 1,0 0,1 0,0 1,1 1,0 0,1 0,18-12,-26 22,1 0,-1 0,1 1,0-1,0 1,0 1,0-1,0 1,0 0,8 0,-9 0,0 1,0 0,-1 0,1 1,0 0,0-1,-1 2,1-1,-1 0,1 1,-1 0,1 0,-1 0,4 3,-11-14,0-1,0 1,-2-17,2 12,-2-12,0 0,2 0,0 0,3-38,0 63,0 0,0 0,0 0,0 0,0 0,0 0,0 1,1-1,-1 0,0 0,1 0,-1 0,1 1,-1-1,1 0,-1 0,1 1,-1-1,1 0,0 1,-1-1,1 1,0-1,0 1,-1-1,1 1,1-1,0 0,0 1,1 0,-1 0,0 0,0 0,0 0,0 1,0-1,0 0,0 1,3 1,6 3,0 0,0 1,11 8,-20-13,10 8,0 0,-1 0,0 1,18 21,-25-25,1 0,-1 0,0 0,-1 0,0 0,0 1,0 0,-1-1,1 1,-2 0,1 0,0 8,-2-12,0-1,0 0,0 0,0 0,-1 0,1 1,-1-1,1 0,-1 0,0 0,0 0,0 0,0 0,0 0,0-1,-1 1,1 0,-3 2,1-1,-1 0,0-1,0 1,0-1,0 1,0-1,-1 0,-4 1,-8 1,1 0,-1-1,-28 1,31-3,0-1,0 0,1-1,-1-1,0 0,1-1,-1 0,1-1,0-1,0 0,-15-8,21 9,0 0,1-1,-1 0,1 0,0 0,1-1,-1 0,1 0,0-1,1 1,0-1,0 0,0 0,0 0,1-1,1 1,-1-1,1 0,1 0,-2-14,2 18,1 0,0 0,-1 0,2 0,-1 0,0 1,1-1,0 0,0 0,0 0,0 0,1 1,0-1,-1 0,1 1,1-1,-1 1,0 0,1 0,-1 0,1 0,0 0,0 1,6-4,-4 3,0 1,0-1,0 2,1-1,-1 0,0 1,1 0,0 0,-1 1,1 0,-1-1,1 2,0-1,-1 1,1 0,9 3,-4-1,-1 1,0 0,0 1,0 0,-1 0,0 1,0 0,0 1,11 11,-15-13,-1 0,0 0,0 0,0 1,0-1,-1 1,0 0,0 0,0 0,-1 0,0 1,0-1,-1 1,1-1,-2 1,1 11,-1-16,0 1,0-1,-1 1,1-1,-1 0,1 1,-1-1,0 0,0 1,0-1,0 0,-1 0,1 0,0 0,-1 0,0 0,1 0,-4 2,2-2,-1 0,0 1,1-1,-1-1,0 1,0 0,0-1,0 0,-1 0,-3 1,1-1,0-1,-1 1,1-1,0-1,0 1,0-1,0 0,0-1,0 0,1 0,-1 0,-11-6,11 3,1 0,0 0,1-1,-1 1,1-1,0 0,0-1,1 1,0-1,0 0,0 0,1 0,-4-13,4 9,0 0,1 0,0 0,1 0,0-1,0 1,2 0,-1 0,3-13,-3 24,0 0,0 0,0 0,0 0,0 0,0 0,0 0,0 0,1 0,-1-1,0 1,0 0,0 0,0 0,0 0,0 0,0 0,0 0,0 0,0 0,0 0,1 0,-1 0,0 0,0 0,0 0,0 0,0 0,0 0,0 0,0 0,1 0,-1 0,0 0,0 0,0 0,0 0,0 0,0 0,0 0,0 0,0 0,1 0,-1 0,0 0,0 0,0 0,0 1,0-1,0 0,0 0,0 0,0 0,0 0,0 0,0 0,0 0,0 0,0 1,9 8,4 13,-8-10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21.1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278 291,'-30'0,"8"1,1-1,0 0,0-1,1-1,-32-7,47 8,0-1,0 1,0-1,0 0,1 0,-1-1,1 1,0-1,0 0,0-1,0 1,0 0,1-1,-1 0,1 0,0 0,0 0,1-1,-1 1,1-1,0 1,0-1,0 0,0-6,1 11,1-1,0 0,0 0,0 1,0-1,0 0,0 1,0-1,0 0,0 1,0-1,0 0,1 1,-1-1,0 0,0 1,1-1,-1 0,0 1,1-1,-1 1,1-1,-1 1,1-1,0 0,1 0,-1 0,1 0,-1 0,1 1,0-1,-1 1,1-1,0 1,-1-1,4 1,-2 0,1-1,-1 1,0 1,1-1,-1 0,1 1,-1-1,1 1,-1 0,5 2,-6-1,1 0,-1-1,0 1,1 0,-1 0,0 0,0 0,0 1,-1-1,1 1,-1-1,1 1,-1-1,0 1,0 0,0-1,0 1,0 0,-1 0,1 0,-1 3,1-25,-2 13,1 0,0 0,1 0,0 1,1-9,-1 11,0 0,1 0,-1 0,1 0,-1 0,1 1,0-1,0 0,0 1,0-1,1 1,-1 0,1 0,-1 0,1 0,0 0,0 0,0 1,0-1,0 1,0 0,5-1,-4 1,0 0,0 1,1 0,-1 0,0 0,0 0,1 1,-1-1,0 1,0 0,0 1,0-1,0 1,0-1,0 1,-1 0,6 4,-8-5,1 0,-1 0,1 0,-1 0,0 1,1-1,-1 0,0 1,0-1,0 1,0-1,0 1,0 0,-1-1,1 1,0 0,-1-1,1 1,-1 0,0 0,1 0,-1-1,0 1,0 0,0 0,-1 0,0 2,1-2,-1 0,0 0,0 0,-1 0,1 0,0-1,0 1,-1 0,1-1,-1 1,0-1,1 0,-1 1,0-1,0 0,0 0,0 0,0 0,0-1,0 1,0 0,0-1,-3 1,-5 0,-1 0,1-1,0 0,-1-1,1 0,-1 0,1-1,0 0,0-1,-14-6,17 6,1 1,0-1,0-1,0 1,1-1,-1 0,1 0,0 0,0-1,0 0,1 0,-1 0,1-1,1 1,-1-1,1 0,-4-9,7 15,0-1,0 1,0 0,0-1,1 1,-1-1,0 1,0 0,1-1,-1 1,0 0,0 0,1-1,-1 1,0 0,1 0,-1-1,0 1,1 0,-1 0,0 0,1-1,-1 1,1 0,-1 0,0 0,1 0,-1 0,1 0,-1 0,0 0,1 0,-1 0,1 0,-1 0,0 0,1 0,0 1,21 0,-20-1,9 2,0 0,-1 0,1 1,0 1,-1 0,0 0,0 1,18 11,-24-13,-1-1,1 0,-1 1,0 0,0 0,0 0,0 0,0 0,-1 0,1 1,-1 0,0-1,0 1,-1 0,1 0,-1 0,1 0,-1 0,0 0,-1 0,1 0,-1 0,0 1,0-1,0 0,-2 6,2-8,0 0,-1 0,1-1,-1 1,0-1,1 1,-1 0,0-1,0 1,0-1,0 0,0 1,-1-1,1 0,0 0,-1 1,1-1,-1 0,1-1,-3 3,1-2,0-1,0 1,0 0,0-1,0 1,-1-1,1 0,0 0,0 0,0-1,-3 0,-2-1,0 0,0 0,1-1,-1 0,1-1,0 1,0-1,-8-7,10 7,0 0,1-1,-1 0,1 0,1 0,-1-1,1 1,-1-1,2 0,-1 1,1-1,-1-1,2 1,-1 0,1 0,-1-11,2 13,-1 0,2 0,-1 0,0 0,1 0,0 0,0 0,0 0,0 0,1 0,-1 0,1 1,0-1,0 1,1-1,-1 1,1 0,-1 0,1 0,0 0,0 0,0 1,1-1,-1 1,1 0,-1 0,6-2,-3 2,-1 1,1 0,0 0,0 0,0 1,0 0,0 0,0 0,-1 1,1-1,0 2,0-1,0 1,-1-1,6 4,2 0,-1 0,-1 1,1 1,-1 0,17 14,-22-16,-1 0,0 0,-1 0,1 1,6 11,-9-14,-1 0,1 1,-1-1,1 1,-1-1,0 1,0 0,-1-1,1 1,-1 0,0 0,0 6,0-10,0 0,0 0,0 0,0 0,0 0,0 0,0 0,0 1,0-1,0 0,0 0,0 0,0 0,0 0,0 0,0 0,0 1,0-1,0 0,0 0,0 0,0 0,0 0,0 0,-1 0,1 0,0 0,0 0,0 1,0-1,0 0,0 0,0 0,0 0,0 0,-1 0,1 0,0 0,0 0,0 0,0 0,0 0,0 0,0 0,-1 0,1 0,0 0,0 0,0 0,0 0,0 0,0 0,0 0,-1 0,1 0,0 0,0-1,-7-7,-6-12,5 6,2 0,-1 0,2-1,0 1,0-1,2 0,0-1,-2-24,5 39,0 1,0-1,0 1,0-1,0 1,0 0,0-1,0 1,0-1,0 1,0 0,1-1,-1 1,0-1,0 1,0 0,1-1,-1 1,0 0,0-1,1 1,-1 0,0-1,1 1,-1 0,0-1,1 1,-1 0,1 0,13 1,19 15,-28-14,13 9,1 0,-2 2,1 0,-2 1,20 20,-42-41,0 1,-1 0,1 0,-1 1,-1-1,1 1,-1 1,0 0,0 0,0 0,-11-2,4 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6.8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0 160,'2'-1,"1"1,-1-1,0 0,0 1,0-1,1 0,-1 0,0-1,0 1,3-3,7-3,16-6,0 2,1 1,43-10,94-5,250-9,-406 33,0 0,0-1,0 0,0-1,13-5,-2-2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7.2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0 467,'0'0,"3"0,4 0,8-3,15-3,17-4,17-3,13-1,13-2,11-1,-4 4,-19 2</inkml:trace>
  <inkml:trace contextRef="#ctx0" brushRef="#br0" timeOffset="1">1447 177,'0'0,"0"0,2 0,5 0,5 0,10 0,15-2,14-5,10 0,-1 1,-9 1</inkml:trace>
  <inkml:trace contextRef="#ctx0" brushRef="#br0" timeOffset="2">2378 1,'0'0,"3"0,4 0,9 0,9 0,9 0,10 0,8 0,-2 0,-9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7.6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0 109,'3'0,"3"0,4 0,7 0,11 0,10 0,10 0,8 0,0 0,-10 0</inkml:trace>
  <inkml:trace contextRef="#ctx0" brushRef="#br0" timeOffset="1">1012 28,'0'0,"3"0,3 0,9 0,11-3,11-3,10-1,3 1,-7 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7.9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97,'9'2,"0"-1,0-1,0 1,17-3,3 0,28 3,60-1,135-16,-107 3,198 8,-233 6,-54-1</inkml:trace>
  <inkml:trace contextRef="#ctx0" brushRef="#br0" timeOffset="1">1721 66,'0'0,"3"0,6-3,10-3,10-4,10 0,11 2,6 2,6 2,3 2,1 1,-8 1,-14 0</inkml:trace>
  <inkml:trace contextRef="#ctx0" brushRef="#br0" timeOffset="2">3056 1,'0'0,"2"0,4 0,10 0,9 0,12 0,13 0,9 0,6 0,-6 0,-13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8.3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0,'0'0,"3"0,6 3,9 3,14 4,11 2,10 0,4 0,-5-2,-12-2</inkml:trace>
  <inkml:trace contextRef="#ctx0" brushRef="#br0" timeOffset="1">835 111,'0'0,"3"0,4 0,5 0,10-2,9-4,10-1,9 1,7 1,-1 2,-10 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18.6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2,'0'0,"3"0,6 0,10 0,15 3,16 1,10-1,6 0,3 2,-8 0,-15-1</inkml:trace>
  <inkml:trace contextRef="#ctx0" brushRef="#br0" timeOffset="1">1224 19,'0'0,"2"0,4 0,10 0,14 0,20 2,20 2,17 0,10-1,6-1,-10-1,-21 0</inkml:trace>
  <inkml:trace contextRef="#ctx0" brushRef="#br0" timeOffset="2">2702 35,'10'0,"1"-1,0 0,16-5,16-2,410-10,-371 18,433 8,-168 0,138-6,-440-2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33.4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898 2469,'0'0,"0"0,0 0,7-72,-1 9,-4-102,-7 0,-7 0,-35-163,-130-594,110 659,19 84,39 141,-18-46,24 74,-3-4,5 14,1 0,0 0,-1 0,1-1,-1 1,1 0,-1 0,1 0,0 0,-1 0,1 0,-1 0,1 0,-1 0,1 0,0 0,-1 1,1-1,-1 0,1 0,0 0,-1 0,1 1,-1-1,1 0,0 0,-1 1,1-1,0 0,-1 1,1-1,0 0,-1 1,-19 20,0 1,-27 37,20-23,-161 227,27-36,135-196,17-21,13-16,49-57,4 1,1 3,109-83,-138 119,0 2,1 2,1 0,1 2,63-24,-82 36,1 1,-1 1,1 0,0 1,0 0,0 1,0 1,0 0,0 1,0 0,0 1,-1 1,1 0,-1 1,1 1,-1 0,0 0,13 9,-5 1,0 0,-1 2,0 0,-2 2,32 39,-10-7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34.5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148 311,'0'4,"-1"0,0-1,0 1,0 0,0-1,-1 1,-2 5,-5 11,-79 378,84-375,-27 190,26-158,6 104,9-220,1 8,27-385,2-13,-29 393,11-81,-22 139,0-1,0 1,-1-1,1 1,0-1,1 1,-1-1,0 1,0-1,0 1,0-1,0 1,0 0,1-1,-1 1,0-1,0 1,0-1,1 1,-1 0,0-1,1 1,-1 0,0-1,1 1,-1 0,1 0,-1-1,0 1,1 0,-1 0,1-1,-1 1,1 0,-1 0,1 0,-1 0,0 0,1 0,-1 0,1 0,-1 0,1 0,-1 0,1 0,-1 0,1 0,-1 1,1-1,-1 0,1 0,26 18,-19-12,258 208,-142-111,93 82,174 132,-373-304,-10-9,-1 1,0 0,0 1,7 7,-14-13,1 0,-1 0,0 1,0-1,0 0,0 1,1-1,-1 0,0 1,0-1,0 0,0 1,0-1,0 1,0-1,0 0,0 1,0-1,0 0,-1 1,1-1,0 0,0 1,0-1,0 0,0 1,-1-1,1 0,0 0,0 1,-1-1,1 0,0 0,0 1,-1-1,1 0,0 0,-1 1,-14 8,-26 7,-1-1,-70 16,62-18,-362 90,-5-22,396-78,7 0,0-1,0-1,0 0,-16-2,25 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03.6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05.5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1,'0'0,"0"0,0 0,0 0,0 0,0 0,0 0,0 0,0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06.9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08.3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0,0 0,0 0,0 0,0 0,0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11.2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12.5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0,2 3,4 1,10-1,9 0,9-1,7 0,-1-2,-7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8:39.9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0,'0'0,"0"0,0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8:43.78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0,'0'0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8:51.7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179 209,'3'0,"0"-1,-1 1,1 0,-1 0,1 0,0 1,-1-1,1 1,-1-1,5 2,-2 1,1-1,-1 1,1-1,-1 1,0 1,-1-1,1 1,0 0,-1 0,0 0,0 1,0-1,-1 1,1 0,-1 0,0 0,-1 1,1-1,-1 1,2 9,1 3,-2 0,0 1,-1-1,-1 1,-2 23,1-40,0-1,0 0,0 1,0-1,0 0,0 1,-1-1,1 0,-1 1,1-1,0 0,-1 0,0 0,1 1,-1-1,-1 1,2-2,0 0,-1 1,1-1,-1 0,1 0,-1 0,1 0,-1 0,1 1,-1-1,1 0,-1 0,1 0,-1 0,1-1,-1 1,1 0,-1 0,1 0,-1 0,1 0,-1-1,1 1,0 0,-1 0,1-1,-1 1,-3-4,0 1,0-1,0 0,1 0,0 0,-4-6,-7-12,-21-46,31 60,1 0,0-1,0 1,1-1,0 0,1 0,0 0,0 0,1-13,0 22,0 0,0 0,0 0,0 0,0 0,0 0,0 0,1 0,-1 0,0 0,0 1,0-1,0 0,0 0,0 0,0 0,0 0,0 0,0 0,0 0,0 0,0 0,0 0,0 0,0 0,0 0,0 0,0 0,1 0,-1 0,0 0,0 0,0 0,0 0,0 0,0 0,0 0,0 0,0 0,0 0,0 0,0 0,0 0,0 0,0 0,1 0,-1 0,0 0,0 0,0 0,0 0,0 0,0 0,0 0,0-1,0 1,0 0,0 0,0 0,0 0,0 0,0 0,5 9,3 12,-6-9,0 1,-1-1,-1 17,-21-67,-33-106,47 121,1 0,1-1,2 0,-2-33,6 72,1-3,-1 1,-1-1,0 0,-1 0,-2 13,3-22,-1 0,0-1,1 1,-1 0,0 0,0-1,-1 1,1-1,0 1,-1-1,0 0,1 1,-1-1,0 0,0 0,0 0,-1 0,1-1,0 1,-1 0,1-1,-1 0,1 0,-1 0,0 0,1 0,-1 0,0 0,0-1,-4 1,-19-2,26 1,0-1,0 1,0 0,0 0,0 0,0 0,0 0,0 0,0 0,0 0,0 0,0 0,0 0,0 0,0 0,0 0,0 0,0 0,0 0,0 0,0 0,0 0,0 0,0-1,0 1,0 0,0 0,0 0,0 0,0 0,0 0,0 0,-1 0,1 0,0 0,15 0,-13 0,0 0,0 0,-1 1,1-1,0 1,0 0,-1-1,1 1,-1 0,1 0,0 0,-1 0,0 0,1 0,-1 0,0 1,3 2,-24-18,16 8,0 0,1-1,0 1,0-1,1 0,0 0,0 0,1 0,0-1,0 1,0 0,1 0,0-1,1 1,-1 0,2 0,-1-1,1 1,0 0,3-8,-5 14,1 1,-1 0,0-1,0 1,1-1,-1 1,0-1,0 1,1 0,-1-1,1 1,-1-1,0 1,1 0,-1 0,1-1,-1 1,1 0,-1 0,0-1,1 1,-1 0,1 0,-1 0,1 0,-1 0,1 0,0 0,-1 0,1 0,0 0,1 1,-1-1,0 1,0 0,0-1,0 1,0 0,0 0,0 0,0 0,-1-1,2 3,1 1,0 0,0 1,-1-1,0 1,3 6,-4-6,0-1,0 1,0 0,-1-1,1 1,-1 0,-1 0,1-1,0 1,-1 0,0 0,0-1,-1 1,1-1,-1 1,0-1,0 0,-1 1,1-1,-1 0,0-1,0 1,0 0,0-1,-1 0,1 0,-1 0,0 0,0 0,0-1,0 0,-7 3,11-5,0 1,-1-1,1 0,0 0,-1 0,1 0,-1 0,1 1,0-1,-1 0,1 0,0 0,-1 0,1 0,-1 0,1 0,0 0,-1-1,1 1,-1 0,1 0,0 0,-1 0,1 0,0-1,-1 1,1 0,0 0,-1 0,1-1,0 1,-1 0,1-1,0 1,0 0,-1-1,1 1,0 0,0-1,0 1,0 0,-1-1,1 1,0-1,0 1,0 0,0-1,0 1,0-1,0 1,0 0,0-1,0 1,0 0,0-1,0 1,1-1,-1 1,0 0,0-1,0 1,1 0,-1-1,0 0,13-29,-11 27,33-65,-17 67,-8-3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8:54.66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0,'0'0,"0"0,0 0,0 0,0 0,0 0,3 3,0 1,0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9:02.12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498 182,'0'0,"0"0,0 0,-19-19,-18-21,-27-25,56 57,-1 2,1-1,-1 1,0 0,-1 1,-10-5,13 8,-1 0,1 0,-1 1,0 0,1 0,-1 1,0 0,0 0,0 1,-12 2,18-2,-1 0,1 0,0 1,0-1,0 0,0 1,0-1,0 1,1 0,-1 0,1-1,-1 1,-2 4,-14 28,11-16,1-1,0 1,2 0,0 0,-2 30,4-11,4 69,-2-106,0 1,0-1,0 0,0 0,1 0,-1 1,0-1,0 0,0 0,0 0,0 1,0-1,0 0,1 0,-1 0,0 0,0 0,0 1,0-1,0 0,1 0,-1 0,0 0,0 0,0 0,1 0,-1 0,0 0,0 0,0 0,1 0,-1 0,0 0,0 0,0 0,1 0,-1 0,0 0,0 0,0 0,1 0,-1 0,0 0,0 0,0 0,0 0,1-1,-1 1,0 0,0 0,0 0,0 0,1 0,-1-1,0 1,0 0,0 0,0 0,0 0,0-1,0 1,0 0,11-12,-6 4,-1 0,0-1,0 1,-1-1,0 0,-1 0,0 0,0 0,0-17,0-5,-5-48,4 103,0-8,0 0,0 0,2 0,4 16,-6-28,0 0,1 0,-1 0,1 0,0 0,0 0,1 0,-1-1,1 1,0-1,0 0,0 0,0 0,0 0,1-1,-1 1,1-1,0 0,0 0,7 3,-9-4,0 0,0-1,0 1,0-1,0 0,0 1,0-1,1 0,-1 0,0 0,0-1,0 1,0 0,0-1,0 1,0-1,0 0,0 0,0 0,0 0,2-1,-1-1,-1 1,1-1,-1 1,0-1,0 0,0 0,0 0,0 0,-1 0,1-1,1-5,0-3,-1 0,0 0,-1 0,0 0,0 0,-3-18,1 19,-1 0,-1 1,1-1,-2 0,-6-13,9 20,-1 1,1-1,-1 1,0 0,0 0,-1-1,1 1,-1 1,0-1,1 0,-1 1,0-1,0 1,-1 0,1 0,0 0,-1 0,-5-1,6 2,0 1,1 0,-1 0,0 0,0 1,1-1,-1 1,0-1,0 1,1 0,-1 0,1 0,-1 0,1 1,-1-1,1 1,0-1,0 1,0 0,0 0,0 0,0 0,0 0,1 0,-2 3,1-2,0 0,0 0,0 0,1 0,-1 0,1 0,0 1,0-1,0 0,1 1,-1-1,1 1,-1-1,1 1,0-1,1 1,-1-1,1 0,1 7,0-7,-1 0,1 1,0-1,0 0,1 0,-1 0,0-1,1 1,0 0,0-1,0 0,0 0,0 0,0 0,1 0,-1 0,0-1,1 0,-1 0,1 0,0 0,-1 0,1-1,0 1,0-1,3 0,-4-1,0 1,1 0,-1-1,0 1,0-1,0 0,0 0,0 0,0 0,-1-1,1 1,0-1,-1 0,1 0,-1 0,1 0,-1 0,0 0,0-1,0 1,0-1,0 1,-1-1,1 0,-1 0,1 0,-1 0,0 0,-1 0,2-6,0-2,-1-1,-1 0,0 1,-3-23,3 34,0-1,0 1,0-1,0 1,0-1,0 0,-1 1,1-1,0 1,0-1,0 1,0 0,-1-1,1 1,0-1,-1 1,1-1,0 1,-1 0,1-1,0 1,-1 0,1-1,-1 1,1 0,-1-1,1 1,0 0,-1 0,1 0,-1-1,1 1,-1 0,0 0,0 0,-1 0,1 1,-1 0,0-1,1 1,-1 0,1-1,-1 1,1 0,0 0,-1 0,0 2,-5 3,1 1,0 0,-7 10,8-9,0 1,1 0,0 0,0 0,1 0,1 1,-1-1,1 1,1 0,0 0,0 0,1 0,0-1,1 1,2 13,-3-22,0 0,0 0,1 0,-1 0,0 0,0 0,1 0,-1 0,1 1,-1-1,1-1,-1 1,1 0,0 0,0 0,-1 0,1 0,0-1,0 1,0 0,0-1,0 1,0 0,0-1,0 1,0-1,0 0,0 1,0-1,0 0,0 0,0 1,0-1,0 0,1 0,-1 0,0 0,0-1,0 1,0 0,0 0,2-1,0-1,0 1,0-1,0 0,-1 0,1 0,0-1,-1 1,1 0,-1-1,0 0,0 1,3-6,-1 0,-1-1,1 1,-1-1,-1 1,0-1,0 0,1-13,-3 19,1 0,-1 0,0 0,0 0,0 0,-1 0,1 0,-1 0,1 0,-1 0,0 0,0 0,0 0,-1 1,1-1,-1 0,1 1,-1-1,0 1,0 0,0-1,0 1,-1 0,1 0,-4-2,3 3,1 0,0 1,0-1,0 1,0 0,0 0,-1 0,1 0,0 0,0 0,0 0,-1 1,1-1,0 1,0-1,0 1,0 0,0 0,0 0,0 0,0 0,0 1,1-1,-4 3,-2 2,1 0,0 1,1-1,-10 15,9-12,1 1,0 0,0 1,1-1,1 1,-3 14,5-22,1 0,-1 0,1 0,0 0,0 0,0 0,0 0,1 0,0 0,-1 0,1 0,2 4,-2-6,0 1,0-1,0 1,0-1,0 0,1 1,-1-1,0 0,1 0,-1 0,1 0,-1 0,1 0,0-1,-1 1,1 0,0-1,-1 0,1 1,0-1,0 0,3 0,-1 0,0 0,1-1,-1 1,0-1,0 0,0 0,0-1,0 1,0-1,-1 0,1 0,0 0,-1-1,0 1,1-1,-1 0,0 0,0 0,-1 0,1 0,-1 0,4-7,-4 7,0 0,0-1,0 1,-1-1,0 1,0-1,0 1,0-1,0 0,-1 1,1-1,-1 0,0 1,0-1,0 0,-1 0,1 1,-1-1,0 0,0 1,-1-1,1 1,-1 0,1-1,-4-3,3 4,1 1,-1 1,0-1,0 0,0 0,-1 1,1-1,0 1,-1 0,1-1,-1 1,1 0,-1 0,1 1,-1-1,0 1,1-1,-1 1,0 0,1 0,-1 0,0 0,0 0,1 1,-1-1,0 1,1 0,-1 0,1 0,-1 0,1 0,-4 3,2-2,0 0,0 1,1 0,-1-1,1 2,-1-1,1 0,0 0,0 1,0 0,1 0,-1 0,1 0,0 0,0 0,1 0,-1 1,-1 7,3-10,0-1,-1 0,1 1,0-1,0 0,0 0,0 1,1-1,-1 0,0 1,0-1,1 0,-1 0,1 1,-1-1,1 0,-1 0,1 0,0 0,0 0,-1 0,1 0,0 0,0 0,0 0,0 0,0-1,0 1,1 0,-1-1,0 1,0-1,0 1,1-1,-1 1,0-1,0 0,1 0,-1 0,0 1,1-1,-1 0,0-1,0 1,2 0,3-1,-1 0,0 0,0 0,1-1,-1 1,0-1,-1 0,1-1,0 1,4-4,-5 3,0-1,0 0,0 1,-1-1,0-1,1 1,-1 0,-1-1,1 1,-1-1,0 0,0 0,0 0,-1 0,1 0,-1 0,0-1,-1 1,0 0,1-1,-1 1,-1 0,1 0,-3-8,3 12,0 0,-1 0,1-1,-1 1,0 0,1 0,-1 0,0 0,0 0,1 0,-1 0,0 0,0 0,0 0,0 1,0-1,0 0,-1 1,1-1,0 0,0 1,0 0,-3-1,1 0,0 1,0 0,0 0,0 0,0 1,0-1,0 1,0 0,-5 2,-2 1,1 0,0 1,0 0,1 0,-11 9,10-6,0 1,0 0,1 0,0 1,1 0,0 0,1 1,0 0,0 0,-5 16,11-26,-1-1,1 1,0-1,-1 1,1-1,0 1,0-1,0 1,0-1,0 1,0-1,0 1,-1-1,1 1,1 0,-1-1,0 1,0-1,0 1,0-1,0 1,0-1,1 1,-1-1,0 1,0-1,1 1,-1-1,0 0,1 1,-1-1,0 1,1-1,-1 0,1 1,-1-1,1 0,-1 1,1-1,-1 0,1 0,-1 0,1 1,-1-1,1 0,-1 0,1 0,-1 0,1 0,-1 0,1 0,-1 0,1 0,0 0,2-1,0 1,-1-1,1 0,0 0,-1 0,1 0,-1 0,0 0,5-4,-2 0,0-1,0 0,0 0,0 0,-1 0,0-1,-1 0,1 0,-1 0,-1 0,3-9,-3 10,-1 0,0 0,0 0,0 0,0 0,-1 0,0 0,-1 0,1 0,-1 0,0 0,-1 1,1-1,-6-11,6 15,0 1,0-1,0 1,0-1,0 1,-1 0,1-1,-1 1,1 0,-1 0,1 0,-1 0,0 0,1 0,-1 0,0 1,0-1,0 1,1-1,-1 1,0 0,0-1,0 1,0 0,0 0,0 1,0-1,0 0,1 1,-1-1,0 1,0-1,0 1,1 0,-1 0,-2 1,-4 2,0 1,1 0,0 0,0 0,0 1,-10 11,8-7,1 2,-1-1,-7 17,13-24,0 1,1 0,0 0,0 0,1 0,-1 0,1 1,0-1,0 0,1 1,0 8,0-12,0-1,1 0,-1 0,1 0,-1 0,1 0,0 0,-1 0,1 0,0 0,-1 0,1 0,0 0,0-1,0 1,0 0,0-1,0 1,0 0,0-1,0 1,0-1,0 0,1 1,-1-1,0 0,0 0,0 0,1 1,-1-1,0 0,0-1,0 1,0 0,2-1,5 0,0 0,0 0,13-6,-10 3,-1 0,0-1,1 0,10-8,-18 12,0-2,0 1,0 0,-1-1,1 1,0-1,-1 0,0 0,1 0,-1 0,-1 0,1 0,0 0,-1-1,1 1,0-7,-16 28,-8 16,20-31,-2 4,0 0,0 0,1 0,-4 13,7-19,-1 0,1 0,0 0,0 0,0 0,-1 0,1 0,0 0,0 1,1-1,-1 0,0 0,0 0,0 0,1 0,-1 0,0 0,1 0,-1 0,1 0,0 0,-1 0,1 0,-1 0,1-1,0 1,0 0,0 0,0-1,-1 1,1 0,0-1,0 1,0-1,0 1,0-1,0 0,0 1,0-1,1 0,-1 0,2 0,3 1,0-1,0 0,0-1,0 0,0 0,0 0,0-1,0 1,0-1,-1-1,1 1,-1-1,8-5,4-3,-1-1,26-23,-35 29,-1-1,1-1,9-12,-15 17,1 0,0 0,-1 0,1 0,-1 0,0 0,0 0,0 0,0-1,-1 1,1 0,-1-1,0 1,0-4,0 7,0-1,-1 1,1 0,0 0,0 0,-1 0,1 0,0 0,-1-1,1 1,0 0,-1 0,1 0,0 0,0 0,-1 0,1 0,0 0,-1 0,1 0,0 0,-1 1,1-1,0 0,0 0,-1 0,1 0,0 0,0 0,-1 1,1-1,0 0,0 0,-1 0,1 1,0-1,0 0,0 0,0 1,-1-1,1 0,0 1,-13 11,9-7,0 0,0 0,1 0,0 0,0 0,0 1,1-1,0 1,0 0,0 0,1 0,0 0,0 0,0 0,1 7,0-9,0 0,0 1,1-1,0 0,0 1,0-1,1 0,-1 0,1 0,0 0,0 0,0 0,1-1,-1 1,1-1,0 1,0-1,0 0,1 0,-1 0,8 4,-9-6,0 0,0 0,0 0,0 0,0 0,0 0,0-1,0 1,1-1,-1 1,0-1,1 0,-1 0,0 0,0 0,1-1,-1 1,0 0,0-1,3-1,-1 1,-1-1,0 0,0 0,0-1,0 1,0 0,-1-1,1 0,-1 0,1 1,2-6,0-1,-1 0,1 0,-2 0,1 0,-1 0,-1-1,1 1,0-18,-2 25,-1 0,0-1,0 1,0 0,0 0,0-1,-1 1,1 0,-1 0,1 0,-1 0,0 0,0 0,0 0,0 0,0 0,0 0,0 0,-1 0,1 1,-1-1,1 1,-1-1,0 1,0-1,1 1,-1 0,0 0,0 0,0 0,0 0,0 1,-1-1,1 0,0 1,0 0,0-1,-4 1,0 0,0 0,-1 1,1 0,0 0,0 0,0 1,0-1,0 1,1 1,-1-1,0 1,-8 7,2-1,2 1,0 0,0 0,0 1,2 1,-1 0,1 0,1 0,1 1,-9 20,15-33,0 1,0-1,-1 1,1-1,0 1,0-1,-1 1,1-1,0 1,0-1,0 1,0-1,0 1,0-1,0 1,0 0,0-1,0 1,0-1,0 1,0-1,1 1,-1 0,9-6,13-17,-17 13,0 0,-1-1,0 1,-1-1,0 0,0 0,1-11,-1-1,-1 0,-1-27,-1 48,0 1,0 0,0-1,0 1,0-1,1 1,-1-1,-1 1,1-1,0 1,0-1,0 1,0-1,0 1,0-1,0 1,-1-1,1 1,0 0,0-1,-1 1,1-1,0 1,-1 0,1-1,0 1,-1 0,1-1,0 1,-1 0,1 0,-1-1,1 1,0 0,-1 0,1 0,-2-1,1 2,-1-1,1 1,-1-1,1 1,-1-1,1 1,0 0,-1 0,1 0,0 0,-2 2,-31 34,26-27,1 0,0 0,1 1,0-1,1 2,0-1,-5 18,10-29,0 1,0-1,-1 0,1 1,0-1,0 0,0 0,0 1,0-1,0 0,1 1,-1-1,0 0,0 1,0-1,0 0,0 1,0-1,0 0,1 0,-1 1,0-1,0 0,0 0,1 1,-1-1,0 0,0 0,1 0,-1 1,0-1,0 0,1 0,-1 0,0 0,1 0,-1 0,0 0,1 1,-1-1,0 0,0 0,1 0,-1 0,0 0,1 0,-1-1,0 1,1 0,-1 0,0 0,1 0,-1 0,0 0,0 0,1-1,18-7,-13 4,1-1,-1 1,0-1,0 0,-1 0,1-1,-1 0,0 0,-1 0,1 0,4-11,-9 17,0 0,0 0,0 0,0 0,0 0,0 0,0 0,-1 0,1 0,0 0,0 0,0 1,0-1,0 0,0 0,0 0,0 0,0 0,0 0,0 0,0 0,-1 0,1 0,0 0,0 0,0-1,0 1,0 0,0 0,0 0,0 0,0 0,0 0,0 0,0 0,0 0,-1 0,1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9:05.41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1,'0'0,"0"0,2 1,-1 0,1 1,0 0,-1-1,1 1,-1 0,1-1,-1 1,2 4,-1-3,53 83,60 129,-31-51,100 214,-148-299,73 211,-20-46,-82-227,49 131,-51-131,-1 0,0 0,-2 1,0-1,0 1,-3 31,-39-49,28 0,-1-1,1 0,0-1,-1 0,1-1,0 0,0-1,-20-9,17 4,0 0,1 0,0-1,0-1,-21-23,28 27,2 1,0 1,0-1,-1 1,1 1,-1-1,-1 1,-9-6,38 32,-12-16,0 0,1-1,-1 0,1-1,0 0,0 0,0-1,0-1,14 1,17 1,49-3,-64-1,-2-1,-1 0,1-1,-1-2,0-1,40-12,-47 10,0 0,-1-1,1 0,-2-2,1 0,-1 0,-1-1,18-18,-26 23,6-6,-1 0,16-22,-23 30,-2-1,1 0,-1 0,1 0,-2 0,1 0,0 0,-1 0,0-1,0 1,0 0,-1-7,4-12,-1 17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9:09.24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190 352,'0'0,"0"0,0 0,0-19,-1 1,-1-1,0 0,-2 1,0 0,-11-31,10 36,5 23,2 9,-3-12,2 0,-1 0,1 0,0 0,0 0,1-1,3 12,-4-16,1 1,-1-1,0 0,1 0,-1 0,1 0,0 0,-1-1,1 1,0 0,0-1,0 1,0-1,1 0,-1 1,0-1,1 0,-1-1,0 1,1 0,-1-1,1 1,-1-1,4 0,-4 1,0-1,1 0,-1 1,1-1,-1-1,0 1,1 0,-1-1,1 1,-1-1,0 1,0-1,4-2,-5 2,0 0,0-1,0 1,0-1,0 1,0-1,0 1,0-1,0 0,-1 1,1-1,-1 0,1 0,-1 1,0-1,0 0,0 0,0-2,1-8,1-62,-2 66,-1 1,1 0,-2 0,1 0,-1 0,0 0,-6-13,6 22,0-1,1 1,-1-1,0 1,0 0,1 0,-1 0,1 0,0 0,-1 0,0 3,0-2,-3 4,1 1,0-1,0 1,1 0,0 0,-2 10,4-15,1 0,-1 1,1-1,-1 0,1 1,0-1,0 0,0 1,1-1,-1 0,1 1,0-1,0 0,0 0,0 0,1 0,-1 0,4 5,-5-8,0 0,1 1,-1-1,0 0,1 1,-1-1,1 0,-1 0,0 0,1 0,-1 1,1-1,-1 0,0 0,1 0,-1 0,1 0,-1 0,1 0,-1 0,1 0,-1 0,0 0,1 0,-1 0,1-1,-1 1,0 0,1 0,-1 0,1-1,-1 1,0 0,1 0,-1-1,0 1,1 0,-1-1,0 1,0 0,1-1,-1 1,0-1,0 1,0 0,1-1,-1 1,0-1,10-22,-6 1,-1 0,0-1,-2 0,0 0,-4-23,3 42,0 0,-1-1,0 1,0 0,0-1,-1 1,0 0,1 0,-1 0,-1 0,1 1,0-1,-1 1,0-1,0 1,-6-6,7 8,0-1,-1 1,1 0,0-1,0 1,-1 0,1 1,-1-1,1 0,-1 1,1-1,-1 1,1 0,-1 0,1 0,-1 0,1 0,-1 1,1-1,-1 1,1-1,-1 1,1 0,0 0,-1 0,1 0,0 1,0-1,0 0,-3 3,-1 2,-1 0,1 1,0-1,1 1,-1 1,1-1,1 1,-1-1,-4 13,5-8,0 0,0 0,1 1,0-1,1 1,0 12,2-19,0 0,1-1,0 1,0 0,0-1,1 1,4 9,-5-12,0 0,0-1,1 1,-1 0,1-1,-1 0,1 1,0-1,0 0,0 0,0 0,1 0,-1-1,1 1,-1-1,1 1,3 1,-5-3,0 1,1-1,-1 0,1 1,-1-1,0 0,1 0,-1 0,1 0,-1 0,0 0,1-1,-1 1,1 0,-1-1,0 1,1-1,-1 1,0-1,0 0,0 1,1-1,0-1,0 0,-1 0,1 0,-1 0,1 0,-1-1,0 1,0 0,0-1,0 1,-1 0,2-6,-1-2,0-1,0 0,-1 0,-3-20,3 28,0 1,-1-1,1 1,-1-1,0 1,0 0,0 0,0-1,0 1,-2-3,2 4,0 0,1 1,-1-1,1 1,-1 0,0-1,0 1,1 0,-1-1,0 1,0 0,1 0,-1-1,0 1,0 0,1 0,-1 0,0 0,0 0,0 0,1 0,-1 0,0 1,0-1,1 0,-1 0,0 1,0-1,1 0,-1 1,0-1,1 1,-1-1,0 1,0 0,-2 1,0 0,1 0,-1 0,1 0,-1 0,1 1,0-1,0 0,0 1,0 0,1 0,-1-1,1 1,-1 0,1 0,0 0,0 1,0-1,1 0,-1 0,1 0,0 1,0-1,0 0,0 0,0 1,1-1,-1 0,1 0,0 0,0 0,0 0,1 0,-1 0,1 0,-1 0,1 0,0-1,0 1,0-1,0 1,1-1,-1 0,1 0,-1 0,1 0,0-1,0 1,0-1,0 1,0-1,0 0,0 0,0 0,0-1,6 1,-3 0,1 0,-1 0,0-1,12-1,-17 1,1 0,-1-1,0 1,0 0,0 0,0-1,0 1,1-1,-1 1,0-1,0 1,0-1,0 0,0 1,0-1,-1 0,1 0,0 0,0 0,-1 0,1 0,0 0,-1 0,1 0,-1 0,1 0,-1 0,1 0,-1 0,0-1,0 1,0 0,1-1,-3-35,2 35,0 0,0 0,-1 0,1 0,-1-1,0 1,1 0,-1 0,0 0,0 0,0 1,-1-1,1 0,-2-2,2 4,0 0,1 0,-1 0,0 0,0 0,1 0,-1 0,0 0,0 0,1 1,-1-1,0 0,1 0,-1 1,0-1,1 0,-1 1,0-1,1 1,-1-1,1 1,-1-1,1 1,-1 0,-17 17,17-16,-8 7,2 1,-1 0,1 0,1 1,-10 20,15-28,-1 0,1 0,0 1,0-1,0 1,0-1,1 1,-1-1,1 1,0-1,0 1,0-1,0 1,1 0,-1-1,1 1,0-1,0 0,1 1,-1-1,0 0,1 0,0 0,4 5,-5-6,0-1,0 0,0 0,0 0,0 0,0-1,1 1,-1 0,0 0,1-1,-1 1,1-1,-1 1,0-1,1 1,-1-1,1 0,-1 0,1 0,-1 0,1 0,-1 0,1 0,-1-1,1 1,-1 0,1-1,-1 1,1-1,1-1,0 1,-1-1,0 1,0-1,0 0,0 0,0 0,0 0,0 0,-1 0,1 0,-1 0,0-1,1 1,-1-1,0 1,0-3,1-1,-1 1,1 0,-2-1,1 1,0 0,-1-1,0 1,-1-1,1 1,-1 0,0-1,0 1,-1 0,1-1,-1 1,0 0,-1 0,1 1,-1-1,-4-5,7 9,-1 1,0-1,1 1,-1-1,0 1,1-1,-1 1,0-1,1 1,-1-1,0 1,0 0,0 0,0-1,1 1,-1 0,0 0,0 0,0 0,0 0,1 0,-1 0,0 0,-1 0,0 1,0 0,0 0,0 0,0 0,0 0,0 0,0 1,0-1,-2 2,-2 3,0 1,1 0,-9 12,11-15,0 1,0 0,1 0,0 0,0 0,0 0,0 1,1-1,0 0,0 1,1-1,-1 1,1-1,1 6,-1-6,1-1,0 0,1 0,-1 0,1 0,0 0,0 0,0 0,0-1,1 1,-1-1,1 0,0 1,0-1,0-1,1 1,-1 0,7 3,-6-3,0-1,1 0,-1 0,1 0,-1 0,1-1,-1 0,1 0,0 0,0 0,0-1,-1 0,1 0,9-1,-11 0,0 0,-1 1,1-1,0 0,-1-1,1 1,-1 0,1-1,-1 1,0-1,1 0,-1 0,0 0,0 0,0 0,-1 0,1 0,0-1,-1 1,0-1,1 1,-1-1,0 1,0-1,-1 0,2-3,0-3,-1 1,0 0,0-1,-1 1,0-1,-1 1,1-1,-2 1,1 0,-1-1,0 1,-1 0,0 0,0 1,-1-1,0 0,0 1,-1 0,0 0,0 0,0 1,-1 0,-12-10,17 15,0 1,0-1,0 0,0 1,0-1,0 1,0-1,0 1,0 0,-1-1,1 1,0 0,0 0,0 0,-1 0,1 0,0 0,0 0,0 0,-1 1,-1 0,1 0,0 0,-1 0,1 0,0 0,0 1,0-1,0 1,1 0,-1 0,-2 2,2-1,-1 0,1 1,0-1,0 1,0-1,1 1,-1-1,1 1,0 0,0 0,0 0,0-1,0 8,2-7,0-1,-1 0,1 0,0 0,0-1,1 1,-1 0,0 0,1-1,0 1,0 0,0-1,0 0,0 1,0-1,0 0,1 0,-1 0,1-1,-1 1,1-1,0 1,0-1,0 0,0 0,0 0,0 0,0-1,0 1,5-1,-2 1,1 0,0-1,-1-1,1 1,0-1,-1 0,1 0,-1-1,1 0,-1 0,0-1,0 1,8-6,-7 3,-1-1,0 0,0 0,-1-1,0 1,0-1,0 0,-1-1,0 1,-1-1,1 0,-1 1,-1-1,0-1,0 1,1-9,-2 10,-1 0,1 0,-1 0,-1 0,1 0,-1 0,0 0,-1 0,-2-6,3 9,-1 0,0 0,0 0,0 0,-1 0,1 1,-1-1,0 1,0 0,0 0,-1 0,1 0,0 0,-8-3,7 4,1 0,-1 0,0 1,0 0,0 0,1 0,-1 0,0 1,0-1,0 1,0 0,0 0,0 1,0-1,-5 2,2 0,1 0,-1 1,0-1,1 1,0 1,0 0,0-1,-6 6,1 1,0 1,0 0,1 0,0 1,1 0,1 1,-10 18,14-24,1 0,0 0,0 0,1 0,0 0,-2 14,4-20,-1-1,1 1,0 0,0-1,1 1,-1-1,0 1,0-1,0 1,0-1,0 1,1-1,-1 1,0-1,0 1,1-1,-1 1,0-1,1 1,-1-1,0 0,1 1,-1-1,1 0,-1 1,1-1,-1 0,1 1,19 0,-15-2,1 0,-1-1,1 1,9-6,-12 5,1 0,-1 0,1 0,-1-1,0 1,0-1,0 0,0 0,-1 0,1 0,-1-1,0 1,1-1,-2 1,1-1,0 0,-1 1,0-1,0 0,0 0,0 0,0 0,-1 0,0 0,0 0,0 0,0-1,-1 1,0 0,1 0,-1 1,-1-1,1 0,-1 0,1 0,-5-6,5 9,0 0,0 0,0 0,0 0,0 0,0 0,0 0,0 0,0 1,-1-1,1 0,0 1,-1-1,1 1,0-1,-1 1,1 0,-1-1,1 1,0 0,-3 0,1 0,0 1,0-1,-1 1,1 0,0 0,0 0,0 1,0-1,-3 2,-3 3,1 0,-1 1,1 0,-13 14,14-12,0-1,1 1,0 0,1 1,0-1,1 1,0 0,0 0,-2 12,5-19,0-1,1 1,-1 0,1 0,0 0,-1 0,2 0,-1 0,0 0,0 0,1 0,0 0,-1 0,1 0,0-1,1 1,-1 0,0-1,1 1,-1-1,1 1,0-1,0 0,0 1,0-1,0 0,0 0,1-1,-1 1,1 0,-1-1,1 1,0-1,0 0,-1 0,1 0,4 0,-4 0,1 0,-1 0,1-1,-1 1,1-1,-1 0,1 0,-1 0,1-1,0 1,-1-1,1 0,-1 0,0 0,1 0,-1 0,0-1,0 0,0 0,5-3,-5 2,-1 0,1 0,0 0,-1 0,0 0,0 0,0-1,0 1,-1-1,1 0,-1 0,0 1,0-1,0 0,-1 0,1 0,-1 0,0-5,0 9,0-1,0 0,0 1,-1-1,1 0,0 1,0-1,0 1,-1-1,1 0,0 1,-1-1,1 1,-1-1,1 1,0-1,-1 1,1-1,-1 1,1 0,-1-1,0 1,1 0,-1-1,1 1,-1 0,0 0,1-1,-1 1,1 0,-1 0,0 0,1 0,-1 0,0 0,1 0,-1 0,0 0,1 0,-1 0,1 1,-2-1,-28 9,17-2,1-1,0 1,1 1,0 0,-19 18,30-26,-1 1,0-1,1 1,-1-1,1 1,-1-1,1 1,-1 0,1-1,0 1,-1 0,1-1,0 1,-1 0,1-1,0 1,0 0,0-1,0 1,-1 0,1 1,1-1,-1-1,0 1,1-1,-1 1,0-1,1 1,-1-1,0 1,1-1,-1 1,1-1,-1 0,1 1,-1-1,1 0,0 1,-1-1,1 0,-1 0,2 1,1 0,-1-1,1 1,0-1,0 1,0-1,0 0,0 0,0 0,6-1,-5-1,0 0,1 1,-1-1,0-1,0 1,0-1,0 1,-1-1,6-6,-6 7,-1-1,0 1,0 0,0-1,-1 0,1 1,-1-1,1 0,-1 0,0 0,0 0,0 0,0 0,-1 0,1-5,-1 8,0 0,0 0,0 0,0 1,0-1,0 0,0 0,0 0,0 0,0 0,0 0,-1 0,1 0,0 0,0 0,0 0,0 0,0 0,0 0,0 0,0 0,0 0,0 0,0 0,0 0,-1 0,1 0,0 0,0 0,0 0,0 0,0 0,0 0,0 0,0 0,0 0,0 0,0 0,0 0,-1 0,1 0,0 0,0-1,0 1,0 0,0 0,0 0,0 0,0 0,0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9:48.53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406 292,'0'0,"0"0,0 0,0 0,0-20,0 13,-1 1,0 0,-1 0,1 0,-1-1,0 2,-1-1,1 0,-1 0,-1 1,1-1,-1 1,-4-5,1 2,0 0,0 1,-1 0,0 0,0 1,-1 0,-12-7,15 10,-1 1,1 0,-1 0,1 0,-1 1,0 0,-10-1,-52 5,23-1,37-2,1 0,-1 1,1 0,0 0,-12 3,18-3,-1 0,1 0,-1 1,1-1,-1 1,1-1,0 1,0 0,0 0,0 0,0 0,0 0,0 0,1 0,-1 1,1-1,-1 0,1 1,0 0,-1 3,-2 11,1 0,0 1,1-1,1 1,1 0,0-1,2 1,0-1,6 27,-5-33,0 0,1-1,0 0,0 1,1-2,1 1,0 0,0-1,0 0,1-1,1 0,-1 0,1 0,17 11,-23-18,0 0,1 0,-1 0,1 0,-1-1,1 0,-1 1,1-1,-1 0,1 0,-1 0,1 0,-1-1,1 1,-1-1,1 1,-1-1,4-2,-3 2,0 0,0-1,0 0,0 1,0-1,0 0,-1 0,1-1,-1 1,0 0,1-1,-1 0,2-4,0-3,-1-1,0 0,-1-1,0 1,-1 0,-1 0,1-1,-4-21,2 6,1 16,-1 1,0-1,-1 1,0-1,-1 1,0-1,-7-16,2 12,-1 0,0 1,-1-1,-11-12,8 8,11 16,1-1,-1 1,0 0,-1 0,1 0,0 0,-1 0,-4-3,7 26,1-5,1-1,0 0,1 0,0 0,1-1,1 1,6 12,-1-4,2-1,0 0,20 26,-27-41,0 0,0 0,1 0,0-1,8 6,-11-9,0 0,0 0,0-1,0 1,0-1,0 0,0 0,1 0,-1 0,0 0,1-1,-1 0,0 1,7-2,-9 1,-1 0,1-1,-1 1,0-1,1 1,-1 0,1-1,-1 1,0-1,1 1,-1-1,0 1,0-1,1 1,-1-1,0 1,0-1,0 1,0-1,0 1,1-1,-1 1,0-1,0 1,0-1,-1-1,0-20,1 16,-1-12,0 0,-1 0,-8-30,8 40,-2-1,1 1,-1 0,0 0,-1 0,1 0,-2 1,1 0,-10-9,-11-11,-33-26,61 87,-1-21,1 0,0-1,0 1,2 0,-1-1,2 1,-1-1,2-1,0 1,0-1,14 20,-16-26,0 0,0 0,1 0,0 0,-1-1,1 0,1 0,-1 0,1-1,-1 0,1 0,0 0,0-1,0 0,0 0,1 0,-1-1,0 0,1 0,-1-1,1 1,-1-1,1-1,-1 1,11-3,-13 1,1 1,0-1,-1 0,1 0,-1-1,1 1,-1-1,0 0,0 0,-1-1,1 1,-1-1,1 0,-1 1,0-1,0-1,-1 1,1 0,-1-1,0 1,0-1,2-8,-1-1,0 0,-1 0,0-1,-1 1,-1 0,-3-27,2 35,0 0,-1 0,0 0,0 0,-1 0,0 0,0 1,0-1,-1 1,0 0,0 0,-5-5,0 0,-1 1,0 0,-1 0,-19-11,28 18,0 1,0 0,0 0,0 0,0 0,0 0,-1 1,1-1,0 1,0-1,-3 1,5 0,-1 0,1 0,0 0,-1 0,1 0,-1 0,1 1,0-1,-1 0,1 0,0 0,-1 1,1-1,0 0,0 1,-1-1,1 0,0 0,0 1,-1-1,1 0,0 1,0 0,-1 16,3 0,2-1,0 0,1 1,0-2,1 1,1-1,10 16,-3-7,1-1,1-1,30 31,-45-50,1-1,0 0,0 0,1-1,-1 1,0 0,0-1,5 3,-7-4,0 0,1 0,-1 0,0 0,0 0,1 0,-1 0,0 0,1 0,-1 0,0 0,0 0,1 0,-1 0,0 0,1-1,-1 1,0 0,0 0,1 0,-1 0,0-1,0 1,0 0,1 0,-1 0,0-1,0 1,0-1,5-16,-4 1,0 1,-1-1,-1 1,0 0,-4-19,3 27,0 1,0-1,0 1,-1-1,0 1,-1 0,1 0,-1 0,0 1,0 0,-1-1,0 1,0 1,-6-6,-3 0,0 0,0 1,-1 0,0 2,0-1,-1 2,0 0,0 1,-1 1,1 0,-21-1,34 4,0 1,0 1,1-1,-1 0,0 1,1-1,-1 1,0 0,1-1,-1 2,1-1,-1 0,1 0,0 1,-1-1,1 1,0 0,-4 3,3-1,1 0,-1 0,1 0,-1 0,1 1,1-1,-1 1,0-1,-1 10,1 4,0 0,2 0,0-1,3 30,2-15,0 0,12 37,-13-54,2 0,-1-1,2 0,0-1,0 1,17 22,-22-34,0 0,0 1,0-1,0 0,1 0,-1 0,1 0,-1-1,1 1,0-1,-1 1,1-1,0 0,0 0,0 0,4 0,-6-1,1 0,-1-1,1 1,-1 0,1-1,-1 1,1-1,-1 1,1-1,-1 0,0 0,1 0,-1 0,0 0,0 0,0 0,1 0,-1 0,0 0,-1-1,1 1,0 0,0-1,0 1,-1 0,1-1,-1 1,1-1,-1 1,0-1,1 1,-1-4,1-2,0 0,0-1,-1 1,1-1,-2 0,1 1,-1-1,0 1,-1 0,0-1,0 1,-1 0,1 0,-1 0,-1 1,0-1,0 1,0-1,0 1,-10-9,2 3,-1 0,0 1,-1 1,-1 0,1 0,-1 2,-32-14,46 22,-26-8,27 8,-1 0,1 0,0 0,-1 0,1 0,0 0,-1 0,1 0,0 0,-1 0,1 0,0 1,-1-1,1 0,0 0,-1 0,1 0,0 1,0-1,-1 0,1 0,0 1,0-1,0 0,-1 0,1 1,2 14,6 7,2 0,1-1,14 22,-20-35,1 0,0 0,0 0,1-1,0 0,0 0,1-1,0 0,0 0,10 5,-17-11,0 1,0-1,0 1,0-1,0 1,0-1,-1 0,1 1,0-1,0 0,0 0,0 1,1-1,-1 0,0 0,0 0,0 0,0-1,0 1,0 0,0 0,0-1,0 1,0 0,-1-1,1 1,0-1,0 1,0-1,0 0,0 1,-1-1,1 0,0 1,-1-1,1 0,0 0,-1 0,1 0,-1 0,0 1,1-1,-1 0,1 0,-1 0,0 0,0 0,0-2,2-6,-1 0,-1 0,0 0,-2-14,2 14,-2 0,1 0,-2-1,1 1,-1 0,-1 0,0 1,0-1,0 1,-1 0,0 0,-1 0,0 1,0-1,-1 2,1-1,-2 1,-14-11,21 18,1 1,0-1,0 1,0 0,0-1,0 1,0-1,0 1,1 0,-1-1,0 1,2 2,2 8,1 0,0 0,1 0,0-1,11 14,-14-20,1 0,0 0,1 0,-1 0,1-1,0 0,0 0,0-1,1 1,-1-1,1 0,11 4,-17-7,1 0,-1 0,1 0,-1 0,1 1,-1-1,0 0,1-1,-1 1,1 0,-1 0,1 0,-1 0,0 0,1 0,-1 0,1-1,-1 1,0 0,1 0,-1 0,0-1,1 1,-1 0,0-1,1 1,-1 0,0-1,0 1,1 0,-1-1,0 1,0 0,0-1,1 1,-1-1,0 1,0-1,0 1,0 0,0-1,0 1,0-1,0-24,-1 19,1-7,-1 1,0 0,-1 0,0 0,-7-19,8 27,-1 0,1 1,-1-1,0 1,0-1,0 1,-1 0,1 0,-1 0,1 0,-1 1,0-1,0 1,0-1,-1 1,1 0,0 0,-1 0,0 1,1 0,-8-3,8 4,0 0,0-1,0 1,0 0,0 1,0-1,0 0,1 1,-1 0,0 0,0 0,0 0,1 0,-1 0,1 1,-1-1,1 1,-1 0,1-1,0 1,0 0,0 1,0-1,0 0,0 0,1 1,-1-1,1 1,-2 4,-1 0,1 0,1 0,-1 1,1-1,1 1,-1 0,1-1,0 1,1 0,0 8,1-9,-1 0,2 0,-1 0,1 0,0-1,0 1,0 0,1-1,6 10,-6-55,-5 24,0 0,-1 0,0 1,-1-1,-1 1,0 0,-10-18,9 21,0 1,-1-1,0 1,0 1,-1-1,0 1,-1 1,0 0,-15-12,33 41,-2-13,-1-1,2 1,-1-2,1 1,0-1,0 0,0-1,1 0,0 0,11 3,-15-6,0 0,-1 0,1-1,0 1,0-1,0-1,0 1,0-1,1 0,-1 0,0 0,0-1,0 1,0-1,0-1,0 1,0-1,-1 1,1-1,0-1,7-4,-9 4,-1 0,1-1,-1 1,0 0,0-1,0 1,0-1,-1 0,0 0,1 1,-1-1,-1 0,1 0,-1 0,1-7,-1 8,0 1,0-1,0 0,-1 1,1-1,-1 0,0 1,1-1,-1 1,-3-6,3 7,1 0,-1 0,0 0,0 0,0 0,0 0,0 0,0 1,0-1,0 0,0 0,-1 1,1-1,0 1,0-1,-1 1,1 0,0-1,-1 1,1 0,0 0,-3 0,4 0,0 0,-1 1,1-1,0 0,-1 1,1-1,0 1,-1-1,1 0,0 1,0-1,-1 1,1-1,0 1,0-1,0 1,0-1,0 1,0-1,0 1,0-1,0 1,0-1,0 1,0-1,0 1,0-1,0 1,0-1,0 1,1-1,-1 1,0-1,0 0,1 1,-1-1,1 1,7 20,-5-9,-13-11,-4-2,11 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30.4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340 49,'0'0,"0"0,0 0,0 0,-25-26,25 26,0-1,0 1,-1 0,1 0,0 0,0 0,0 0,-1 0,1-1,0 1,0 0,-1 0,1 0,0 0,0 0,-1 0,1 0,0 0,0 0,-1 0,1 0,0 0,0 1,-1-1,1 0,0 0,0 0,0 0,-1 0,1 0,0 0,0 1,0-1,-1 0,1 0,0 0,0 1,-10 13,-8 24,15-32,-8 23,2 1,0 0,2 0,2 1,0 0,2 0,1 0,2 0,4 34,-3-58,0 0,0 0,1-1,0 1,1-1,-1 1,7 10,-8-15,0-1,0 0,0 1,0-1,0 0,0 1,0-1,0 0,0 0,0 0,1 0,-1 0,1 0,-1 0,1-1,-1 1,1 0,-1-1,1 1,-1-1,1 0,0 1,-1-1,1 0,-1 0,1 0,0 0,-1 0,1-1,0 1,-1 0,1-1,-1 1,1-1,-1 0,1 1,-1-1,2-1,3-2,-1 0,1-1,-1 0,0 0,-1 0,1-1,-1 1,0-1,0 0,-1 0,0-1,0 1,0-1,2-11,1-3,-2-1,0 0,1-29,-4 36,-1 1,0 0,-2-1,1 1,-1 0,-6-16,6 23,0 0,-1 0,0 0,-1 0,1 1,-1-1,-1 1,1 0,-1 0,0 1,0-1,-1 1,-8-6,14 11,0-1,-1 1,1 0,0 0,0 0,0 0,0 0,0 0,0 0,-1 0,1-1,0 1,0 0,0 0,0 0,0 0,-1 0,1 0,0 0,0 0,0 0,0 0,-1 0,1 0,0 0,0 0,0 0,0 0,0 0,-1 0,1 0,0 0,0 1,0-1,0 0,0 0,-1 0,1 0,0 0,0 0,0 0,0 0,0 1,0-1,-1 0,1 10,4 15,2-6,1 0,0 0,10 18,-12-27,1-1,-1-1,1 1,1-1,0 0,0 0,13 11,-19-19,-1 0,0 1,0-1,1 0,-1 0,0 1,1-1,-1 0,0 0,1 0,-1 0,0 0,1 0,-1 1,0-1,1 0,-1 0,0 0,1 0,-1 0,0 0,1 0,-1 0,0 0,1-1,-1 1,0 0,1 0,-1 0,0 0,1 0,-1-1,0 1,1 0,-1 0,0 0,0-1,1 1,-1 0,0 0,0-1,0 1,1 0,-1-1,0 1,0 0,0-1,0 1,0 0,1-1,-1 1,0 0,0-1,0 1,0 0,0-1,0 1,0 0,0-1,-1 1,1 0,0-1,0 1,-1-33,0 26,-1-7,0 0,0 0,-2 0,-9-26,11 33,-1 0,-1 0,0 1,0-1,0 1,0-1,-1 1,0 1,-1-1,-10-8,15 13,-1 0,1 0,0 0,-1 0,0 0,1 1,-1-1,1 0,-1 1,0-1,0 1,1 0,-1 0,0 0,0 0,1 0,-1 0,0 0,1 0,-4 1,3 0,-1 0,1 1,0-1,0 0,0 1,-1 0,1-1,1 1,-1 0,0 0,0 0,-1 3,-2 3,0 1,1 0,0 0,1 0,0 0,-3 12,3-2,0 0,1 0,2 0,0 1,0-1,2 0,1 0,0 0,1 0,1 0,1-1,0 0,2 0,11 19,-19-36,0 0,1 0,-1 0,1 0,-1 0,1 0,0-1,-1 1,1 0,0 0,0-1,-1 1,1-1,0 1,0 0,1 0,-2-2,1 1,-1 0,0 0,1 0,-1-1,0 1,1 0,-1 0,0-1,0 1,1 0,-1-1,0 1,0 0,0-1,1 1,-1 0,0-1,0 1,0 0,0-1,0 1,0-1,0 1,0 0,0-1,0 0,-1-42,0 35,0-14,-2 0,0 1,-1-1,-1 1,-12-30,13 42,0-1,-1 1,0-1,0 1,-1 1,0-1,-1 1,0 0,0 0,-1 1,0 0,0 1,-13-8,19 12,1 1,-1 0,0 0,0 0,0 0,0 0,0 0,0 1,-1-1,1 1,0 0,0-1,0 1,0 0,-1 0,1 0,0 1,0-1,0 0,0 1,-1-1,1 1,0 0,0 0,0 0,0 0,1 0,-1 0,0 1,0-1,1 0,-1 1,-1 2,0 0,0 0,1 0,-1 1,1-1,0 1,0-1,1 1,-1 0,1 0,0 0,1 0,-1 0,1 7,0-2,1-1,0 1,1-1,0 1,1-1,0 0,0 1,1-2,0 1,0 0,9 12,-8-15,-1 0,1-1,0 1,0-1,1 0,-1-1,1 1,0-1,0 0,1 0,-1-1,1 0,0 0,0 0,13 2,-17-4,0-1,0 1,0-1,0 0,0 0,0 0,0 0,0-1,0 1,0-1,0 0,0 0,0 0,0 0,-1 0,1-1,0 1,-1-1,1 0,-1 0,1 0,-1 0,0 0,0 0,0 0,0-1,-1 1,1-1,0 0,-1 1,0-1,0 0,0 0,2-5,-1-2,0-1,0 1,-1-1,0 1,0-1,-2 1,1-1,-1 1,-3-11,2 11,-1 0,0 0,-1 0,0 1,-1-1,0 1,0 0,-1 1,0-1,0 1,-1 0,0 1,-1-1,0 2,0-1,0 1,-1 0,0 1,0 0,0 0,-1 1,1 0,-1 0,0 1,0 1,0 0,-1 0,-13 0,20 2,0 0,1 0,-1 0,1 1,-1-1,0 1,1 0,-1 0,1 0,-1 0,1 1,0-1,-1 1,1 0,0 0,0 0,0 0,1 1,-1-1,0 1,1 0,-4 4,4-2,0 0,-1 0,2 0,-1 1,0-1,1 0,0 1,1-1,-1 1,1-1,0 1,0-1,0 1,3 7,-1 0,2 0,0-1,0 1,1-1,1 0,0 0,1 0,0-1,0 0,1-1,1 1,0-1,0-1,1 0,0 0,1-1,16 10,-24-16,-1-1,1 0,0 0,-1 0,1 0,0 0,-1 0,1-1,0 1,0-1,0 0,0 0,-1 0,1 0,0 0,0-1,0 1,3-2,-4 1,0 0,1-1,-1 1,0-1,0 0,0 1,0-1,0 0,0 0,-1-1,1 1,0 0,-1 0,0-1,0 1,0-1,0 1,2-6,-1-2,0-1,0 0,-1 1,0-1,-1 0,0 0,-1 1,0-1,0 0,-1 1,-1-1,0 1,-7-16,8 19,-1 0,-1 1,1 0,-1 0,0 0,0 0,-1 1,0-1,0 1,0 0,-1 1,1-1,-1 1,0 0,0 0,-1 1,1 0,-1 0,1 1,-1 0,-9-2,13 3,0 0,0 1,0 0,0 0,0 0,0 0,0 0,0 1,0-1,0 1,0 0,0 0,1 0,-1 0,0 0,1 1,-1-1,0 1,1 0,0-1,-1 1,1 1,0-1,0 0,0 0,0 1,1-1,-1 1,1-1,-1 1,1 0,0 0,-1 3,-1 2,2 0,-1 0,1 0,0 0,1 0,0 0,0 0,0 0,1 0,1 0,2 12,0-8,1 0,0 0,1-1,0 0,1 0,0 0,1-1,0 0,1 0,16 15,-20-22,-1 1,1-1,0 0,0 0,0 0,1-1,-1 0,1 0,-1 0,1-1,7 2,-8-3,-1 0,0 0,1 0,-1-1,1 0,-1 0,0 0,1 0,-1 0,0-1,0 0,0 0,0 0,0 0,-1-1,6-4,-3 1,0 0,0-1,0 0,-1 0,0 0,0-1,-1 0,0 0,-1 0,1 0,-1-1,-1 1,0-1,0 0,-1 0,1-12,-1 7,-1 0,0 0,-1 0,-1 0,0 0,-1 1,0-1,-1 0,-10-21,12 31,0-1,-1 1,1 0,-1 1,0-1,0 0,0 1,0-1,-1 1,1 0,-1 0,0 1,0-1,0 1,0 0,0 0,-1 0,1 0,-9-1,7 2,0 0,-1 1,1 0,0 0,-1 0,1 1,0 0,0 1,-1-1,1 1,0 0,0 0,1 1,-7 3,3 0,0 0,1 0,0 1,0 0,0 0,1 1,0 0,1 0,0 0,0 1,1 0,0 0,0 1,1-1,-5 16,7-18,1-1,-1 0,1 0,1 1,-1-1,1 1,0-1,0 1,1-1,0 0,0 1,0-1,1 0,0 0,0 0,1 0,0 0,0 0,0-1,0 1,1-1,0 0,0 0,1-1,-1 1,8 5,-8-7,0 0,0 0,1-1,-1 1,1-1,-1 0,1 0,0-1,-1 1,1-1,0 0,0-1,0 1,0-1,0 0,0 0,0 0,0-1,0 0,0 0,6-2,-5 1,-1-1,0 1,0-1,0 0,0 0,-1-1,1 1,-1-1,0 0,0-1,0 1,-1-1,1 1,-1-1,0 0,-1 0,1 0,2-8,-1 1,-1 1,-1-1,0 0,0 1,-1-1,-1 0,-1-17,1 24,-1 0,0 0,0 0,-1 0,1 0,-1 0,0 1,-5-9,6 10,-1 1,0 0,0 0,1 0,-1 0,-1 0,1 1,0-1,0 0,-1 1,1 0,-1-1,1 1,-1 0,1 0,-1 1,-3-2,-2 2,-1-1,1 1,0 0,0 1,-1 0,1 0,0 1,0 0,0 0,-8 4,11-4,0 0,0 1,0-1,0 1,0 0,0 0,1 1,-1-1,1 1,0 0,0 0,1 1,-1-1,1 1,-4 7,6-11,1 0,-1 0,1 0,-1 0,1 1,0-1,-1 0,1 0,0 1,0-1,0 0,0 0,0 1,0-1,0 0,0 0,1 1,-1-1,0 0,1 0,-1 0,1 1,-1-1,1 0,0 0,-1 0,1 0,0 0,0 0,0 0,0-1,0 1,0 0,0 0,0-1,0 1,0 0,0-1,0 1,1-1,-1 0,0 1,3-1,-1 1,1 0,0-1,-1 1,1-1,0 0,0 0,-1-1,1 1,0-1,-1 1,1-1,0 0,-1-1,4-1,-2 0,-1-1,0 1,0-1,0 0,0 0,-1 0,1-1,-1 0,-1 1,1-1,0 0,-1 0,0 0,0-1,-1 1,1 0,-1-1,0 1,-1-1,1 1,-2-10,1 15,0-1,0 1,0-1,0 1,0 0,0-1,0 1,0-1,0 1,0 0,0-1,-1 1,1 0,0-1,0 1,0 0,-1-1,1 1,0 0,0 0,-1-1,1 1,0 0,-1 0,1-1,0 1,-1 0,1 0,0 0,-1 0,1-1,-16 3,-13 13,30-15,-1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34.77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455 214,'-24'0,"2"-1,0 1,1 2,-38 6,52-7,1 1,-1 0,1 1,0 0,0 0,0 0,0 0,0 1,0 0,1 0,0 1,0 0,0 0,1 0,-1 0,-3 7,-1 3,1 1,1 0,1 0,0 0,1 1,1 0,0 0,1 0,1 1,1-1,0 0,2 1,0-1,0 0,8 32,-7-43,0-1,0 1,0-1,0 0,1 0,-1 0,1 0,1-1,-1 1,8 6,-9-8,1-1,0 0,0 0,0 0,0 0,0-1,0 1,0-1,1 0,-1 0,0 0,1 0,-1-1,1 1,-1-1,1 0,-1 0,6-1,1-1,0-1,-1 0,1 0,-1-1,0 0,0-1,0 0,-1 0,1-1,-1 0,-1-1,1 1,-1-2,9-10,5-8,-2 0,-1-1,17-33,-21 33,-1-1,-2 0,17-57,-25 73,-1 1,0-1,0 0,-1 0,-1 0,0 1,0-1,-2 0,1 0,-1 0,-1 1,0-1,-5-11,6 18,-1 1,1-1,-1 1,0-1,0 1,-1 0,1 0,-1 0,0 1,0-1,0 1,0 0,0 0,-1 0,0 1,1-1,-1 1,0 0,0 1,0-1,0 1,-1 0,1 0,0 1,0-1,-1 1,-5 1,2 0,0 0,0 1,1 0,-1 1,1-1,0 2,-1-1,2 1,-1 0,0 1,1 0,0 0,0 1,0 0,-9 10,6-3,1 0,0 1,0 1,1-1,1 1,1 1,0-1,1 1,0 0,-3 26,7-31,0 0,0 0,2 0,-1 0,1 0,1 0,3 16,-2-20,-1 0,1-1,0 1,0-1,0 1,1-1,0 0,1-1,-1 1,1-1,0 0,7 6,-10-9,1 0,0 0,0 0,0 0,0 0,0-1,1 1,-1-1,0 0,1 0,-1 0,1 0,-1-1,1 1,-1-1,1 0,-1 0,1 0,-1-1,1 1,-1-1,1 0,-1 0,0 0,1 0,-1-1,0 1,0-1,0 0,0 0,0 0,0 0,-1 0,1-1,-1 1,1-1,-1 0,0 0,0 0,3-5,1-3,0-1,-1 0,-1 0,1 0,-2-1,0 1,0-1,-1 0,0-13,-2 15,1 0,-2-1,1 1,-2-1,1 1,-2 0,1-1,-2 1,1 1,-8-16,7 20,1 0,-1 1,0-1,0 1,0 0,-1 0,0 1,0-1,0 1,0 0,-1 0,0 1,1 0,-1 0,0 0,-1 1,1 0,0 0,-1 0,1 1,-1 0,0 0,1 1,-1-1,-9 2,7 0,0 1,1 0,-1 0,1 0,0 1,0 0,0 1,0 0,0 0,1 1,0 0,0 0,0 0,0 1,1 0,0 1,0-1,-9 15,11-14,1 0,-1 0,1 0,0 1,1-1,0 1,0 0,1 0,0 0,0 0,1 0,0 0,0-1,1 1,1 10,-1-14,0 0,1 0,-1 0,1 0,-1 0,1 0,0 0,0-1,1 1,-1-1,1 0,0 1,0-1,0 0,0-1,1 1,-1-1,0 1,1-1,0 0,0 0,0-1,0 1,0-1,0 0,0 0,0 0,0 0,8-1,-4 0,1 0,-1 0,0-1,0-1,0 1,0-1,-1-1,1 0,0 0,-1 0,0-1,9-5,-7 3,0-1,-1 0,0 0,0-1,0 0,-1 0,-1-1,12-18,-14 19,1-1,-2 1,1-1,-1 0,0 0,-1 0,0-1,-1 1,1-1,-2-11,0 14,0 0,-1 0,0 0,-1 0,0 0,0 0,0 0,-1 1,0-1,0 1,-1 0,1 0,-1 0,-8-8,8 9,-1 1,0-1,1 1,-2 0,1 1,0-1,-1 1,1 0,-1 0,0 1,0 0,0 0,0 0,-1 1,1 0,0 0,-1 0,1 1,0 0,-1 0,1 1,0 0,-1 0,-10 3,5 0,1 1,0-1,0 2,1-1,-1 2,1-1,0 1,1 1,0 0,0 0,0 1,-8 12,8-9,1 1,0 0,1 0,0 1,1 0,1 0,-7 28,10-36,1 0,0 0,0 1,1-1,-1 1,1-1,1 1,-1-1,1 0,0 1,1-1,-1 0,1 0,1 0,-1 0,1 0,0 0,0-1,1 1,7 9,-7-12,0 1,0-1,0 0,0 0,1 0,-1-1,1 0,0 0,0 0,-1 0,1-1,0 1,0-1,1-1,-1 1,0-1,0 0,6 0,-7-1,0 1,1-1,-1 0,0 0,0 0,0-1,0 0,0 1,0-2,0 1,0 0,-1-1,1 1,-1-1,0 0,0 0,0 0,0-1,0 1,-1-1,3-5,0 0,-2 0,1-1,-1 1,-1-1,0 0,0 1,0-14,-1 19,-1 0,0 0,0 0,0 0,-1 0,1 0,-1 0,0 0,0 0,0 0,-1 0,1 0,-1 1,0-1,0 0,0 1,-1 0,1 0,-1-1,-4-2,6 5,0 0,0 0,0 1,-1-1,1 0,0 1,0-1,-1 1,1 0,0-1,-1 1,1 0,-1 0,1 0,0 0,-1 0,1 0,0 0,-1 1,1-1,0 0,-1 1,1-1,0 1,0-1,-1 1,1 0,0-1,0 1,0 0,0 0,0 0,0 0,0 0,0 0,0 0,0 0,1 0,-1 0,-1 3,2-3,-1 0,1 0,0 0,-1 1,1-1,0 0,0 0,0 0,-1 1,1-1,0 0,1 0,-1 0,0 1,0-1,0 0,1 0,-1 0,1 2,0-2,0 1,0-1,0 0,0 0,0 0,1 0,-1 0,0-1,0 1,1 0,-1 0,0-1,1 1,-1-1,1 1,-1-1,1 0,-1 1,1-1,2 0,2 0,1 0,0-1,0 0,0 0,-1-1,1 0,-1 0,1 0,-1-1,0 0,11-6,-4 0,1 0,-1-1,22-22,-27 23,0-1,0 0,-1 0,7-12,-12 18,1-1,-1 1,-1 0,1-1,0 1,-1-1,0 0,0 1,-1-1,1 0,-1 0,0 0,-1-8,1 12,-1-1,1 0,-1 1,1-1,-1 1,0-1,0 1,0-1,0 1,0 0,0 0,0-1,0 1,-1 0,1 0,0 0,-3-2,0 2,0-1,0 0,0 1,0 0,1 0,-2 0,-4 0,-2 0,0 1,-1 0,1 1,-17 3,9 0,4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1:14.63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0 307,'0'0,"0"0,0 0,0 0,0 0,0 0,0 0,0 0,0 0,0 0,0 0,0 0,0 0,0 0,0 0,0 0,0 0,0 0,0 0,0 0,0 0,0 0,0 0,0 0,0 0,0 0,0 0,0 0,23-10,6-2,-4 1,0 1,0 1,1 1,0 1,46-6,294 10,-205 5,479 9,326-4,-656-8,-657 1,-1091 9,1123 2,-138 2,432-13,4 0,40-1,235-21,-53 4,618-9,-307 15,-1-21,-414 22,134-11,-159 18,80 7,-154-2,-9 3,-14 2,-75 16,-173 17,195-31,-977 73,-6-64,1008-17,39 0,42-1,309-12,214-4,303 0,-2-36,-713 39,331-18,-437 33,-31-1,-24 1,-485 21,485-20,-903 87,168-42,538-28,-303 25,-1-25,347-20,190 0,1-1,-1-1,29-8,4-1,397-49,-240 37,947-93,-667 77,14 0,493 0,-560 27,-314 9,622-12,-670 16,-352 15,159-5,-1729 173,1494-132,-200 28,1-23,22-49,536-8,1 1,-1-1,1 0,-1 0,1-1,7-3,14-4,66-11,160-12,101 16,-281 14,183-4,345-15,1175-117,-772 86,-730 52,-1500 33,-906 157,1866-166,-360-13,688-11,63-11,-35 3,1120-75,1042-117,-2138 188,593-44,-690 55,51 2,-72 0,5-1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1:18.4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276 305,'-22'-20,"-51"-34,32 25,2-1,-62-63,148 93,1034 1,-278-59,-352 36,-448 23,1 1,-1-1,1 1,-1 0,0 0,0 0,0 0,0 0,0 1,-1-1,1 1,-1 0,1 0,1 3,2 2,-1 1,0 0,0 0,-1 0,0 0,-1 1,0 0,0-1,1 17,1 12,-2 45,-2-51,-7 859,-5-390,26 116,-12-559,15-109,-6 0,-2-1,4-77,-11-107,-8 124,-24-125,-37-109,18 104,29 124,5-2,6 0,10-191,-3 467,3-63,-3 181,8 599,45-362,-50-492,1 10,-1-23,1-10,18-118,8-166,-18-126,-11 371,-16-538,13 506,-8 305,1-43,7 149,41 357,-31-633,1 11,-2 80,-7-396,0 83,-33-1037,21 1009,-16-166,27 338,0-7,-7-31,7 51,1-1,-1 0,0 0,0 0,-1 1,1-1,-1 1,-1 0,1 0,-7-7,6 8,0 1,-1 0,1 1,-1-1,0 1,0 0,0 0,0 0,0 1,0 0,0 0,-7-1,-9 0,-34 1,-208 27,75-4,-433-9,479-14,172-1,0-1,45-11,-6 1,-48 10,340-46,-258 40,160 5,-255 6,-10 1,-17 3,-210 48,113-29,-241 56,-294 65,614-137,15-4,-2 0,1-1,-28 0,83-12,380-78,-191 41,-181 37,361-71,2 25,-309 49,-75 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39.00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171 165,'0'0,"0"0,0 0,0-13,-1 67,0-13,5 56,-3-86,1 0,0 1,1-1,0 0,0-1,1 1,1-1,0 0,11 18,-14-26,0 1,0-1,0 1,0-1,0 0,0 1,1-1,-1 0,1-1,0 1,-1 0,1-1,0 0,0 1,0-1,0 0,0 0,0-1,0 1,1-1,-1 0,0 1,5-2,-4 0,-1 1,0-2,1 1,-1 0,0-1,0 1,0-1,0 0,0 0,0 0,-1 0,1-1,-1 1,1-1,-1 0,0 1,0-1,0 0,0 0,-1 0,2-4,2-5,-1 0,-1 0,1 0,-2 0,0-1,0 1,-1-1,-2-22,1 26,-1 0,0 0,-1 0,0 0,0 0,-1 1,0-1,-1 1,0 0,0 0,-1 0,-10-13,15 20,0 1,-1-1,1 0,-1 1,0-1,1 0,-1 1,1-1,-1 1,0-1,1 1,-1-1,0 1,1 0,-1-1,0 1,0 0,0 0,1-1,-1 1,0 0,0 0,0 0,1 0,-1 0,0 0,0 0,0 0,0 1,0-1,-1 1,1 0,0 0,-1 1,1-1,0 0,0 1,0-1,0 1,0-1,0 1,1-1,-1 1,-1 2,0 4,0 0,0 0,0 0,1 0,0 12,1-15,1 1,0-1,0 0,0 1,1-1,0 0,0 0,0 0,0 0,1-1,0 1,0-1,0 1,1-1,-1 0,1 0,5 4,-6-6,-1 0,1-1,0 1,0 0,-1-1,1 0,0 0,0 0,0 0,0 0,1 0,-1-1,0 0,0 1,0-1,0 0,1-1,-1 1,0 0,0-1,0 0,0 0,0 0,0 0,0 0,0-1,0 1,-1-1,1 1,3-4,-2 1,1-1,-1 0,0 0,0 0,-1 0,0 0,0-1,0 0,0 0,-1 1,0-1,0-1,-1 1,1 0,0-11,-1 3,0 0,-1 0,-1 0,0-1,-6-26,5 34,0 0,0 1,-1-1,0 1,0 0,-1-1,1 2,-1-1,-1 0,1 1,-1-1,0 1,0 1,0-1,-10-5,12 8,0 0,-1 0,0 1,1-1,-1 1,0 0,0 0,1 0,-1 0,0 1,0 0,0-1,0 2,0-1,0 0,0 1,0-1,0 1,1 0,-1 1,0-1,1 1,-1-1,0 1,1 0,0 1,0-1,-6 5,2 0,0 1,1 0,0 1,0-1,1 1,0 0,0 1,1-1,0 1,1 0,0 0,0 0,1 0,1 0,0 1,0-1,1 1,0-1,2 14,-1-16,1 0,-1-1,1 1,1 0,0-1,0 1,0-1,1 0,0 0,0 0,7 9,-7-12,0 0,1 1,-1-2,1 1,0 0,0-1,0 0,1 0,-1-1,1 1,-1-1,1-1,0 1,0-1,0 0,9 1,-10-2,0 1,0-1,1-1,-1 1,0-1,0 0,0 0,0 0,0-1,0 1,0-1,0-1,0 1,-1-1,1 1,3-5,-3 3,0-1,0 0,-1 0,0-1,0 1,-1-1,1 0,-1 0,0 0,-1 0,3-9,-2 3,0 0,-1 0,-1 0,0 0,0 0,-1 0,-1-1,0 1,-1 0,0 0,0 0,-2 1,-5-16,5 18,-1 0,0 1,-1 0,1 0,-2 1,1-1,-1 1,0 1,0-1,-1 1,0 1,0-1,0 1,-17-7,19 10,1-1,-1 2,0-1,0 0,0 1,0 0,0 1,0 0,0-1,0 2,-1-1,1 1,0 0,0 0,1 1,-1-1,0 1,0 1,1-1,-1 1,1 0,0 0,0 1,-7 5,5-2,0 1,1-1,0 1,0 1,1-1,0 1,1 0,-1 0,2 0,-1 0,2 1,-1-1,1 1,0 0,1 0,0 0,1-1,0 1,1 0,3 18,-2-15,0-1,1 1,1-1,0 1,1-1,0-1,1 1,0-1,1 0,0 0,1 0,0-1,1-1,0 1,15 12,-15-16,0 0,0-1,1 0,-1 0,1-1,0-1,1 1,-1-1,0-1,1 0,-1-1,1 0,14 0,-18-2,-1 1,1-1,-1 0,1-1,-1 0,0 0,0 0,0 0,0-1,0 0,-1 0,1-1,-1 0,0 0,0 0,0 0,0-1,-1 0,0 0,0 0,0 0,5-12,-5 9,0-1,-1 1,0-1,-1 0,0 0,0 0,-1 0,-1-1,1 1,-1 0,-1 0,1 0,-2-1,-2-9,1 7,-1-1,0 1,-1 0,-1 0,0 0,0 1,-1 0,-1 0,-14-15,14 17,0 1,0 0,-1 1,-1 0,1 0,-1 1,0 0,0 1,-1 0,-20-6,23 9,0 0,0 1,0 0,-1 0,1 1,0 0,0 1,0 0,-1 0,1 0,0 1,0 0,1 1,-1 0,0 0,-7 5,4-1,1 0,0 1,1 0,-1 0,2 1,-1 0,1 1,1 0,0 0,0 1,1 0,-8 18,11-22,1 0,0 0,0 0,0 1,1-1,0 1,1-1,-1 1,3 13,-1-16,0 0,0 1,0-1,1 0,0-1,0 1,1 0,-1 0,1-1,0 0,0 1,1-1,-1 0,1-1,4 5,-3-4,1-1,-1 1,0-1,1 0,-1 0,1-1,0 0,0 0,0 0,0-1,0 0,1 0,-1 0,0-1,1 0,-1 0,0 0,8-3,-9 3,0-2,-1 1,1 0,-1-1,1 0,-1 0,0 0,0-1,0 1,0-1,0 0,-1 0,1-1,-1 1,0-1,0 1,0-1,0 0,-1 0,1 0,-1-1,0 1,-1 0,3-6,-3 3,0 1,0 0,0 0,-1-1,0 1,0 0,0 0,-1-1,0 1,0 0,-1 0,1 0,-1 0,-1 0,1 0,-6-8,6 10,-1 1,0-1,0 0,0 1,-1-1,1 1,-1 0,1 0,-1 1,0-1,0 1,-1 0,1 0,0 0,-1 0,1 1,-1-1,1 1,-1 1,0-1,1 1,-9 0,3 1,1 0,-1 1,1 1,0-1,0 2,0-1,0 1,1 0,0 1,-1 0,2 0,-1 1,-8 8,8-7,0 1,0 0,1 0,0 1,0 0,1 0,1 0,-1 1,1 0,1 0,-4 14,6-19,1-1,0 1,1-1,-1 1,1 0,0-1,0 1,0 0,1-1,-1 1,1-1,0 1,1-1,-1 1,1-1,0 0,0 1,0-1,0 0,1 0,0-1,4 5,-3-3,1-1,0-1,1 1,-1-1,1 0,-1 0,1 0,0-1,0 0,0 0,1 0,-1-1,0 0,1 0,10 0,-9-2,1 1,-1-1,0 0,1-1,-1 0,0 0,0-1,0 0,8-5,-14 7,0 0,1 0,-1 0,0-1,0 1,0-1,0 1,0-1,-1 0,1 0,0 1,-1-1,0-1,1 1,-1 0,0 0,0 0,0-1,0 1,0 0,-1-1,1 1,-1-1,1 1,-1-1,0 1,0 0,0-1,-1 1,1-1,0 1,-1-1,0 1,1-1,-2-2,1 4,0-1,1 1,-1 0,0-1,0 1,0 0,0 0,0 0,0-1,0 1,0 0,-1 0,1 1,0-1,-1 0,1 0,0 1,-1-1,-1 0,0 0,-1 1,1-1,0 1,0 0,-1 0,1 0,0 0,-6 2,-1 1,0 0,0 0,1 1,-17 9,16-8,-37 23,43-25,0 0,-1 1,1-1,1 1,-1-1,0 1,-4 7,8-10,0-1,-1 1,1-1,0 1,0 0,-1-1,1 1,0-1,0 1,0-1,0 1,0 0,0-1,0 1,0 0,0-1,0 1,1-1,-1 1,0-1,0 1,0 0,1-1,-1 1,0-1,1 1,-1-1,0 1,1-1,-1 1,1-1,-1 0,1 1,-1-1,1 0,-1 1,1-1,-1 0,1 1,-1-1,1 0,-1 0,1 0,0 0,-1 0,1 1,-1-1,1 0,1-1,34 4,-33-3,8 1,2-1,-1 0,20-3,-31 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46.55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386 146,'-3'0,"0"1,0 0,0-1,0 0,-1 0,1 0,0 0,-4-1,-11 0,11 2,0 0,0 0,0 1,0-1,1 2,-1-1,0 1,1 0,0 0,-1 1,-10 8,10-6,-1 1,1 0,0 1,1 0,0 0,0 0,-8 17,7-9,0 1,1 0,0 0,2 1,0 0,1 0,1 0,0 0,2 20,0-35,0 0,0 0,0 0,1 0,-1 0,1 0,0-1,0 1,0 0,0 0,1-1,-1 1,3 2,-4-4,1-1,0 1,-1-1,1 1,-1-1,1 1,0-1,-1 0,1 1,0-1,0 0,-1 0,1 1,0-1,0 0,-1 0,1 0,0 0,0 0,0 0,1 0,0-1,0 1,-1-1,1 0,-1 1,1-1,-1 0,1 0,-1 0,1 0,-1 0,2-2,3-4,-1 1,0-1,0 0,-1 0,0-1,0 1,-1-1,0 0,4-15,-6 17,1 0,-1 0,0 0,0-1,-1 1,0 0,0 0,0-1,-1 1,0 0,0 0,-1 0,-3-11,4 15,0 1,0-1,0 1,0-1,0 1,0 0,-1-1,1 1,0 0,-1 0,1 0,0 0,-1 0,0 0,1 0,-1 1,1-1,-1 0,0 1,0 0,1-1,-1 1,0 0,0 0,1 0,-1 0,0 0,0 0,1 0,-1 1,0-1,0 1,1-1,-1 1,0 0,1-1,-1 1,1 0,-2 1,-3 2,0 0,1 0,-1 0,1 0,0 1,1-1,-1 2,1-1,-5 7,7-8,0-1,0 0,1 1,-1 0,1-1,0 1,0 0,0 0,1-1,-1 1,1 0,0 0,0 0,1 5,-1-7,1 1,0-1,0 1,0-1,0 1,0-1,1 0,-1 1,1-1,-1 0,1 0,0 0,0 0,0 0,0-1,0 1,0 0,1-1,-1 0,0 0,5 2,2 0,1 0,0-1,-1 0,1 0,0-1,0 0,1-1,-1 0,0-1,0 0,0-1,0 0,-1 0,13-5,-4 1,0-2,0 0,0-1,-1 0,-1-1,23-19,-26 18,-1 0,0-1,-1-1,11-15,-17 21,0 0,-1 0,0 0,-1-1,0 1,0-1,0 0,-1 0,0 0,1-13,-3 19,0-1,0 1,0-1,0 1,-1-1,1 1,-1-1,1 1,-1-1,0 1,0 0,0-1,0 1,0 0,-1 0,1 0,-1 0,0 0,1 0,-1 1,0-1,0 0,0 1,0-1,0 1,0 0,0 0,-1 0,1 0,0 0,-3 0,-1-1,1 1,-1 0,0 0,1 1,-1 0,0 0,1 0,-1 1,0 0,1 0,-1 0,-8 4,2 0,0 1,1 1,0 0,1 1,0 0,0 0,0 1,1 0,1 1,-1 0,-11 19,13-18,1 0,0 0,0 1,2 0,-1-1,1 2,1-1,0 0,1 1,0-1,1 1,1 14,0-23,0 0,0 0,1 0,0-1,0 1,0 0,0-1,1 1,-1 0,1-1,0 0,0 1,0-1,0 0,1 0,-1 0,1-1,0 1,0 0,0-1,0 0,0 0,0 0,1 0,-1 0,0-1,7 3,-2-3,-1 1,0-1,1 0,-1-1,1 0,-1 0,1-1,-1 0,0 0,1 0,-1-1,0 0,12-6,-4 0,0 0,-1-1,1 0,-2-1,0-1,0 0,-1-1,0-1,13-17,-13 14,-2 0,0 0,-1-1,0 0,-1 0,-1-1,-1 0,4-21,-8 32,-1 0,0 0,0 0,-1 0,0 0,0 0,-1 0,0 0,0 0,-1 1,1-1,-6-11,5 14,0 0,-1 0,1 1,-1-1,0 1,0 0,0-1,0 1,0 1,-1-1,0 0,1 1,-1 0,0 0,0 0,0 0,0 1,-1 0,1-1,0 2,-6-2,-3 1,0 0,0 1,0 1,0 0,0 1,0 0,1 1,-1 0,1 1,-1 1,1 0,1 0,-1 1,-12 9,5-3,1 2,1-1,0 2,1 0,0 2,2-1,-20 29,27-35,1 2,-1-1,2 1,0 0,0 0,1 0,1 0,0 1,-2 13,5-22,0-1,-1 1,1 0,0-1,1 1,-1-1,1 1,0-1,-1 1,1-1,1 1,-1-1,0 0,1 0,0 0,0 0,0 0,0 0,0 0,1 0,-1-1,1 1,0-1,-1 0,1 0,0 0,0 0,1 0,-1-1,0 1,0-1,1 0,-1 0,1 0,-1-1,7 1,2 1,1-2,-1 0,1 0,-1-1,0-1,1 0,-1-1,0 0,0-1,0 0,-1-1,1 0,14-9,-9 3,0 0,0-1,-1-1,-1-1,0 0,-1-1,18-24,-23 26,0-1,-1 0,-1 0,0-1,-1 1,6-24,-11 32,0 0,0 0,0-1,-1 1,1 0,-2 0,1-1,-2-9,1 12,0 1,-1 0,1-1,0 1,-1 0,0 0,0 0,0 0,0 0,0 1,0-1,-1 1,1-1,-1 1,0 0,-4-3,3 3,0-1,-1 1,1 0,-1 1,0-1,1 1,-1 0,0 0,0 1,0-1,-8 1,3 1,1 0,0 1,-1 0,1 0,-15 7,4 0,0 1,1 1,0 1,-25 20,27-18,0 1,1 0,-26 33,38-44,0 2,0-1,1 0,-1 1,1 0,1 0,-1 0,1 0,0 0,0 0,1 1,0-1,0 0,0 1,1-1,0 1,1 11,0-15,0 0,0 0,0 0,1-1,-1 1,1-1,-1 1,1-1,0 1,0-1,0 0,0 0,0 0,0 0,1 0,-1-1,1 1,-1-1,1 1,0-1,-1 0,1 0,0 0,0-1,0 1,0-1,0 1,0-1,6 0,1 0,0-1,0 0,0 0,0-1,0 0,-1-1,15-6,-10 3,0-1,-1 0,0-1,0 0,-1-1,0 0,-1-1,0-1,-1 1,0-2,0 0,12-20,-20 30,-1 0,0 0,0-1,0 1,0 0,0-1,0 1,-1-1,1 1,-1 0,1-1,-1 1,0-1,0 1,0-1,-1 0,1 1,-1 0,1-1,-1 1,0-1,1 1,-1 0,-1-1,1 1,0 0,0 0,-1 0,1 0,-1 0,0 0,0 0,0 1,0-1,0 1,0-1,-3-1,-2-1,0 1,-1 0,1 0,-1 0,0 1,0 1,0-1,0 1,0 0,-12 1,3 1,1 1,1 1,-1 1,0 0,1 1,0 0,0 1,0 1,-24 15,28-14,0-1,0 1,0 1,1 0,0 1,1 0,0 0,1 1,0 0,0 0,-11 25,18-32,-1 1,1-1,0 1,0-1,0 1,0-1,1 1,0-1,0 6,1-9,-1 0,0 0,0 1,0-1,1 0,-1 0,1 0,-1 0,1 0,-1-1,1 1,0 0,-1 0,1 0,0 0,-1-1,1 1,0 0,0 0,0-1,0 1,0-1,0 1,0-1,0 1,0-1,0 0,0 0,0 1,0-1,0 0,0 0,0 0,1 0,-1 0,0 0,0 0,0-1,0 1,0 0,0-1,0 1,2-1,8-3,1-1,-1 0,1-1,-1 0,-1 0,0-2,0 1,13-13,-8 6,-1 0,0-2,-1 0,15-24,-24 33,1 0,-2-1,1 0,-1 0,0 0,-1 0,0 0,2-16,-4 22,0-1,1 1,-2-1,1 0,0 1,-1-1,1 1,-1-1,1 1,-1 0,0-1,0 1,0 0,-1-1,1 1,-1 0,1 0,-1 0,1 0,-1 0,0 1,0-1,0 0,0 1,0-1,-1 1,1 0,0 0,0 0,-1 0,1 0,-6-1,1 1,-1 0,0 0,0 1,0 0,0 1,0-1,0 1,0 1,0 0,1 0,-1 0,0 1,1 0,0 0,0 1,-8 6,4-4,1 1,1 1,-1 0,1 0,0 1,1 0,0 0,1 1,-12 20,17-26,0 0,0-1,1 1,0 0,0 0,0 0,0 0,0 8,1-11,0 0,0 1,0-1,1 0,-1 0,0 0,0 1,1-1,-1 0,1 0,-1 0,1 0,-1 0,1 0,0 0,0 0,-1 0,1 0,0 0,0 0,0-1,0 1,0 0,0-1,0 1,0 0,0-1,0 0,1 1,-1-1,0 1,0-1,2 0,3 1,-1-1,1 0,0-1,0 1,-1-1,1 0,0-1,-1 1,1-1,-1 0,9-5,2-1,1-2,18-14,-20 13,0-1,25-28,-35 34,0 0,0 0,-1 0,0 0,0-1,-1 0,0 1,0-1,0-1,2-9,-5 15,0 0,0 0,0 0,0 0,0 0,0 0,0 0,-1 0,1 0,-1 0,1 0,-1 0,0 1,0-1,0 0,0 0,0 1,0-1,0 1,-1-1,1 1,0-1,-1 1,0 0,1 0,-1 0,1 0,-1 0,0 0,0 0,0 0,0 1,-3-2,-3 0,0 1,1-1,-1 1,0 1,0-1,0 1,-9 2,3 0,0 1,1 1,0 0,-1 1,2 0,-1 1,1 1,0 0,0 0,-18 16,24-18,-1 1,1 0,1 1,-1-1,1 1,0 0,1 1,-5 9,7-12,0 0,0 0,1 0,0 0,0 0,0 0,1 0,0 1,0-1,0 0,0 0,1 1,0-1,2 6,-3-8,1 0,0-1,0 1,0-1,0 1,0-1,1 1,-1-1,1 0,0 0,-1 0,1 0,0 0,0 0,0 0,1-1,-1 1,0-1,1 1,3 1,-2-2,0-1,0 1,0 0,0-1,0 0,0 0,0 0,0 0,0-1,0 0,0 0,6-2,1-1,0 0,0-2,0 1,-1-1,0-1,0 0,0 0,11-13,-14 12,0 0,-1-1,0 0,0 0,-1 0,-1-1,1 0,-2 0,1 0,3-20,-6 25,-1 0,1 1,-1-1,0 1,0-1,-1 0,0 1,1-1,-2 1,1-1,0 1,-3-5,2 6,0 0,0 0,0 0,0 0,-1 1,1-1,-1 1,1 0,-1-1,0 1,0 0,0 1,0-1,-1 1,1-1,0 1,-6-1,2 0,0 2,0-1,0 1,0 0,0 0,0 1,0 0,0 0,0 1,1 0,-1 0,0 0,1 1,0 0,0 0,-1 1,2 0,-9 6,6-4,1 0,0 0,0 0,1 1,0 0,0 1,0-1,1 1,0 0,1 1,0-1,0 1,-3 12,6-17,0 1,0 0,1-1,-1 1,1 0,1-1,-1 1,0 0,1 0,0-1,0 1,1-1,-1 1,5 7,-5-9,1-1,0 1,0 0,1-1,-1 0,0 1,1-1,-1 0,1 0,0 0,0-1,-1 1,1 0,0-1,1 0,-1 0,0 0,0 0,0-1,1 1,5 0,3-2,-1 0,1-1,-1 0,1-1,-1 0,0-1,0 0,0 0,-1-2,0 1,0-1,0 0,0-1,-1-1,0 1,-1-1,0-1,14-17,-21 24,1 0,-1 0,1-1,-1 1,0 0,0-1,0 1,-1-1,1 1,0-1,-1 1,0-1,1 1,-1-1,0 0,0 1,-1-1,1 1,-1-1,1 0,-1 1,0 0,1-1,-3-2,1 2,1 1,-1 0,0 0,0 0,0 0,-1 0,1 1,0-1,-1 1,1-1,-1 1,1 0,-1 0,0 0,1 0,-1 0,0 1,0-1,1 1,-1 0,0 0,-3 0,-5 1,0 0,0 1,0 0,0 1,0 0,0 0,1 2,0-1,0 1,-18 12,20-12,-1 1,1 1,1-1,-1 2,1-1,0 1,1 0,0 0,0 0,0 1,1 0,-4 11,8-1,2-13,2-9,-13-7,4 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1:52.31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36 1,'0'0,"0"0,0 19,-14 44,9-44,-4 30,3 33,4 1,4-1,3 1,23 122,52 340,-46-294,94 452,-92-557,139 663,-157-690,128 742,-17-152,-85-458,60 308,32-9,-102-458,-24-69,-1 1,-1 0,0 1,6 50,-14-68,3 2,10-20,-4 3,-1 0,-1-1,0 0,0-1,0 1,8-20,-11 22,-1 0,-1-1,1 1,-1-1,0 1,-1-1,0 0,0 0,-1 0,0 1,0-9,-2 126,4-63,14 83,-10-103,1-1,1 0,1 0,19 38,-28-62,1 0,1 0,-1 0,0 0,0-1,1 1,-1 0,1 0,-1-1,1 1,0-1,0 0,0 1,0-1,0 0,0 0,3 1,-4-2,1 0,-1 0,1 0,-1 0,1 0,0 0,-1-1,1 1,-1-1,1 1,-1-1,0 1,1-1,-1 0,0 0,1 0,-1 0,0 0,0 0,0 0,1 0,-1 0,-1 0,1-1,2-2,0 0,-1-2,1 1,-1 0,0 0,0-1,0 1,-1-1,0 0,0 1,0-1,-1 0,0-7,0 11,0-1,0 1,0-1,0 1,-1 0,1-1,-1 1,0 0,1 0,-1-1,0 1,0 0,-1 0,1 0,0 0,-1 0,1 0,-1 1,0-1,1 0,-1 1,0-1,0 1,0 0,0 0,0 0,0 0,-1 0,1 0,0 0,-5 0,-2 0,0 1,0 0,-1 1,1 0,0 0,0 1,0 0,1 0,-1 1,-11 6,3-1,1 0,0 2,0 0,-16 14,32-24,0 0,0 0,0 0,0 0,0 0,0 0,1 0,-1 0,0 0,0 1,0-1,0 0,0 0,0 0,0 0,0 0,1 0,-1 0,0 0,0 1,0-1,0 0,0 0,0 0,0 0,0 0,0 0,0 1,0-1,0 0,0 0,0 0,0 0,0 0,0 0,0 1,0-1,0 0,0 0,0 0,0 0,0 0,-1 0,1 0,0 1,0-1,0 0,0 0,0 0,0 0,0 0,0 0,0 0,-1 0,1 0,0 0,0 1,0-1,0 0,0 0,0 0,-1 0,1 0,0 0,0 0,0 0,0 0,0 0,-1 0,12-2,-4-2,1-1,-1 1,0-2,-1 1,1 0,-1-1,0-1,0 1,5-9,3-4,-1-1,10-24,-21 42,17-40,-18 39,1-1,-1 0,0 0,0 1,-1-1,1 0,-1 0,0 0,0-5,0 9,-1-1,1 0,0 1,-1-1,1 1,-1-1,1 1,-1-1,1 1,-1-1,1 1,-1-1,0 1,1 0,-1-1,1 1,-1 0,0-1,1 1,-1 0,0 0,1 0,-1 0,0 0,0 0,1 0,-1 0,0 0,1 0,-1 0,-1 0,-27 5,22-3,-54 9,59-11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1:59.53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824 194,'-30'-31,"19"20,1 1,0-2,1 1,0-1,-9-17,-4 56,9-6,1-1,0 2,2 0,1 0,0 1,2 0,1 0,0 0,-3 48,9-70,-1 0,1 1,0-1,0 1,0-1,0 1,1-1,-1 1,0-1,1 1,-1-1,1 1,-1-1,1 0,0 1,-1-1,1 0,1 2,-1-3,0 1,0-1,0 0,0 1,0-1,0 0,0 0,0 0,0 0,0 0,0 0,0 0,0 0,0 0,0 0,0 0,0-1,0 1,0 0,0-1,0 1,0-1,-1 1,1-1,0 1,0-1,1-1,7-5,0 0,0-1,-1 0,0-1,-1 1,0-2,0 1,-1-1,0 0,7-16,-8 14,0 0,-1 0,0 0,-1-1,0 0,-1 1,-1-1,0 0,-1-18,0 29,-1 0,1 0,0-1,0 1,-1 0,1 0,-1 0,0 0,0-1,0 1,0 0,0 0,0 0,0 1,-1-1,1 0,-1 0,1 1,-1-1,0 1,1-1,-1 1,0 0,0 0,0 0,-4-2,3 3,1-1,-1 1,0 0,0 0,0 0,1 0,-1 1,0-1,0 1,1-1,-1 1,0 0,1 0,-1 0,1 1,-1-1,1 1,-1-1,1 1,0 0,-3 2,0 2,-1 0,1 0,1 1,-1 0,1-1,0 2,1-1,0 0,0 0,0 1,1 0,-2 10,3-15,1 1,-1-1,1 0,0 1,0-1,0 0,0 1,0-1,1 0,0 1,-1-1,1 0,0 0,1 1,-1-1,1 0,-1 0,1-1,0 1,0 0,0 0,0-1,1 1,-1-1,1 0,-1 0,1 0,0 0,0 0,0-1,5 3,-7-3,1 0,0-1,0 1,0-1,-1 1,1-1,0 1,0-1,0 0,0 0,0 0,0 0,0 0,0-1,-1 1,1 0,0-1,0 0,0 1,-1-1,1 0,0 0,-1 0,1 0,0 0,-1 0,1 0,-1-1,0 1,1-1,-1 1,0-1,0 1,0-1,0 1,0-1,0 0,-1 0,1 1,0-4,0 1,0-1,0 1,0-1,-1 1,0 0,0-1,0 1,0-1,-1 1,0-1,0 1,0 0,0-1,0 1,-1 0,-4-7,5 9,0 0,0 1,-1-1,1 0,0 1,-1-1,0 1,1 0,-1-1,0 1,1 0,-1 0,0 0,0 0,0 1,0-1,0 0,0 1,0 0,-3-1,2 1,-1 0,1 1,0-1,-1 1,1-1,0 1,0 0,-1 1,1-1,0 0,-4 4,0-1,1 1,-1-1,2 1,-1 1,0-1,1 1,0 0,0 0,1 1,-5 8,7-8,0-1,0 1,1-1,-1 1,2 0,-1-1,1 1,0 0,0 0,1-1,0 1,0 0,1-1,-1 1,4 6,-4-10,0 0,0 0,0-1,1 1,-1 0,1-1,-1 0,1 1,0-1,0 0,0 0,0 0,0 0,0 0,1 0,-1-1,1 1,-1-1,1 1,0-1,-1 0,1 0,0-1,0 1,0 0,0-1,0 0,0 0,-1 0,1 0,0 0,0 0,0-1,0 1,0-1,4-1,3-3,0 0,0-1,-1 1,0-2,0 1,0-2,-1 1,0-1,0 0,-1 0,0-1,-1 0,11-20,-14 23,0 0,0-1,-1 1,0-1,0 0,0 0,-1 0,0 0,0 0,-1-10,-1 13,1-1,-1 0,0 1,0-1,-1 1,1 0,-1-1,0 1,0 0,-1 0,1 0,-1 0,0 1,0-1,0 1,-7-6,3 4,0 0,-1 1,1 0,-1 0,0 1,0 0,0 1,0-1,-1 2,1-1,-1 1,1 0,-1 1,-9 1,8-1,1 1,-1 0,0 0,0 1,1 1,-1-1,1 2,0-1,0 1,0 1,1-1,-9 7,12-7,1-1,0 1,1 0,-1 0,1 0,0 0,0 0,0 1,0 0,1-1,-1 1,1 0,1 0,-1 0,1 0,0 1,0-1,0 0,1 1,0-1,0 0,0 1,1-1,-1 0,1 0,0 1,1-1,0 0,-1 0,2 0,1 4,1 0,0-1,0 1,0-1,1-1,0 1,1-1,0 0,0 0,0-1,1 0,0-1,0 1,1-1,-1-1,1 0,13 5,-15-8,1 1,0-1,0 0,0-1,0 0,0 0,0 0,-1-1,1-1,0 1,0-1,-1 0,1-1,-1 0,0 0,0-1,0 0,0 0,0 0,10-10,-13 10,1-1,-1 1,0-1,0 0,0 0,-1 0,1 0,-1-1,-1 1,1-1,-1 0,0 0,0 0,-1 0,1 0,-1 0,-1 0,1 0,-1-1,0 1,-1 0,1 0,-1 0,-1-1,1 1,-1 0,-2-5,0 4,1 0,-1 0,-1 1,1-1,-1 1,0 1,-1-1,1 1,-1-1,0 2,0-1,-1 1,0 0,1 0,-1 0,0 1,-11-3,-1 0,0 1,0 1,0 0,0 2,-36-1,31 3,1 2,-1 1,1 0,-1 2,-34 11,47-12,0 0,1 0,0 1,0 1,0-1,1 1,0 1,0 0,0 0,1 1,0 0,1 1,-12 16,16-21,1 0,0 0,0 0,0 0,0 0,1 1,0-1,0 1,0-1,0 1,1-1,0 1,0-1,0 1,0 0,1-1,0 1,0-1,0 1,0-1,1 0,-1 1,4 5,-1-6,-1 1,1-1,-1 0,1 0,0 0,1 0,-1-1,0 1,1-1,0 0,0-1,0 1,0-1,0 0,1 0,-1-1,1 0,9 2,-7-3,0 0,1 0,-1-1,1 0,-1 0,0-1,0 0,0-1,0 1,0-2,0 1,-1-1,1 0,-1-1,0 1,-1-2,1 1,7-8,-8 7,0 0,-1 0,0-1,0 1,0-1,-1 0,0-1,0 1,-1-1,0 0,0 1,-1-1,0-1,0 1,-1 0,0 0,0-1,-1-11,-1 15,0 0,0 0,0 0,0 1,-1-1,0 0,0 1,0-1,0 1,-1 0,0 0,0 0,0 0,-6-5,3 4,0 0,0 1,-1 0,1 0,-1 0,0 1,0 0,-13-3,3 2,0 0,-1 2,0 0,1 1,-1 1,0 1,-25 3,24 0,-1 0,1 2,1 0,-1 1,1 0,-22 14,30-16,1 1,0 1,0-1,0 2,1-1,0 1,0 0,1 1,0 0,0 0,1 0,-7 14,11-18,1-1,-1 0,0 1,1-1,0 1,0-1,1 1,-1-1,1 1,0 0,0-1,0 1,1 0,0-1,0 1,0-1,0 1,1-1,-1 1,1-1,0 0,1 0,-1 0,1 0,0 0,-1-1,2 1,-1-1,0 0,1 0,4 3,2 1,0 0,1-1,0-1,0 0,1 0,0-1,-1-1,1 0,0 0,23 1,-18-3,1-2,-1 1,0-2,0 0,0-2,0 1,0-2,-1 0,0-1,19-10,-26 11,0 0,1 0,-2-1,1-1,-1 1,0-1,0-1,-1 1,0-1,0-1,-1 1,0-1,-1 0,0 0,0-1,-1 0,5-17,-7 21,-1 1,0-1,-1 0,0 0,0 0,0 0,0 0,-1 1,0-1,0 0,-1 0,1 1,-1-1,0 1,-1 0,1-1,-1 1,0 0,-1 0,1 1,-1-1,0 1,0 0,0 0,-1 0,-6-4,-2-1,-1 0,0 2,0 0,0 0,-1 1,0 1,-1 1,-24-5,23 6,0 2,-1-1,1 2,0 1,-1 0,1 1,0 0,-28 9,38-9,-1 1,1-1,0 1,0 1,0 0,0 0,0 0,1 1,0-1,0 2,0-1,1 1,-1 0,1 0,1 0,-1 0,1 1,0 0,1 0,-1 0,-1 9,3-12,1 1,0-1,0 1,1-1,0 1,-1 0,1-1,1 1,-1 0,1-1,0 1,0-1,0 1,0-1,1 1,3 5,-2-5,1 1,0-1,0 0,0 0,0-1,1 1,0-1,0 0,0 0,10 5,-1-3,0 1,0-2,1 0,-1 0,1-2,0 0,0 0,0-1,19-1,-16-1,0-2,0 0,-1-1,1-1,-1 0,0-2,0 0,0 0,-1-2,0 0,-1-1,0 0,23-19,-35 25,0 0,0-1,0 1,0-1,0 0,-1 1,0-1,3-6,-5 9,1 0,-1 0,0 0,1 0,-1 0,0 0,0 0,0 0,0 0,0 0,0 0,0 0,0 0,0 0,-1 0,1 0,0 0,-1 0,1 0,-1 0,1 0,-1 0,1 0,-1 1,0-1,1 0,-1 0,0 1,1-1,-1 0,0 1,0-1,0 1,0-1,0 1,0-1,0 1,0 0,0-1,0 1,-1 0,-6-2,1 1,-1 0,1 1,-1-1,0 1,1 1,-1 0,0 0,-11 3,-6 3,-36 15,58-20,-7 2,0 0,0 1,-13 8,21-12,1 0,-1 0,1 0,0 1,-1-1,1 0,0 0,-1 1,1-1,0 1,0-1,0 1,0-1,1 1,-1-1,0 1,1 0,-1 0,1-1,-1 1,1 0,0 0,0 0,0-1,0 1,0 0,0 0,1 2,6 11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2:15.5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57 450,'0'0,"0"0,0-19,0 18,0-17,-4-31,3 45,1 0,-1 0,0 0,0 0,-1 0,1 0,-1 0,0 0,0 1,0-1,0 1,-1-1,-5-5,8 11,0 0,-1 0,1-1,-1 1,1 0,-1-1,0 1,0 0,1-1,-3 3,2-1,-3 5,2 0,-1 0,1 0,0 0,1 1,0-1,1 0,-1 1,1-1,1 1,0-1,0 0,1 1,0-1,3 10,-3-12,0-1,0 1,1-1,-1 0,1 0,0 0,1-1,-1 1,1-1,0 1,0-1,0 0,0-1,1 1,0-1,-1 0,1 0,1 0,-1-1,0 0,0 0,12 3,-9-4,-1 0,1-1,-1 0,1 0,0-1,-1 0,1 0,-1-1,0 0,1 0,-1 0,11-6,-9 2,1 0,-2 0,1 0,-1-1,0 0,0-1,0 0,7-11,-5 5,-1-1,0 0,-1 0,0-1,-2 0,1-1,-2 1,-1-1,0 0,3-31,-7 43,1-53,-1 53,0 0,-1 0,0 0,0-1,0 2,-1-1,1 0,-6-9,7 14,0 0,0 0,0 0,0-1,0 1,0 0,0 0,-1 0,1 0,0 0,0 0,0 0,0 0,0 0,-1 0,1 0,0 0,0 0,0 0,0 0,0 0,-1 0,1 0,0 0,0 0,0 0,0 0,0 0,-1 0,1 0,0 0,0 0,0 0,0 0,0 0,-1 0,1 0,0 0,0 1,0-1,0 0,-8 9,-4 11,6-6,1-1,0 0,1 1,1 0,0 0,1 0,0 1,1-1,1 0,0 0,1 1,1-1,0 0,1 0,5 17,-8-31,0 0,0 0,0 0,0 1,1-1,-1 0,0 0,0 0,0 0,0 1,0-1,0 0,0 0,0 0,1 0,-1 0,0 1,0-1,0 0,0 0,0 0,1 0,-1 0,0 0,0 0,0 0,0 0,1 1,-1-1,0 0,0 0,0 0,1 0,-1 0,0 0,0 0,0 0,1 0,-1-1,0 1,0 0,0 0,0 0,1 0,7-9,2-14,-6 7,-1 0,-1 0,0 0,-1 0,-2-25,1 34,-1 0,1 1,-2-1,1 1,-1-1,0 1,0 0,0 0,-1 0,0 0,-1 0,1 0,-1 1,0 0,0 0,-7-6,10 9,-1 0,0 1,0 0,0-1,0 1,0 0,-1 0,1 0,0 0,0 0,-1 1,1-1,-1 1,1-1,0 1,-1 0,1 0,-1 0,1 0,0 1,-1-1,1 0,-1 1,1 0,0 0,-3 1,3-1,0 1,-1-1,1 1,0 0,0 0,0 0,1 0,-1 1,0-1,1 0,0 1,-1-1,1 1,0-1,0 1,0 0,1-1,-1 1,1 0,-1 0,1-1,0 5,1 7,0 0,1 0,0 0,1 0,1-1,0 1,10 19,-1-5,1-1,25 35,-39-61,1 0,-1 0,0-1,1 1,-1 0,1 0,-1-1,1 1,0 0,-1-1,1 1,0-1,-1 1,1-1,0 1,0-1,-1 1,1-1,0 0,0 1,0-1,0 0,-1 0,1 0,0 1,0-1,0 0,0 0,1-1,0 0,-1 1,0-1,1 0,-1-1,0 1,0 0,0 0,0 0,0-1,0 1,0-1,-1 1,1-1,1-2,1-6,1-1,-1 0,2-18,-4 13,0-1,-1 0,0 0,-2 0,0 1,-6-27,6 35,0 0,-1 1,0-1,0 1,-1-1,0 1,0 0,-1 0,1 1,-2-1,1 1,-1 0,1 1,-2-1,-11-7,17 12,-1 0,1 0,0 1,-1-1,1 0,-1 1,1-1,-1 1,0 0,1 0,-1-1,1 1,-1 0,0 0,1 0,-1 0,1 1,-1-1,0 0,1 1,-1-1,1 1,-2 0,0 1,1 0,-1 0,1 0,0 0,0 0,0 1,0-1,0 0,1 1,-1 0,-1 4,-2 3,2 0,-1 0,1 1,1 0,-3 19,5-12,0 1,0-1,2 0,0 0,1 0,7 19,-7-25,1 0,1 0,0 0,1 0,0-1,1 0,0-1,1 0,14 15,-22-24,1 0,-1-1,1 1,0 0,-1-1,1 1,0-1,-1 0,1 1,0-1,0 1,0-1,-1 0,1 0,0 1,0-1,0 0,0 0,0 0,-1 0,1 0,0 0,0 0,0 0,0-1,0 1,-1 0,1 0,0-1,0 1,0 0,-1-1,1 1,0-1,-1 1,1-1,0 1,-1-1,1 0,0 1,-1-1,1 0,-1 1,1-1,-1 0,0 0,1 0,-1 1,1-2,2-5,0 0,-1 0,0 0,3-10,-2 1,-1 0,0 0,-1 0,-1 0,-1 0,-3-26,3 35,-1 0,0 0,1 1,-2-1,1 1,-1-1,0 1,-1 0,1 0,-1 0,0 0,-1 1,1 0,-1 0,0 0,0 0,-11-6,14 10,1 0,-1 0,1 0,-1 1,1-1,-1 0,0 1,1 0,-1-1,0 1,1 0,-1 0,0 0,0 0,1 0,-1 0,0 1,1-1,-1 0,-1 2,0-1,0 0,1 1,-1-1,1 1,0 0,0 0,-1 0,1 0,0 0,-2 5,-2 2,1 0,0 1,1 0,0-1,-4 15,6-13,0-1,0 0,1 1,1-1,0 1,0-1,1 1,0-1,1 1,0-1,4 11,-3-14,-1 0,1 0,0 1,1-2,0 1,0 0,1-1,-1 0,1 0,0 0,1-1,0 1,0-1,0-1,10 7,-14-10,0 1,0-1,0-1,0 1,1 0,-1 0,0-1,0 1,0-1,0 0,1 1,-1-1,0 0,0-1,1 1,-1 0,0-1,0 1,0-1,1 1,-1-1,0 0,0 0,0 0,0 0,-1 0,1-1,0 1,0-1,-1 1,1-1,-1 1,1-1,-1 0,0 0,1 0,-1 0,0 0,1-3,3-6,-1 0,0 0,-1-1,0 1,-1-1,2-13,-2 1,0 0,-1 1,-4-39,2 55,0 0,0 1,-1-1,0 1,0-1,0 1,-1-1,0 1,0 0,0 1,-1-1,0 0,0 1,-1 0,1 0,-1 0,-9-6,13 9,-1 1,0 0,0 0,0 0,1 0,-1 0,0 0,-1 1,1-1,0 1,0-1,0 1,0 0,0 0,0 0,0 0,-1 0,1 0,0 1,0-1,0 1,0-1,0 1,0 0,0 0,0 0,0 0,1 0,-1 0,0 1,0-1,1 0,-1 1,1-1,0 1,-1 0,-1 2,-1 3,0-1,1 1,-1-1,1 1,1 0,-1 0,1 1,1-1,-2 13,2-8,1-1,1 1,0-1,1 1,0-1,0 1,2-1,-1 0,1 0,7 13,-6-15,-1 0,2-1,-1 1,1-1,0 0,1-1,0 1,0-1,1-1,0 1,0-1,10 5,-15-9,-1-1,1 0,0 1,0-1,-1 0,1-1,0 1,0 0,0-1,0 0,0 0,0 0,0 0,0 0,0 0,0-1,0 0,4-1,-3 1,-1-1,1 0,-1-1,0 1,0 0,0-1,-1 0,1 1,0-1,-1 0,0 0,4-6,0-4,0 0,-1 0,0-1,-1 1,-1-1,3-23,-4 19,0-1,-2 1,0 0,-4-22,4 33,-2-1,1 1,-1 0,0 0,0 0,-1 1,0-1,0 0,-1 1,0 0,0 0,0 0,-8-7,10 11,1 0,-1 0,0 1,0-1,0 1,-1 0,1-1,0 1,0 0,-1 0,1 1,0-1,-1 0,1 1,-1-1,1 1,-1 0,1 0,-1 0,1 0,-1 0,1 1,-1-1,1 1,-1 0,1-1,0 1,-1 0,1 0,0 1,-3 1,1 0,0 0,0 1,0-1,1 1,-1 0,1 0,0 1,0-1,1 1,-1-1,1 1,0 0,0 0,-1 6,1-1,1 1,0 0,0-1,1 1,0 0,1 0,1-1,-1 1,2-1,6 20,-5-18,1-1,0 1,1-1,0 0,0 0,2-1,-1 0,1 0,10 9,-17-18,1 1,-1-1,1 0,0 1,-1-1,1 0,0 0,0 0,0 0,0 0,0 0,0-1,0 1,0 0,0-1,0 0,0 0,0 1,0-1,0 0,3-1,-2 0,-1 0,0 0,1 0,-1 0,0-1,0 1,0-1,0 1,0-1,0 0,0 0,-1 0,1 0,-1 0,2-3,3-5,-1-2,0 1,-1-1,0 1,0-1,1-13,-1-1,-1 1,0-48,-3 63,0 0,-1 1,-1-1,0 0,0 1,-1-1,0 1,0 0,-1 0,-8-14,10 20,0 1,1-1,-1 1,0 0,0 0,0 0,0 0,-1 0,1 0,-1 1,1-1,-1 1,1-1,-1 1,0 0,0 0,1 0,-1 0,0 1,0-1,0 1,0 0,0 0,0 0,0 0,0 0,-4 2,3-1,-1 1,1-1,-1 1,1 1,0-1,0 1,0-1,0 1,0 0,1 1,-1-1,1 0,0 1,0 0,0 0,-2 4,0 3,0-1,1 1,1 0,0 0,0 0,1 0,0 1,1-1,0 1,1-1,1 1,0-1,0 1,1-1,0 0,1 0,0 0,1 0,0 0,1-1,0 1,13 17,-17-26,1 0,-1 0,0 0,1 0,0-1,-1 1,1-1,0 1,0-1,-1 1,1-1,0 0,1 0,-1 0,0 0,0-1,0 1,0 0,1-1,-1 1,0-1,1 0,-1 0,0 0,1 0,1-1,-1 0,-1 0,1 0,-1-1,0 1,1-1,-1 0,0 1,0-1,0 0,0 0,-1-1,1 1,0 0,-1 0,0-1,1 1,-1-1,0 1,0-1,-1 0,2-3,0-7,0 1,-1-1,0 0,-1 0,0 1,-1-1,-1 0,0 1,0-1,-1 1,-1 0,0 0,-11-22,10 23,-1 0,0 1,-1 0,0 0,0 0,-1 1,-1 0,1 0,-1 1,-1 0,0 1,0 0,0 1,-19-9,24 12,-1 1,1 1,-1-1,1 1,-1 0,0 0,0 1,1 0,-1 0,0 0,0 0,1 1,-1 0,0 0,1 1,-10 3,8-1,1-1,0 1,0 0,0 1,0 0,1 0,-1 0,1 0,1 1,-1 0,-6 12,5-8,0 1,1 0,0 1,1-1,1 1,0 0,0 0,1 0,1 0,0 0,0 0,2 0,-1 0,1 1,5 18,-5-26,1-1,-1 0,1 1,0-1,0 0,1 0,-1 0,1-1,0 1,0 0,0-1,0 0,1 0,-1 0,1 0,0 0,0-1,0 0,0 0,0 0,6 2,-6-3,0 0,0-1,0 1,0-1,0 0,1 0,-1 0,0-1,0 1,0-1,0 0,0 0,0-1,0 1,0-1,-1 0,1 0,0 0,-1 0,0-1,1 1,-1-1,5-5,-2 0,1-1,-1 1,-1-1,0 0,0-1,0 1,-1-1,-1 0,0 0,0 0,-1-1,1-12,-1 9,-1-1,-1 1,0-1,-1 1,-1 0,0-1,-1 1,-6-19,7 28,0 0,0 0,-1 0,0 0,0 0,0 1,0-1,-1 1,1 0,-1 0,0 0,-1 1,1-1,-1 1,1 0,-1 0,0 1,0-1,-6-1,6 3,0-1,0 2,1-1,-1 0,0 1,0 0,0 0,0 0,0 1,1 0,-1 0,0 0,1 0,-1 1,0 0,1 0,0 0,-1 0,1 1,0-1,0 1,-4 4,4-4,1 1,-1 0,1 0,-1 0,1 0,1 1,-1-1,0 1,1-1,0 1,0 0,1 0,-1 0,1 0,0 0,0 0,1 9,0-10,0 0,1 0,-1 0,1-1,0 1,0 0,1 0,-1-1,1 1,0-1,0 1,0-1,0 0,0 0,1 0,0 0,-1 0,1 0,0-1,0 1,1-1,-1 0,0 0,5 1,-4 0,0-2,0 1,1 0,-1-1,1 0,-1 0,1 0,-1-1,10 1,-13-1,0 0,1-1,-1 1,1 0,-1-1,0 1,0-1,1 1,-1-1,0 0,0 1,0-1,1 0,-1 0,0 0,0 0,0 0,-1 0,1 0,0 0,0 0,-1-1,1 1,0 0,-1 0,1-1,-1 1,0 0,1-1,-1 1,0 0,0-1,0 1,0-1,0-1,-2-22,-5 20,-6 10,8-1,1-1,-1 1,1 1,0-1,1 0,-1 1,1 0,0 0,0 0,0 0,1 0,-1 1,2-1,-1 1,0 0,1-1,0 1,0 0,1 0,0 11,1 1,0 1,2 0,0 0,1-1,8 21,-12-34,1 0,-1 0,0 0,-1-1,1 1,-1 0,1 0,-2-1,1 1,0-1,-1 1,0-1,0 1,-3 4,3-5,-8 15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2:19.3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9 548,'17'-4,"235"-95,-86 30,27 1,3 9,2 9,325-40,1054-19,-882 120,750 109,-1284-96,230 65,-279-54,-1 5,187 94,-255-111,-2 2,0 2,-2 1,-1 2,39 40,-57-49,-2 0,0 2,-1 0,-2 0,0 2,-2 0,0 0,-2 1,-1 1,8 30,-10-23,-1-1,-2 1,-1 0,-2 0,-1 1,-2-1,-1 0,-2 0,-1 0,-2 0,-1-1,-1 0,-3-1,0 0,-2 0,-1-2,-1 1,-2-2,-1-1,-30 35,13-24,-1-2,-3-1,0-2,-2-3,-62 37,39-32,-2-3,0-4,-89 27,36-22,-141 21,-121-5,-443-4,-2-48,652 0,-448-23,-57 0,-92 26,683-4,0-3,0-4,0-4,-133-39,169 36,0-2,1-2,1-3,2-2,0-1,2-3,1-2,-59-54,83 64,1-2,0 0,2-1,1-1,1 0,2-2,0 0,2 0,1-1,1-1,2 0,1-1,-5-33,8 25,2 0,1 0,2 0,1 0,3 0,1 0,2 1,1 0,2 0,18-44,-4 29,2 0,47-69,-11 31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2:39.7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336 171,'0'0,"0"0,0-19,0-123,0 142,0 0,0 0,0 0,0 0,0 0,0 0,0 0,0 0,0 0,0 0,-22 3,16 0,1 0,0 0,0 0,0 0,1 1,-1 0,1 0,0 0,0 1,0-1,0 1,1 0,-3 5,2-2,0 1,1 0,0-1,0 1,1 0,0 0,-1 16,3-4,0 0,2-1,0 1,1-1,1 0,12 36,-11-42,0 0,0-1,1 0,13 19,-18-29,1-1,0 1,0-1,0 1,1-1,-1 0,1 1,-1-1,1-1,0 1,-1 0,1-1,0 1,0-1,0 0,0 0,1 0,-1 0,0-1,0 1,0-1,1 0,-1 0,0 0,1 0,3-1,5-2,0-1,1-1,-1 0,0-1,-1 0,0 0,0-1,16-14,-8 5,0-2,0 0,20-28,-32 36,0 0,0 0,-1-1,-1 1,0-1,0-1,-1 1,-1-1,4-19,-6 25,0 0,-1-1,0 1,0 0,0 0,-1 0,0 0,0 0,0 0,-1 0,0 0,0 0,-1 0,0 1,0-1,0 1,0 0,-1 0,0 0,-6-6,5 7,0-1,-1 1,0 0,0 1,0-1,0 1,0 0,-1 1,1-1,-1 1,0 1,0-1,1 1,-1 0,0 1,0 0,0 0,0 0,0 1,0 0,0 0,0 1,1 0,-1 0,1 0,-1 1,1 0,0 1,0-1,0 1,0 0,1 0,0 1,0 0,0 0,0 0,1 0,0 1,0 0,0 0,1 0,-1 0,2 0,-4 11,4-10,0 1,0 0,1 0,0 0,0 0,1 1,1-1,-1 0,1 0,0 0,1 0,3 10,-4-15,0 0,1 1,-1-1,1 0,0 0,0 0,0 0,0 0,0 0,1 0,-1-1,1 1,0-1,0 0,0 0,0 0,0 0,0-1,0 1,1-1,-1 1,0-1,1-1,-1 1,1 0,0-1,-1 1,1-1,6-1,-8 1,1 0,-1-1,0 1,1-1,-1 0,1 0,-1 1,0-2,0 1,1 0,-1 0,0-1,0 1,0-1,0 0,-1 1,1-1,0 0,-1 0,1 0,-1 0,0-1,0 1,1 0,-2 0,1-1,0 1,0-1,-1 1,1-1,-1 1,0-1,0-3,1-1,-1 1,-1 0,1 0,-1-1,0 1,0 0,-1 0,0 0,0 0,0 0,-1 1,-5-11,5 13,1 0,-1-1,0 1,0 1,0-1,0 0,0 1,0-1,-1 1,1 0,-1 0,1 1,-1-1,0 1,-6-2,7 2,0 1,-1 0,1 0,0 0,0 1,0-1,0 1,0-1,0 1,0 0,0 0,0 1,0-1,0 0,0 1,1 0,-1 0,1-1,-1 2,1-1,-2 2,-1 2,0 0,1 0,0 1,0-1,1 1,-1 0,2 0,-1 0,1 0,0 0,0 1,1-1,0 0,0 1,1 0,1 11,0-3,1 0,0 0,2 0,0 0,0-1,12 26,-13-35,0 0,0 0,1 0,0-1,0 0,0 0,0 0,1 0,0-1,0 1,0-1,1-1,-1 1,1-1,0 0,0 0,0 0,8 1,-9-2,0-1,1 0,-1-1,1 0,-1 1,1-2,-1 1,0 0,1-1,-1 0,0-1,1 1,-1-1,0 0,0 0,0-1,-1 1,1-1,-1 0,1 0,-1-1,6-5,-5 4,-1 1,0-1,0 0,-1 0,1-1,-1 1,0-1,-1 1,1-1,-1 0,-1 0,1 0,-1 0,0-1,0 1,0 0,-1 0,0-1,0 1,-1 0,0 0,-1-7,0 6,-1-1,0 1,0-1,0 1,-1 0,0 0,0 1,-1-1,1 1,-2 0,1 0,-1 0,1 1,-2 0,1 0,0 1,-8-5,3 4,1 1,-1 0,0 0,0 1,0 1,-1-1,1 2,-1 0,1 0,-1 1,0 0,1 1,-23 5,28-5,0 0,0 1,0 0,0 0,0 1,0-1,0 1,1 1,-1-1,1 1,0 0,0 0,1 0,-1 1,1-1,0 1,0 0,0 1,1-1,0 1,0-1,0 1,1 0,-1 0,2 0,-3 8,3-4,1-1,0 0,0 0,0 0,1 0,1 0,0 0,0 0,0 0,1-1,1 1,-1-1,2 0,-1 0,1 0,10 13,-12-17,1 0,-1 0,1-1,-1 0,1 0,0 0,0 0,0 0,1-1,-1 0,1 0,-1 0,1 0,0-1,0 1,-1-1,1-1,0 1,0-1,0 0,0 0,0 0,0 0,0-1,0 0,0 0,-1-1,1 1,0-1,-1 0,1 0,4-3,0-1,0 0,-1-1,1 0,-2 0,1-1,-1 0,0 0,0-1,-1 0,0 0,-1 0,0-1,0 1,-1-1,4-17,-6 21,0 0,-1 0,0-1,0 1,-1 0,0 0,0-1,0 1,-1 0,0-1,0 1,-1 0,1 0,-1 0,-1 0,1 0,-1 1,0-1,0 1,-1-1,1 1,-1 0,0 0,-1 1,1-1,-1 1,-10-7,7 7,0 0,-1 0,1 0,-1 1,1 1,-1-1,0 2,0-1,0 1,-1 0,1 1,0 0,0 1,0 0,0 0,0 1,-12 3,9-1,0 0,1 0,0 1,0 0,0 1,0 0,1 1,0 0,1 1,-1 0,1 0,-11 15,15-17,1 1,0 0,1-1,-1 1,1 1,0-1,1 0,0 1,0-1,1 1,0 0,-1 10,2-7,1 0,0 0,1 0,0-1,0 1,1-1,0 1,7 13,-5-13,1-1,-1 1,2-1,-1-1,1 1,1-1,0-1,0 1,1-1,0-1,0 0,0 0,1 0,0-1,1-1,-1 0,16 5,-20-8,0-1,0 0,0 0,0-1,0 1,0-1,0-1,0 1,0-1,0 0,0 0,0-1,-1 0,1 0,0 0,7-5,-6 3,0-1,-1 0,1 0,-1-1,0 0,0 0,-1-1,0 0,0 0,8-14,-8 10,0 0,-1 0,0 0,-1-1,0 1,0-1,0-19,-2 22,-1 1,0-1,-1 0,0 1,0-1,-1 1,0-1,0 1,-1 0,-6-12,4 12,0 0,-1 0,-1 1,1 0,-1 0,0 1,-1-1,1 1,-1 1,-1 0,1 0,-1 0,1 1,-1 1,-1-1,1 1,-17-2,10 1,0 2,-1 0,1 1,0 1,-1 0,1 1,0 1,0 0,-28 9,35-8,1 0,0 1,-1 0,2 0,-1 1,0 0,1 0,0 1,0 0,1 0,-1 0,-7 11,11-12,0 0,0 0,1 0,-1 0,1 0,0 1,0-1,1 1,0-1,0 1,0-1,1 1,-1 0,2 0,-1-1,0 1,1 0,0-1,0 1,4 8,-2-5,1 0,0-1,1 1,0-1,0 0,1-1,0 1,0-1,1 0,0 0,0-1,0 0,1 0,0-1,0 0,1 0,-1-1,1 0,0-1,0 0,0 0,16 2,-8-2,1-1,0-1,-1 0,1-2,-1 0,1-1,-1-1,0 0,0-1,0-1,25-11,-23 7,0-1,0-1,-1 0,0-2,24-21,-33 25,0 0,0-1,0 0,-2 0,1-1,-1 0,-1 0,0-1,0 0,4-16,-8 24,-1 0,0 0,0 0,0 0,-1 0,0 0,0 0,0 0,0 0,0 0,-1 0,0 0,1 0,-2 0,1 0,0 0,-1 1,0-1,1 0,-2 1,1 0,0-1,-1 1,1 0,-1 0,0 0,0 0,0 1,0-1,-1 1,1 0,-1 0,-6-3,-4 0,0 0,0 1,0 0,-1 1,1 1,-1 0,1 1,-16 1,-1 1,0 0,0 3,0 0,0 2,1 2,0 0,-37 17,63-23,1-1,-1 1,0 1,1-1,-1 1,1-1,0 1,0 0,0 0,0 0,0 1,-2 4,4-7,0 1,1-1,0 0,-1 0,1 0,0 1,-1-1,1 0,0 1,0-1,0 0,0 0,0 1,1-1,-1 0,0 0,1 2,0-1,0 0,0 0,0 0,1-1,-1 1,0 0,1-1,-1 1,1-1,0 1,0-1,-1 0,3 1,7 4,0-1,0-1,1 0,-1 0,1-1,0-1,-1 0,1 0,22-1,0-1,-1-2,44-8,-49 5,40-13,-58 15,0-1,0 0,-1 0,0-1,1-1,-2 0,11-8,-18 14,-1 0,1-1,-1 1,0 0,1-1,-1 1,1 0,-1-1,0 1,0 0,1-1,-1 1,0-1,1 1,-1-1,0 1,0-1,0 1,0-1,0 1,1-1,-1 1,0-1,0 1,0-1,0 1,0-1,-1 1,1-1,0 0,-1 0,1 0,-1 1,0-1,0 0,1 1,-1-1,0 0,0 1,0-1,0 1,0 0,0-1,-2 0,-33-5,21 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2:51.17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1,'0'0,"0"0,0 0,3 10,7 22,-2 0,-1 0,-1 0,2 58,-4-44,41 572,-8-88,15 3,25-4,-68-480,138 620,-132-620,-3 1,-2 1,-2 0,3 83,-2 4,-4-88,-4-46,-1 0,1 0,0 0,0 0,0 0,1 0,0 0,-1 0,1 0,1-1,-1 1,0-1,1 0,0 1,3 2,-1-1,2 6,0-1,0 1,-1 0,0 0,-1 1,-1 0,5 15,28 68,-22-58,17 57,6 69,21 194,-59-352,3 17,-1 0,-1 0,-3 32,-1-14,4 52,0-22,-1-65,0 11,1-1,0 1,3 15,-3-27,0 0,0 0,1 0,-1-1,1 1,0 0,3 4,-4-6,0-1,0 0,1 1,-1-1,0 0,1 0,-1 0,0 0,1 0,-1 0,1-1,-1 1,1 0,0-1,-1 1,1-1,3 1,-3-1,1 0,-1 0,1 0,-1-1,0 1,1-1,-1 1,0-1,0 0,0 0,1 0,-1 0,0 0,0 0,0-1,-1 1,1-1,0 1,0-1,-1 0,1 1,-1-1,1 0,-1 0,1-3,1 0,-1 1,0-1,0 0,-1 0,1 0,-1 0,0 0,-1 0,1 0,-1-9,-1 13,1 1,0-1,-1 0,1 1,0-1,-1 0,1 1,-1-1,1 1,-1-1,1 1,-1-1,0 1,1 0,-1-1,0 1,1-1,-1 1,0 0,1 0,-1-1,0 1,0 0,1 0,-1 0,0 0,0 0,1 0,-1 0,0 0,0 0,1 0,-2 1,-26 4,23-3,0 0,0 1,0-1,0 1,0 0,1 1,-8 6,9-8,1 1,0-1,0 0,0 1,1-1,-1 1,0 0,1-1,0 1,0 0,0 0,0 0,0 0,0 0,0 6,1-9,0 0,0 0,0 0,0 0,0 0,0 1,0-1,0 0,0 0,0 0,0 0,0 0,0 0,0 0,0 0,0 1,0-1,0 0,0 0,0 0,0 0,0 0,0 0,0 0,0 0,1 1,-1-1,0 0,0 0,0 0,0 0,0 0,0 0,0 0,0 0,0 0,1 0,-1 0,0 0,0 0,0 0,0 0,0 0,0 0,0 0,1 0,-1 0,0 0,0 0,0 0,0 0,7-5,5-9,-7 3,0 0,0-1,-1 1,0-1,-1 0,-1 0,0 0,-1 0,0 0,0 0,-1-1,-1 1,0 0,-1 0,-5-18,7 29,-1 0,1-1,-1 1,0 0,1-1,-1 1,0 0,0 0,0 0,0 0,0 0,0 0,0 0,0 0,0 0,-1 0,1 1,0-1,-1 0,1 1,-2-1,1 0,-1 1,1 0,0 0,-1 0,1 0,-1 0,1 1,-1-1,1 1,0-1,-4 3,-3 0,1 2,0-1,0 1,1 0,-13 11,11-8,1 1,-1 0,1 0,1 1,0 0,0 0,1 1,0-1,1 2,0-1,-3 13,8-23,-1-1,1 1,0 0,0 0,0 0,-1 0,1 0,0 0,0 0,1 0,-1 0,0 0,0 0,0 0,1 0,-1 0,0 0,1 0,0 2,0-3,-1 0,1 1,0-1,-1 1,1-1,-1 0,1 1,0-1,0 0,-1 0,1 0,0 0,-1 0,1 1,0-1,0 0,-1 0,1-1,0 1,1 0,2-1,0 0,0-1,0 1,0-1,0 0,0 0,5-4,1-2,-1 0,0 0,-1-1,0 0,13-19,-18 24,0-1,0 0,0 0,-1 0,0 0,0 0,0-1,0 1,-1 0,0-1,0 1,-1-1,1 0,-1 1,-1-7,1 9,-1 1,1 0,-1 0,0 0,0 0,0-1,0 1,0 0,0 1,0-1,-1 0,1 0,-1 0,1 1,-1-1,0 1,1-1,-4-1,2 2,-1-1,1 1,-1 0,1 0,-1 0,1 0,-1 1,0 0,1-1,-7 2,-3 0,0 1,0 1,0 0,0 1,-13 5,5-1,2 1,-1 1,-26 18,40-24,0 0,1 0,-1 1,1 0,0 0,0 0,1 0,-1 1,1 0,1 0,-1 0,1 0,0 1,-3 10,5-15,0 0,1 0,0 0,-1 0,1 0,0 0,0 0,0 0,0 0,0 0,1-1,-1 1,1 0,-1 0,1 0,0 0,-1 0,1-1,0 1,0 0,0-1,1 1,-1 0,0-1,1 0,-1 1,1-1,-1 0,1 0,-1 1,1-1,0-1,0 1,-1 0,1 0,0-1,0 1,0-1,3 1,2 0,1 0,-1 0,1-1,0 0,0 0,-1-1,1 0,14-4,2-4,-1-1,0 0,-1-2,0-1,-1 0,-1-2,0 0,23-23,-40 35,1 0,-1-1,0 1,0-1,0 0,0 0,-1 0,1 0,-1 0,0 0,-1-1,1 1,-1-1,0 1,1-6,-2 10,0 0,0-1,0 1,0 0,0 0,0 0,0-1,0 1,0 0,0 0,0 0,0-1,0 1,-1 0,1 0,0 0,0-1,0 1,0 0,0 0,-1 0,1 0,0 0,0-1,0 1,0 0,-1 0,1 0,0 0,0 0,-1 0,1 0,0 0,0 0,0 0,-1 0,-11 2,-14 10,24-11,-12 6,0 0,1 1,0 1,0 0,1 1,-16 17,28-27,0 0,0 0,0 0,0 0,0 0,0 0,-1 1,1-1,0 0,0 0,0 0,0 0,0 0,0 0,0 0,0 1,0-1,0 0,0 0,0 0,0 0,0 0,0 0,0 1,1-1,-1 0,0 0,0 0,0 0,0 0,0 0,0 0,0 0,0 1,0-1,0 0,0 0,1 0,-1 0,0 0,0 0,0 0,0 0,0 0,0 0,0 0,1 0,-1 0,0 0,0 0,0 0,0 0,13 2,10-2,-4-2,-15 2,-12-1,-5 1,-2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2:54.6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17 209,'0'-146,"-13"193,12-40,0-2,0 0,0 0,1-1,0 11,0-14,0-1,0 1,0-1,0 1,1-1,-1 1,0-1,0 1,0-1,1 1,-1-1,0 1,1-1,-1 0,0 1,1-1,-1 1,0-1,1 0,-1 0,1 1,0-1,-1 0,1 1,0-1,0 0,0 0,0 0,0 0,0 0,0-1,0 1,0 0,-1 0,1-1,0 1,0 0,0-1,0 1,0-1,13-8,0 0,-1-1,0 0,-1-1,0 0,-1-1,0 0,-1-1,17-27,-20 24,-6 12,-7 10,-17 23,16-21,1-1,0 1,0 0,-5 12,11-20,-1 0,1 1,0-1,0 0,0 0,0 1,-1-1,1 0,0 1,0-1,0 0,0 1,0-1,0 0,0 1,0-1,0 0,0 1,0-1,0 0,0 1,0-1,0 0,1 1,-1-1,0 0,0 0,0 1,0-1,1 0,-1 1,0-1,0 0,0 0,1 1,13 0,16-9,-26 6,0 0,0 0,0 0,-1-1,1 1,0-1,-1 0,0 0,1 0,-1 0,-1-1,6-6,-22 22,11-10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2:57.9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1 296,'14'0,"305"7,-52 0,1359-17,-1408 6,-994 28,0 0,766-24,-394-1,423 0,1-1,0 0,23-6,3-1,1235-178,-1094 159,89-9,-956 102,-299 24,936-86,-212 5,252-8,15-1,22 0,723-40,-196 5,-246 31,-305 5,-12 1,-21 1,9-1,-867 106,739-83,-334 39,454-63,41-8,701-194,-501 153,299-29,-501 76,27-3,1 2,-1 2,57 6,-96-4,-1 0,1 0,-1 1,0 0,0-1,1 1,-1 0,0 1,-1-1,1 1,0 0,-1 0,4 3,0 2,0 0,-1 1,0-1,0 1,5 14,4 12,-2 0,12 50,29 149,35 336,-26 247,-30-334,-32-461,30 275,-22-247,1-1,2 0,35 87,-36-118,-6-21,1-11,3-26,-1 0,-2-1,-2 0,-2-53,0 42,-21-648,-51-1,55 571,3 25,4 0,8-132,0 259,5 40,0-15,47 612,48 483,-80-985,57 215,-77-435,-49-485,-37-1,69 446,-267-1436,284 1537,-8-33,-4-59,13 86,2 10,5 16,0 19,7 59,-15-88,108 1240,-52-504,-11-316,35-9,-73-393,-3-15,-1 1,-1-1,1 1,0 21,-22-54,8 10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2:34.6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83 99,'0'-19,"1"9,-3-29,2 37,0 0,0 1,-1-1,1 0,0 0,-1 1,0-1,1 0,-1 1,0-1,0 0,0 1,0-1,0 1,-1 0,1-1,-2-1,-19 25,17-15,0 0,0 0,1 0,0 0,0 1,1 0,0-1,0 1,1 0,0 1,0-1,1 0,0 16,0-18,1 1,0-1,1 0,-1 0,1 0,1 1,-1-1,1 0,0 0,0-1,1 1,0 0,0-1,0 1,0-1,1 0,0 0,0-1,6 7,-8-10,1 1,-1 0,0 0,1-1,-1 0,0 1,1-1,0 0,-1 0,1 0,0-1,-1 1,1-1,0 1,0-1,-1 0,1 0,0 0,0-1,0 1,-1 0,1-1,0 0,-1 0,1 0,0 0,-1 0,5-3,-4 1,1 0,-1 0,0 0,-1 0,1 0,-1 0,1-1,-1 0,0 1,0-1,0 0,-1 0,0 0,1 0,-1 0,-1 0,1 0,0-6,-1 2,1 3,-1 0,0-1,0 1,0 0,-1 0,-1-8,4 40,-1-4,2-6,1 0,1 0,1 0,0-1,1 0,0 0,2-1,0 0,0 0,15 16,-23-30,-1-1,0 0,1 1,-1-1,0 0,1 1,-1-1,1 0,-1 1,0-1,1 0,-1 0,1 0,-1 0,1 1,-1-1,1 0,-1 0,1 0,-1 0,1 0,-1 0,0 0,1 0,-1 0,1 0,-1 0,1-1,-1 1,1 0,12-13,2-20,-12 20,0 0,0 0,-2 0,1-1,-2-22,0 31,0 1,0-1,-1 0,0 1,0-1,0 0,0 1,-1 0,0-1,0 1,0 0,0 0,0 0,-1 0,0 0,0 0,0 1,0 0,-7-5,9 7,0 0,-1 0,1 1,-1-1,1 0,-1 1,1 0,-1-1,1 1,-1 0,0 0,1 0,-1 0,1 0,-1 0,1 0,-1 0,1 1,-1-1,1 1,-1-1,1 1,-1 0,1-1,-1 1,1 0,0 0,0 0,-1 0,1 0,0 0,0 0,0 0,0 1,0-1,0 0,0 3,-2 0,1-1,0 1,0 0,0 1,1-1,-1 0,1 0,0 1,1-1,-1 1,1-1,-1 7,2-6,0 0,1 0,-1 0,1 0,0 0,0-1,1 1,-1-1,1 0,0 1,0-1,0 0,1-1,-1 1,1 0,0-1,6 4,-8-5,1-1,0 1,-1-1,1 0,0 1,-1-1,1 0,0-1,0 1,0 0,0-1,0 0,0 0,-1 0,1 0,0 0,0 0,0-1,0 1,0-1,0 0,0 0,-1 0,1 0,0-1,-1 1,1-1,-1 1,0-1,1 0,2-3,0-1,0-1,0 1,0-1,-1-1,0 1,-1 0,1-1,-1 0,-1 0,0 0,0 0,0 0,-1 0,0-1,-1-12,0 17,0 1,0-1,-1 0,0 1,0-1,0 0,0 1,0-1,-1 1,0 0,1-1,-1 1,0 0,-1 0,-3-4,4 5,-1 0,0 0,-1 0,1 0,0 1,0-1,-1 1,1 0,-1 0,1 0,-1 0,0 0,1 1,-1 0,0 0,1 0,-1 0,-5 1,3 0,-1 1,1-1,0 1,0 0,0 0,1 0,-1 1,0 0,1 0,0 1,0-1,0 1,0 0,0 1,1-1,0 1,0 0,0 0,0 0,1 0,0 1,0 0,1-1,-1 1,1 0,0 0,1 0,0 0,0 1,0-1,0 0,1 0,0 1,1-1,-1 0,1 0,0 1,1-1,-1 0,1 0,1 0,-1-1,1 1,0 0,0-1,1 0,-1 0,5 5,-6-8,-1-1,1 1,-1-1,1 0,-1 0,1 0,0 0,-1 0,1 0,0 0,0 0,0-1,0 1,0-1,0 0,0 1,0-1,0 0,0 0,2 0,0-1,0 0,0 0,-1 0,1-1,0 1,-1-1,1 0,-1 0,6-4,2-4,0 0,-1 0,0-1,12-17,-13 16,-1-1,-1 1,11-26,-15 31,-1 0,0 0,0 0,0-1,-1 1,0 0,0-1,-1 1,-1-12,1 16,-1 1,1 0,-1-1,1 1,-1 0,0-1,0 1,0 0,0 0,0 0,-1 0,1 0,-1 0,1 0,-1 1,0-1,1 1,-1-1,-2-1,0 1,1 1,-1-1,0 1,1 0,-1 0,0 0,0 0,0 1,1 0,-9 0,2 0,-1 2,1-1,0 1,0 1,-1 0,2 1,-19 8,24-10,1 1,-1-1,0 1,1 0,-1 0,1 0,-5 7,7-8,0-1,-1 1,1-1,1 1,-1 0,0-1,0 1,1 0,-1 0,1 0,-1 0,1-1,0 1,-1 0,1 0,0 0,0 0,1 0,-1 0,0 0,1 2,2-3,-2 3,-1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2:36.31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17 194,'0'0,"0"0,0-19,0-156,-13 239,11-44,1-1,1 1,2 20,-1-34,0 0,0 0,0 0,1 0,0 0,0 0,0 0,1-1,0 0,0 1,1-1,-1 0,9 9,-10-13,0 1,0-1,0 1,-1-1,1 0,1 0,-1 0,0 0,0 0,0 0,1-1,-1 1,0-1,0 1,1-1,-1 0,0 0,1 0,-1 0,0-1,1 1,-1 0,0-1,1 0,-1 0,0 1,0-1,0 0,0-1,0 1,0 0,0-1,2-1,0-1,0 1,0-1,0 0,-1 0,0 0,0-1,0 1,0-1,-1 1,0-1,0 0,0 0,2-10,-3 8,0-1,-1 1,0-1,-1 0,0 1,0-1,0 1,-1-1,0 1,0 0,-1 0,0 0,0 0,-1 0,0 1,0 0,0-1,-1 1,-6-6,10 13,-1 6,-1-4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06.41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3900,'0'0,"0"0,0 0,0 0,0 0,0 0,0 0,13 0,195 0,486-4,-5-38,96-76,-757 113,-14 2,0 0,0 1,1 0,-1 2,27 1,-72 11,-60 10,-179 20,175-30,22-3,-698 82,-7-66,757-28,39-6,-11 6,51-20,88-22,66-3,-157 36,1022-153,-1068 164,79-9,162 3,-247 8,-4 0,-10 2,-23 4,32-6,-574 89,176-30,190-24,-115 19,-1-27,311-28,3 1,-1-1,1 0,-13-3,58 2,-3-2,572-37,0-27,-304 32,-103 10,-24 3,207-2,-331 28,-41 3,0 0,0 1,0-1,-1 2,-1-1,1 0,-1 1,-1 0,1 0,-1 0,2 11,1 15,3 59,-8-82,12 529,-11-260,39 724,6-680,-32-236,-14-77,2 6,0-18,2-11,3-10,-2 0,0 0,4-39,0-73,-8 88,-4-790,-78 0,49 568,25 183,6-98,2 177,2 16,2 24,48 504,-36-313,-13-169,60 583,-35-433,61 218,-87-409,45 147,-39-134,1 0,2-2,24 40,-31-60,-3-10,-6-19,-213-865,78 353,115 444,7 31,-12-83,39 257,30 538,-10-111,33-2,-55-484,1-8,-3 1,-1 0,-2 54,-7-93,2-9,2-5,25-6,21-7,1 2,0 2,79-10,156-3,-216 22,438-19,-49 4,722-7,-1167 26,-18-2,-9 0,-810-87,-5 66,337 26,3102-4,-2611-29,-106-700,67 297,-94-790,133 1199,-24-194,23 164,6-108,9 229,17 248,-21 0,-6-225,1 290,5 226,26-4,-6-400,4 54,-32-230,4-47,22-459,-24 420,-20-689,-74 5,-34 106,125 627,-16-107,16 100,1-1,1 1,1 0,4-27,-5 43,0 2,0-1,0 0,0 1,0-1,0 0,0 1,0-1,0 0,1 1,-1-1,0 1,0-1,1 0,-1 1,0-1,1 1,-1-1,1 1,-1-1,1 1,-1-1,1 1,-1 0,1-1,-1 1,1 0,-1-1,1 1,0 0,0-1,63-21,123-25,69 6,-239 38,822-97,-744 92,158 7,-252 1,-1 0,1 1,-1-1,1 0,-1 0,1 0,-1 0,1 0,-1 0,1 0,-1 0,1-1,-1 1,1 0,-1 0,1 0,-1 0,1-1,-1 1,0 0,1-1,-1 1,1 0,-1 0,0-1,1 1,-1-1,0 1,1 0,-1-1,0 0,1-23,-1 20,-7-70,-33-136,21 126,-31-157,-173-761,141 701,-153-372,69 305,163 362,0 1,0-1,1 1,0-1,0 0,1 0,0 0,-1-7,2 13,0 0,0 0,0 0,0 0,0 0,0 0,0 0,0 0,0 1,1-1,-1 0,0 0,0 0,0 0,0 0,0 0,0 0,0 0,0 0,1 0,-1 0,0 0,0 0,0 0,0 1,0-1,0 0,0 0,1 0,-1 0,0 0,0 0,0 0,0-1,0 1,0 0,0 0,1 0,-1 0,0 0,0 0,0 0,0 0,0 0,0 0,0 0,0 0,1 0,-1 0,0 0,0-1,0 1,0 0,0 0,0 0,0 0,0 0,0-1,7 14,2 10,7 30,-10-30,149 708,-124-556,0-7,112 564,53-14,-186-691,35 98,-35-103,0 0,2 0,18 24,-30-45,0 0,1-1,-1 1,0 0,1 0,-1-1,1 1,-1-1,1 1,0-1,-1 1,1 0,0-1,-1 0,1 1,0-1,-1 1,1-1,0 0,1 1,-2-2,1 0,-1 0,1 0,-1 0,1 0,-1 0,0 0,1 0,-1 0,0 0,0 0,0 0,1 0,-1 0,0 0,-1 0,1-1,-15-574,-180-1191,129 1415,64 342,1 0,0 0,0-10,13 65,131 887,13 69,-87-715,-46-214,59 128,-77-192,-3-13,-5-19,2 21,-92-482,44 248,47 228,-303-1474,281 1368,7 26,-4 1,-35-92,46 158,7 20,4 18,33 158,-2 8,70 489,55 307,75-17,-203-874,38 148,-60-182,-7-49,0 0,0 0,-1 0,1 0,-1 0,0-1,0 1,-1 0,1 0,-4 5,-6 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13.27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34 700,'-1'-15,"-1"1,0-1,-8-27,-3-13,10 36,1-1,2 1,0-1,0 1,2-1,1 1,0 0,1 0,1 0,1 0,1 1,12-25,-8 23,0 1,2 0,0 1,2 0,0 1,0 1,2 0,0 1,0 1,29-17,-28 19,1 2,0 0,1 1,0 0,1 2,0 1,0 0,0 1,1 2,-1 0,1 1,0 1,0 1,0 2,-1 0,1 0,-1 2,1 1,-1 1,-1 1,30 13,-25-8,-1 2,0 1,-1 1,0 1,-1 1,-1 1,-1 1,-1 0,-1 2,24 34,-22-25,-2 2,0-1,-2 2,-2 0,-1 1,-2 1,10 54,-17-70,-1 1,-2 0,0-1,-1 1,-1 0,-1-1,-1 1,-8 32,5-35,0-1,-1 0,-1-1,-1 0,0 0,-1-1,0 0,-2-1,1 0,-17 14,0-3,-1-1,-1-2,-2-1,-35 18,10-10,-96 33,49-31,92-29,0 0,0 0,0-1,0 0,0-1,-23-3,69-13,406-112,-350 103,684-148,-709 162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16.60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1 378,'17'0,"737"-19,-5-56,-580 43,28-3,-179 35,-24 5,-32 9,34-12,-471 155,-22 8,9 23,414-155,-77 31,139-59,15-2,22-1,-16-1,69 1,140-14,78-30,-253 35,867-156,-563 98,-338 63,68-11,104-34,-176 45,23-8,-27 9,0 1,0-1,0 1,1-1,-1 1,0-1,0 0,0 0,0 0,0 1,0-1,-1 0,1 0,0 0,0-1,0-1,-1 2,0 0,-1 0,0 0,1 0,-1 0,1 0,-1 0,0 0,0 1,0-1,1 0,-1 0,0 1,0-1,0 0,0 1,0-1,0 1,0-1,-2 0,-1-1,-327-150,208 99,53 23,-21-9,2-3,-96-61,182 100,-30-22,33 25,0 0,0 0,-1-1,1 1,0 0,0 0,0 0,0 0,0 0,0-1,-1 1,1 0,0 0,0 0,0 0,0-1,0 1,0 0,0 0,0 0,0-1,0 1,0 0,0 0,0 0,0-1,0 1,0 0,0 0,0 0,0 0,0-1,0 1,0 0,1 0,-1 0,0 0,0-1,0 1,0 0,0 0,1 0,9-4,17 3,6 4,1 1,-1 2,0 1,0 2,-1 1,0 2,31 15,-3 4,-1 2,85 63,-95-59,-2 2,62 66,-89-84,-2 1,0 2,-1-1,-2 2,0 0,-2 1,14 38,-22-50,-1 0,-1 0,-1 0,0 1,0 0,-2-1,0 1,0-1,-5 23,1-16,-1-1,-1 0,-1-1,-1 0,-1 0,-10 18,-12 10,-3-1,-1-1,-80 78,-107 80,127-123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24.4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0 150,'10'-14,"-4"4,0 0,1 1,1 0,-1 0,2 0,-1 1,1 0,0 1,1-1,0 2,0 0,0 0,1 1,0 0,0 1,0 0,0 0,1 2,21-4,-11 5,-1 1,1 1,0 1,-1 1,1 1,-1 1,0 1,0 0,-1 2,0 0,0 1,-1 1,25 18,-13-7,-1 2,-1 1,-2 2,0 0,-2 2,43 59,-56-68,0 1,-2 0,0 1,-1 0,-1 0,-1 1,-1 0,-1 1,-1-1,2 34,-6-42,0 0,-1 0,0 0,-1 0,-1 0,0 0,-10 25,9-30,-1 1,-1 0,1-1,-1 0,-1 0,0-1,0 0,0 0,-1 0,0-1,-11 7,10-8,-1 0,0-1,0 0,0 0,-1-1,0-1,0 1,0-2,0 0,-12 1,7-2,0-1,0 0,0-1,0-1,0-1,-23-7,11 1,0-2,1-1,1-1,0-1,1-1,1-2,-33-28,41 32,2-1,-1-1,2 0,0-1,1-1,0 0,2 0,0-1,-11-28,10 14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24.92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32 0,'44'1,"0"2,0 2,0 2,-1 2,0 2,71 27,-78-23,-1 2,-1 1,0 1,-2 2,0 2,-2 0,52 52,-68-60,-1 0,-1 1,0 0,-1 0,-1 2,-1-1,0 1,-1 0,8 32,-13-40,-1 0,0 1,-1-1,-1 1,1-1,-2 1,1-1,-1 1,-1-1,0 1,-1-1,0 0,0 0,-1 0,0 0,-1-1,0 0,0 0,-12 14,6-10,-2 0,1 0,-2-2,0 1,0-2,-1 0,0 0,0-2,-1 0,-1 0,1-2,-1 0,0-1,-33 5,32-7,0-1,0-1,-1 0,1-2,0 0,0-1,-1-1,1 0,1-2,-1 0,1-1,0 0,0-2,-22-12,14 2,2-1,0-1,1-1,1 0,1-2,1-1,1 0,-27-48,16 19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25.6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0 138,'1'0,"0"0,0 0,0 0,0-1,0 1,0 0,0-1,0 1,0 0,0-1,0 1,-1-1,1 0,0 1,0-1,-1 0,1 1,0-1,0-1,2 0,13-12,1 0,1 2,0 0,0 1,1 1,1 1,0 1,0 0,0 1,1 2,0 0,0 1,0 1,1 1,-1 1,1 1,-1 0,1 2,-1 1,1 0,-1 2,-1 0,1 2,-1 0,0 1,26 14,-19-6,-1 1,-1 1,0 1,-1 1,-1 2,39 46,-50-53,-1 1,0 0,-1 0,-1 1,0 0,-2 1,0 0,0 0,-2 0,-1 1,0 0,2 30,-6-39,0 0,-1 0,0 0,0 0,-1 0,-1 0,1 0,-2 0,1-1,-2 1,1-1,-1 0,0-1,-1 1,0-1,-10 11,7-11,1 0,-2 0,1-1,-1-1,0 0,-1 0,1-1,-1 0,0 0,0-2,-1 1,1-1,-22 2,11-3,0-2,0 0,0-1,1-1,-1-1,1-1,-1-1,1-1,0-1,1 0,-39-21,33 13,2-1,-1 0,2-2,1-1,0-1,1 0,1-2,-24-33,20 19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26.0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0,'2'2,"0"0,0 0,0 0,0 0,0 0,-1 0,1 0,-1 0,2 4,4 6,81 126,-7 4,86 204,-159-325,70 172,-67-161,-2 0,-1 0,-1 1,2 39,-9-54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26.76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0,'19'17,"-13"-11,45 43,-2 3,-3 1,-2 2,43 71,-32-33,-4 1,41 108,-10 16,-73-189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28.93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1 102,'3'-1,"0"0,0 0,0 0,1 0,-1 0,-1-1,1 1,0-1,0 0,4-4,7-3,8-3,0 2,0 0,1 1,0 1,0 2,1 0,0 1,0 2,0 0,0 2,1 0,-1 2,1 1,-1 0,0 2,0 1,43 15,-27-5,-1 1,0 3,-1 1,65 46,-75-45,-1 2,-1 0,0 2,-2 1,-1 1,25 39,-38-51,-1 1,-1 0,0 1,-1 0,-1 0,-1 0,0 1,4 36,-8-47,-1-1,1 1,-2 0,1 0,-1 0,0 0,0-1,-1 1,1 0,-2-1,1 1,-1-1,0 0,0 0,-1 0,1 0,-1-1,-1 1,1-1,-1 0,0 0,0-1,0 1,-1-1,0-1,-10 7,3-5,0 0,-1-1,1 0,-1-1,1-1,-1 0,0-1,0 0,0-1,0-1,0 0,-14-4,-3-1,0-1,1-2,0-1,-37-18,33 11,1-1,1-2,1-1,0-2,2-1,1-1,1-2,1 0,-30-41,26 23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29.54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0,'2'2,"0"0,0-1,0 1,-1 0,1 0,-1 0,1 0,-1 0,2 5,-1-4,58 109,63 168,3 126,-79-239,-42-148,2-1,0 1,1-1,0 0,2-1,0 0,24 30,-12-24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29.93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0,'4'6,"0"0,0 0,-1 0,0 0,0 0,0 1,2 9,0 0,33 98,-6 1,33 225,-49-191,-7 289,-10-419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36.89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329 269,'0'0,"0"-6,0-11,0 1,2 0,0 0,1 0,0 0,2 0,7-19,-9 27,0 1,1 0,0 1,0-1,1 1,0 0,0 0,0 0,1 0,0 1,0 0,0 1,0-1,1 1,0 0,0 1,10-5,-5 5,0 0,1 1,-1 0,1 1,-1 1,1 0,-1 0,1 1,-1 1,1 0,-1 1,0 0,0 1,16 7,3 2,0 3,-1 0,-1 2,29 23,-24-14,-1 2,-1 1,54 66,-65-68,-1 1,-1 0,-2 2,-1 0,17 46,-28-64,-1-1,-1 0,0 1,-1-1,-1 1,1 14,-2-22,0 0,-1 0,1 0,-1 0,0 0,-1 0,1-1,-1 1,0 0,0-1,0 1,-1-1,0 0,1 0,-1 0,-1 0,1 0,-5 3,0-1,1-1,-1 0,1-1,-1 0,-1 0,1-1,0 0,-1 0,0-1,-11 2,-7-1,0-1,-31-2,-11-3,0-4,0-2,1-3,0-4,1-2,1-3,1-3,1-3,-106-62,138 69,-48-40,47 30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38.88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36 469,'-10'-18,"2"7,4 2,1 0,0 0,1 0,0-1,1 1,-1-1,2 1,-1-1,2 1,-1-1,1 0,4-15,-1 8,0 0,1 1,1 0,1 0,0 0,12-18,-11 21,1 1,0-1,1 2,0-1,1 2,0-1,1 1,0 1,1 0,0 1,0 0,0 1,1 0,0 2,1-1,-1 2,1 0,0 0,0 1,0 1,0 1,1 0,-1 1,27 4,-14 1,-2 2,1 0,-1 2,0 1,-1 2,0 0,-1 1,0 2,-1 0,38 34,-21-13,-3 2,-1 1,-1 2,47 75,-53-70,-3 0,30 75,-47-100,-2 1,0 0,-1 0,-2 1,0-1,-1 1,-2 0,-1 33,-1-46,0 0,-1 1,-1-1,0 0,0 0,-1 0,0-1,0 1,-1-1,-1 0,1-1,-2 1,1-1,-1 0,0 0,-1-1,1 0,-2-1,1 1,-1-2,0 1,0-1,0 0,-1-1,1 0,-1-1,0 0,-13 2,-5 0,0-1,-1-2,1-1,0-1,-42-6,26 0,0-2,-76-26,87 21,1-1,0-1,1-2,1-1,1-1,0-2,2 0,0-2,1-1,-26-33,35 36,2 0,0-1,2 0,0-1,2 0,-11-30,16 34,1 0,0 1,1-2,2 1,0 0,1-1,0 1,6-38,6 6,2 11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40.96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5 778,'-3'-79,"1"45,5-69,3 64,1 0,1 1,3 0,1 0,30-64,-31 81,0 0,1 1,1 1,0 0,2 1,0 0,1 1,1 1,1 1,0 0,24-14,-31 23,0 0,0 1,1 0,-1 1,1 1,0-1,0 2,1 0,-1 0,17 1,-12 2,-1 0,1 1,-1 1,0 1,0 0,0 1,15 7,0 3,-1 1,0 2,-2 1,0 1,-1 1,46 48,-43-37,-1 2,-1 2,-2 0,-1 2,30 64,-42-74,-1 0,-2 1,-1 0,-2 0,0 1,-2 0,-1 0,-2 0,-1 38,-1-57,-1 0,-1-1,0 1,0-1,-1 1,0-1,-1 0,0 0,0 0,-1-1,-1 1,1-1,-1 0,-1-1,0 0,0 0,-1 0,0-1,0 0,0 0,-1-1,0 0,-1-1,1 0,-1 0,0-1,0 0,0-1,-13 2,2-1,0-1,0 0,0-2,-1-1,1 0,0-2,-1 0,1-2,-37-10,27 4,1-1,0-2,0-1,1-1,-46-32,62 38,1 0,0-1,0 0,1-1,0 0,1 0,1-1,0-1,0 0,1 0,1 0,0-1,-6-18,5-4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41.34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1,'11'17,"74"218,-60-161,120 416,-125-398,-3 1,-5 0,1 137,-14-202,0-7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42.5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0,'1'4,"0"1,0-1,0 0,0 0,1 0,0 0,2 4,4 9,211 603,-113-203,-16-57,-76-310,21 51,-25-79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43.4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1,'4'27,"37"191,-22-104,39 124,-52-220,0 0,1-1,1 0,0 0,1 0,1-2,16 21,-20-29,1 0,0-1,0 0,0 0,1 0,0-1,0 0,0-1,1 0,0 0,-1 0,1-1,0-1,1 0,-1 0,12 1,-10-3,1 1,-1-2,0 0,0 0,0-1,0 0,0-1,0 0,0-1,-1 0,0 0,0-1,0-1,0 0,-1 0,0-1,0 0,-1 0,11-13,-10 10,-1 0,0-1,-1 0,0-1,-1 0,0 0,-1 0,0 0,-1-1,0 0,-1 0,-1 0,0 0,-1 0,0-1,-1-13,-1 11,-1-1,-1 1,0 0,-1 1,-1-1,0 1,-1 0,-1 0,0 0,-16-23,15 27,-1 1,0-1,0 1,-1 1,-1 0,0 0,0 1,0 0,-1 1,0 1,-1 0,-24-9,-3 4,6 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44.22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0,'0'1,"1"-1,0 1,-1-1,1 1,0 0,-1-1,1 1,-1 0,1 0,-1-1,1 1,-1 0,0 0,1 1,2 3,132 214,7 12,12 80,-9-16,-137-281,28 47,-33-55,2 0,-1-1,1 0,0 0,0 0,0 0,9 5,-3-5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3:44.58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1,'10'20,"110"414,-93-331,148 683,-171-761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00.05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0 397,'2'2,"0"-1,0 1,0 0,0 0,-1-1,1 1,-1 0,1 0,-1 1,2 3,1 0,40 72,-2 1,36 101,-33-72,-22-53,-9-19,2-1,1-1,22 33,-38-65,0-1,0 1,0 0,0-1,1 0,-1 1,1-1,-1 0,1 0,-1 1,1-1,0-1,0 1,-1 0,4 1,-3-2,-1 0,0 0,1 0,-1 0,1 0,-1 0,0-1,1 1,-1 0,0-1,1 1,-1-1,0 1,0-1,0 0,1 0,0-1,5-4,-2 0,1-1,-1 1,1-2,-2 1,5-9,53-104,68-188,-63 138,-65 165,147-318,-142 310,1 0,0 0,0 1,2 0,-1 0,19-15,-24 23,0 1,1 0,-1 1,1-1,-1 1,1 0,0 0,0 0,0 0,1 1,-1 0,0 0,0 1,1-1,-1 1,0 0,1 1,-1-1,0 1,0 0,10 3,4 3,-1 1,0 0,0 1,-1 1,26 19,75 71,-63-48,-3 4,-2 1,-2 2,-3 3,-3 1,64 129,-81-136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00.88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0 405,'16'-1,"0"-1,0 0,0 0,27-10,-6 2,257-62,374-100,-565 142,281-69,-383 99,20-3,-17 6,-9 4,-26 17,-48 28,27-20,-414 286,36-23,414-286,-1 0,17-7,12-4,527-124,-508 119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01.96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700 2329,'-1'-14,"2"4,1-71,4-1,4 1,3 1,26-87,-9 67,4 1,85-168,-70 179,4 3,4 2,3 3,4 2,3 3,3 3,3 4,129-94,-93 87,4 4,2 6,3 5,3 5,2 5,134-35,-155 58,1 4,1 5,1 4,0 5,0 5,1 4,209 28,-232-13,-1 4,-1 3,-1 4,93 43,-107-37,-2 3,-1 3,-2 2,-2 3,66 62,-96-78,-2 1,-1 1,-2 1,0 1,-3 1,0 1,30 69,-42-79,0 0,-2 0,-1 1,-1 0,-1 0,-2 0,0 1,-1-1,-1 1,-2-1,0 1,-2-1,-10 41,-2-19,-2-1,-1-1,-36 59,-91 122,87-138,-140 226,14 7,-161 388,255-494,-157 341,188-437,-6-2,-124 165,158-241,-1-1,-2-1,-2-3,-1 0,-2-3,-1-1,-1-2,-2-2,-1-2,0-2,-88 31,60-32,-1-4,-1-3,0-3,-83 2,65-11,-1-5,1-4,-93-17,109 8,1-3,0-3,1-3,2-4,1-3,1-3,2-3,1-3,2-3,2-3,3-2,1-4,3-1,-57-70,53 46,3-3,5-3,-85-175,86 139,6-2,-47-194,70 208,5-1,-9-214,27 198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11.50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0 404,'0'0,"0"-7,1-18,0 0,1 1,1-1,1 1,2-1,11-31,-12 44,0 1,0-1,1 1,0 0,1 1,1 0,0 0,0 1,0-1,1 2,1-1,0 2,0-1,17-9,16-4,-4 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24.69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 1,'0'0,"0"0,0 0,0 0,0 0,0 0,0 0,0 0,0 0,0 0,0 0,0 0,0 0,0 0,0 0,0 0,0 0,0 0,0 0,0 0,0 0,0 0,0 0,0 0,0 0,0 0,0 0,0 0,0 0,0 0,-16 213,9-165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26.03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355 1,'0'20,"-1"-1,-1 1,-7 28,-1 14,-2 461,14-340,-2 1028,-1-1214,0 1,0-1,0 0,0 0,-1 1,1-1,-1 1,0-1,-2-2,-3-5,-68-103,-103-120,132 182,58 51,9 3,18 10,-14-5,0 0,1-2,39 5,-22-8,0-2,1-1,-1-3,58-10,-77 8,0-2,0 0,-1-1,0-1,0-1,-1-1,-1-1,0-1,21-17,-23 12,-5 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30.36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65 1,'0'26,"27"317,-8-171,67 875,-84-1017,6 69,-6 127,-2-226,-1 1,1-1,-1 0,0 0,1 0,-1 0,0 0,1 0,-1 0,0 0,1 0,-1 0,0 0,1 0,-1 0,0 0,1-1,-1 1,0 0,1-1,-1 1,1 0,-1-1,0 0,-27-13,21 11,-48-25,-47-22,175 49,-32-3,0-2,-1-1,0-2,59-22,-35 11,-58 18,2 0,-1 0,0-1,0 1,0-1,0-1,-1 1,7-5,-9 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33.19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288 0,'-3'301,"10"378,80 247,-82-886,4 23,-3 0,-3 91,-3-154,0 1,0-1,0 1,0-1,-1 1,1-1,0 0,0 1,0-1,-1 1,1-1,0 1,0-1,-1 0,1 1,0-1,-1 0,1 1,0-1,-1 0,1 0,-1 1,1-1,0 0,-1 0,1 0,-1 1,1-1,-1 0,0 0,-20-1,-22-13,42 13,-32-13,2-1,-1-2,-37-28,-78-74,146 118,0 1,0-1,0 1,0-1,0 0,0 0,1 1,-1-1,0 0,0 0,1 0,-1 0,1 0,-1 0,1 0,-1 0,1 0,0 0,-1 0,1 0,0 0,0-2,1 2,0 0,1-1,-1 1,0 0,1 0,0 0,-1 0,1 0,0 1,-1-1,1 0,0 1,0-1,2 1,264-76,133-43,-384 113,-1 0,0-1,0 0,19-13,-22 10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36.1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 0,'0'0,"0"3,-3 0,-1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45.98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1,'0'0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39.7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1,'2'26,"1"0,1 0,2-1,12 39,-4-18,7 36,-8-25,3-1,2 0,29 59,-41-103,1-1,0 0,1 0,0-1,17 18,-14-19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41.03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162 323,'-20'-30,"15"20,0 0,1 0,0-1,1 0,0 0,1 0,0 0,1 0,0 0,0 0,2 0,-1-1,4-15,-3 21,0 0,1 0,-1 0,2 0,-1 0,1 0,-1 0,2 1,-1-1,1 1,-1 0,1 0,1 1,-1-1,1 1,0 0,0 0,0 0,0 1,1-1,-1 1,1 1,0-1,0 1,7-2,-7 3,1-1,0 1,-1 1,1-1,0 1,0 1,-1-1,1 1,0 0,-1 1,1-1,9 5,-6-2,0 1,-1 0,0 1,0 0,-1 1,1-1,10 12,-7-4,1 1,-2 0,0 1,0 0,-2 0,0 1,-1 1,10 29,-15-37,0 1,-1-1,0 1,-1 0,0 0,0 0,-2 16,0-23,1 0,-1 0,0 0,-1 0,1 0,-1 0,0 0,1 0,-2-1,1 1,0 0,-1-1,0 0,1 0,-1 0,0 0,-1 0,1-1,-1 1,1-1,-1 0,-4 2,-3 1,0-1,0 0,-1-1,1 0,-1-1,0 0,0-1,1 0,-1-1,0 0,0-1,0 0,0-1,1 0,-1-1,1-1,-14-5,7 1,1 0,0-2,1 0,0-1,0 0,1-2,0 0,1 0,-21-28,2-4,8 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51.7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53.19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101 228,'0'26,"0"477,-1-522,0-1,-2 1,-8-34,-24-58,11 38,23 69,-19-71,19 66,-1 0,1 0,1-1,-1 1,2 0,1-12,0 23,0-1,0 0,0 1,0 0,-1-1,1 1,0 0,-1 0,1 0,1 2,2 8,0 0,0 0,-1 0,-1 1,0-1,-1 1,0 0,-1 0,0 23,1-27,3-12,6-16,-2-6,0-1,-2 0,-1 0,4-43,-5 16,-4-72,12 422,-10-284,3-20,5-23,-2-9,-2 0,4-67,-8-83,-3 176,0 14,0 23,4 95,6 0,5-1,34 136,-46-246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41.81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43,'0'0,"9"-18,-6 7,1-2,-4 13,1 0,-1 0,0 0,1 0,-1 0,0 0,1 0,-1 0,0 0,1 0,-1 0,0 0,1 0,-1 0,0 0,0 1,1-1,-1 0,0 0,1 0,-1 0,0 1,0-1,0 0,1 0,-1 1,0-1,0 0,0 0,1 1,-1-1,0 0,0 1,0-1,0 0,0 1,0-1,0 0,0 1,23 44,-2 0,-3 2,14 50,-8-25,-14-42,-1 0,6 41,-13-57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42.2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0,'1'59,"2"1,3-2,2 1,3-1,30 93,-33-129,0 0,20 33,-25-49,1-1,-1 1,1-1,0 0,0 0,1-1,0 1,-1-1,1 0,1 0,-1-1,1 1,-1-1,11 4,-13-6,0-1,0 1,0 0,1-1,-1 0,0 0,0 0,1 0,-1-1,0 1,0-1,0 0,1 0,-1 0,0 0,3-2,0 0,-1-1,0 1,0-1,-1 0,1 0,-1-1,0 1,4-7,2-4,0-2,-2 1,0-1,11-30,-9 16,-2-1,7-44,-13 59,0-1,-2 0,0 0,0 0,-7-34,5 46,1 0,-2 0,1 1,0-1,-1 0,0 1,0 0,-1 0,1 0,-1 0,0 0,-1 1,1 0,-1 0,0 0,0 0,0 1,-6-4,-1 2,-1-1,1 1,-1 1,0 1,0 0,0 0,-15 0,-1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44.67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0,'1'20,"2"0,0 0,11 35,-3-7,31 126,67 177,-93-310,-10-31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45.07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1,'1'62,"3"1,2-1,3-1,33 115,-40-170,3 11,13 28,-17-42,1 0,-1 0,1 0,0 0,0 0,0-1,0 1,0-1,0 0,1 1,-1-1,1 0,0 0,0-1,0 1,4 2,-5-4,0 0,0 0,0 0,0 0,0-1,0 1,-1 0,1-1,0 1,0-1,0 0,0 1,0-1,-1 0,1 0,0 0,-1-1,1 1,-1 0,1-1,-1 1,1-1,-1 1,0-1,0 1,0-1,1-2,4-6,0 0,-1 0,5-14,-1-2,-1-1,-1 0,6-44,-11 51,0 0,-2 0,0 0,-1-1,-7-33,7 49,0 1,0 0,0 0,-1 0,0-1,1 2,-1-1,-1 0,1 0,-1 1,1-1,-1 1,0 0,0 0,0 0,-1 0,1 0,-1 1,1-1,-1 1,0 0,0 0,0 1,0-1,0 1,-1 0,1 0,0 0,-1 1,1-1,0 1,-1 0,1 0,-6 1,-8 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54.4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387 0,'0'33,"0"534,-1-576,-1 1,0-1,0 1,-1-1,0 1,-1 0,0 0,-6-10,0-1,-14-29,-30-57,47 92,-1 1,-1 0,0 0,-1 1,-20-18,27 30,2 7,1 11,1-15,0 59,-3-77,-1 1,-1 0,0-1,-1 1,-1 1,-9-18,4 11,-1 0,-1 2,-20-23,33 39,-1 1,1-1,-1 0,1 1,-1-1,1 1,-1-1,1 1,-1-1,1 1,-1-1,0 1,1-1,-1 1,0 0,0-1,1 1,-1 0,0 0,0-1,1 1,-1 0,0 0,0 0,0 0,1 0,-1 0,0 0,0 0,0 1,1-1,-1 0,0 0,0 1,1-1,-1 0,0 1,1-1,-1 1,0-1,1 1,-1-1,1 1,-1-1,1 1,-1 0,1-1,-1 1,1 0,0-1,-1 1,1 0,-1 1,-2 6,0 1,0-1,-3 18,4-17,-5 18,2 1,1 0,1-1,2 1,2 47,-2-78,0 9,-4 11,-2-4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55.54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1,'32'3,"-26"-1,0 1,1 0,-2 0,1 1,0-1,-1 1,1 1,-1-1,0 1,-1-1,1 2,3 5,7 9,21 42,-10-11,-3 1,-3 1,-1 1,19 100,-36-143,1 1,-1 0,0-1,-1 1,-1 22,-4-94,4-281,2 370,1-1,9 42,3 13,-15-82,0-1,0 1,-1-1,1 0,0 1,0-1,1 1,-1-1,0 1,0-1,0 0,0 1,0-1,0 1,1-1,-1 0,0 1,0-1,0 0,1 1,-1-1,0 0,1 1,-1-1,0 0,1 1,-1-1,0 0,1 1,8-9,6-21,-10 15,-1-1,0 0,3-27,-8 146,2-35,30 447,-30-508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58.35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1 353,'0'-23,"6"-35,5-116,-12 125,16 17,2 15,-17 17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00.41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1,'0'13,"1"71,12 85,-7-127,2-1,2 0,1 0,17 39,-25-74,-1 0,1 0,0-1,0 0,0 1,1-1,0 0,0-1,0 1,1-1,9 8,-10-10,0 0,0 0,0-1,0 1,0-1,1 0,-1 0,0 0,1-1,-1 1,1-1,-1 0,1-1,-1 1,0-1,1 1,5-3,3-1,-1-1,0 0,0-1,0 0,-1-1,0 0,0 0,0-1,-1-1,-1 0,1 0,7-12,-6 7,-1 1,0-2,-1 1,-1-1,-1 0,0-1,-1 0,9-32,-14 41,0 1,0-1,0 0,-1 1,0-1,0 0,-1 1,1-1,-2 0,1 1,-1-1,0 1,0-1,0 1,-1 0,0 0,-4-6,2 6,0 1,0-1,0 1,-1 0,1 0,-1 1,0 0,-1 0,1 0,-1 1,0 0,1 0,-1 0,-1 1,-6-1,-3-1,-30-1,23 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01.2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98 93,'-20'-19,"-2"-5,9 10,-25-21,38 35,0 0,0 0,0 0,-1 0,1 0,0 0,0 0,0 0,0 0,0-1,0 1,0 0,0 0,-1 0,1 0,0 0,0 0,0 1,0-1,0 0,0 0,0 0,0 0,-1 0,1 0,0 0,0 0,0 0,0 0,0 0,0 0,0 0,0 0,0 0,0 0,0 1,-1-1,1 0,0 0,0 0,0 0,0 0,0 0,0 0,0 0,0 0,0 1,0-1,0 0,0 0,0 0,0 0,0 0,-1 12,2 12,16 90,5-1,4-2,5 0,47 108,-66-190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56.5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372 644,'-3'-4,"0"0,-1 0,1-1,1 1,-1-1,1 0,-1 1,1-1,1 0,-1 0,1-1,0 1,0 0,0 0,1-1,0 1,0-9,1 12,0 0,0-1,0 1,0 0,1 0,-1 1,0-1,1 0,-1 0,1 1,0-1,0 0,0 1,2-2,30-16,-32 18,36-17,1 3,0 1,45-9,127-16,223 3,67-10,-331 10,-94 19,119-13,-568 46,-306 40,124-7,-24-38,723-14,167-24,-141 9,104-6,587-66,-752 74,189-19,-286 35,-29 2,-636 40,572-35,-51 4,-383 30,-2-26,407-18,258-10,418-31,-524 42,885-67,-842 59,20-3,148 0,-243 14,-11 0,-18 0,-225 22,29-2,-812 61,817-66,-235-13,837 11,1-16,401-56,-499 12,-67 9,-212 35,-32 3,-498 43,444-36,-556 70,196-23,380-49,-140 15,140-18,-87-5,206-14,1038-168,-427 77,-643 100,-20 3,-1 1,1 0,0 2,26 0,-43 1,0 0,0 0,0 0,0 0,0 0,0 0,0 0,0 0,0 0,0 0,0 0,-1 0,1 0,0 1,0-1,0 0,0 0,0 0,0 0,0 0,0 0,0 0,0 0,0 0,0 0,0 0,0 0,0 0,0 0,0 0,0 0,0 0,1 0,-1 0,0 0,0 0,0 0,-3 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59.4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148 177,'0'0,"0"0,0 0,0 0,0 0,-13 4,8-1,1 0,0 1,0-1,0 1,0 0,1 0,-1 0,1 1,0 0,1-1,-1 1,1 0,0 0,0 0,0 0,1 0,-1 7,-1 9,0 0,2 0,1 22,36 377,-18-272,163 1134,-153-1153,10 78,-37-198,0-5,-1 0,0 0,1 0,-1 0,-1 1,1-1,-2 4,-3-44,-41-550,28-2,0 3,6 99,23 612,-2-54,49 789,-3-52,-52-767,9 138,-24-303,2 36,-52-657,-28-265,83 944,-2-9,0-89,11 158,1 13,4 21,45 356,-44-309,49 530,56 443,-93-910,-53-394,14 129,-51-398,-74-484,144 1007,-49-261,30 178,-33-86,49 165,2 17,4 22,-3-33,26 260,61 592,26-3,-104-794,2 8,3 72,-29-224,-89-511,-51-316,104 624,16 94,39 289,12 155,86 956,-74-1010,64 233,-86-407,-2-4,0 0,3 27,-7-39,-1-4,-1-5,2 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22.21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246 533,'0'-7,"0"1,1-1,0 1,0-1,0 1,1-1,0 1,1 0,-1-1,1 1,0 0,0 1,1-1,0 1,0-1,8-7,-1 0,1 1,0 1,1-1,0 2,1 0,0 1,0 0,1 1,0 0,0 2,1 0,0 0,0 1,0 1,1 1,19-1,121-7,172 10,-173 3,583 0,-747-3,1 0,0 0,0 0,-1-1,-6-3,-17-4,-80-11,-2 4,-125 0,-231 19,61 1,455-6,79-13,-36 3,1071-71,-1148 83,-31 0,-554 31,3 32,555-62,-617 88,606-86,1 1,-1-2,0 0,-26-3,68 1,-1-1,29-5,-15 1,445-65,152-20,28-11,-623 95,-12 1,0 2,0 0,30 0,-106 15,-366 50,24-5,-57 30,173-30,254-52,10 0,-1-2,0 0,0-1,0-1,-26-1,69 0,-1-1,0-1,35-7,-9 2,411-10,-454 17,28 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23.44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0,'0'0,"0"0,0 0,0 0,0 0,0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37.91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73 352,'-1'-2,"1"-1,-1 0,0 1,0-1,0 1,0-1,0 1,-1-1,-3-4,-1-3,-3-6,1-1,1 0,0 0,1 0,1-1,-4-23,9 34,-1 1,1 0,0 0,0-1,0 1,1 0,0 0,0 0,1 0,0 0,0 0,0 0,1 0,0 1,0-1,0 1,1 0,-1 0,1 0,1 0,-1 1,8-7,-6 7,1 0,1 0,-1 1,0-1,1 1,0 1,-1 0,1 0,0 0,0 1,0 1,0-1,1 1,-1 0,0 1,10 2,4 0,0 2,-1 1,1 0,34 16,-39-14,-1 1,0 1,-1 0,0 0,0 2,13 13,-22-19,1 1,-1 0,-1 0,1 0,-1 1,0 0,-1 0,0 0,0 1,-1-1,0 1,0 0,2 18,-5-24,0-1,0 1,0 0,0-1,0 1,0 0,-1-1,0 1,1 0,-1-1,0 1,0-1,0 1,-1-1,1 0,0 1,-4 2,3-2,-1-1,0 1,-1-1,1 0,0 1,-1-2,1 1,-1 0,0-1,-6 3,-7-1,-1 0,1-1,0-1,-24-1,29 0,-7 0,-1-1,0-1,0 0,1-1,0-1,-29-11,33 10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5:38.3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0 247,'0'0,"3"-6,8-16,1 1,1 0,1 1,1 0,0 1,26-23,-33 34,0 1,1 0,0 0,0 1,1 0,-1 1,1 0,0 0,1 1,-1 1,1 0,0 0,0 1,0 0,0 1,16 0,-20 2,1 0,-1 0,0 1,1 0,-1 0,0 1,0 0,0 0,-1 1,1 0,-1 0,0 1,0-1,0 1,-1 0,1 1,-1-1,7 12,-7-10,-1 0,0 0,0 0,-1 1,0-1,0 1,-1 0,0 0,0 0,-1 0,0 0,0 0,-1 0,0 0,-1 0,0 0,-2 12,2-16,-1-1,1 1,-1 0,0-1,0 1,0-1,-1 1,1-1,-1 0,0 0,0 0,0 0,0-1,0 1,-1-1,1 0,-1 0,0 0,1-1,-1 1,0-1,0 0,0 0,-7 1,-1 0,1-1,0 0,-1-1,1 0,0 0,-1-2,-19-4,6-1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03.1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209 189,'0'0,"0"0,-1-1,1 1,0 0,0 0,-1 0,1-1,0 1,0 0,-1 0,1 0,0 0,-1 0,1-1,0 1,-1 0,1 0,0 0,0 0,-1 0,1 0,0 0,-1 0,1 0,0 0,-1 0,1 1,0-1,-1 0,1 0,0 0,0 0,-1 0,1 1,0-1,-1 0,1 0,0 0,0 1,-1-1,-4 14,6 20,1 1,11 51,-3-20,-8-45,9 53,-4 1,-3 88,-5-176,-1 0,-1-1,0 2,-7-20,2 7,-113-291,109 288,10 22,-31-64,29 62,-1 0,0 0,-1 1,1-1,-2 1,-6-7,28 58,2 12,-3 2,-2 0,-2 1,-3 0,-1 71,-6-118,-1-17,0-23,-3-62,-15-90,-28-88,37 196,23 108,-2 1,12 71,-9-40,-1-4,0 2,3-1,38 100,-50-162,-3-11,-1-20,0 25,-3-47,-2 1,-3 1,-1-1,-31-89,39 135,0 4,3 13,6 20,0-15,17 28,-15-31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06.03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 1,'0'0,"0"0,0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0,0 0,-3 0,-1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09.4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124 379,'0'-20,"2"-54,0 37,-2-1,-1 0,-12-69,12 103,-9-30,10 32,-1 0,0 0,0 0,0 0,0 1,0-1,0 0,-1 1,1-1,0 1,-1-1,1 1,-1 0,-1-2,2 3,-1 0,1 0,0 0,0-1,0 1,0 0,0 0,0 1,0-1,0 0,0 0,0 0,0 1,0-1,0 1,0-1,0 0,1 1,-1 0,0-1,0 1,0-1,1 1,-1 0,0 0,0 0,1-1,-1 1,1 0,-1 0,1 0,-1 1,-17 35,17-35,-7 22,1 1,1 0,0 1,2-1,2 1,0 0,1-1,2 1,0 0,10 47,-7-53,2-1,0 0,1-1,0 0,2 0,15 25,-16-31,0-1,1 0,0-1,1 0,0 0,0-1,1 0,1-1,21 12,-26-16,0-1,0 0,0 0,0-1,1 0,-1 0,1-1,-1 0,1 0,-1-1,1 0,0 0,-1-1,1 0,12-3,-10 1,-1-1,0 0,-1 0,1-1,-1 0,0 0,0-1,0 0,-1-1,0 0,12-14,-6 4,-1 0,-1 0,-1-1,-1 0,0-1,-1 0,-1 0,5-25,-8 30,-2-1,1 0,-2 0,0 0,-1 0,0 0,-1 0,-1 1,0-1,-1 0,-1 1,-6-16,7 22,-1 1,0 0,0 0,-1 0,1 1,-2-1,1 1,-1 0,0 1,0-1,-10-5,13 8,-1 1,0-1,0 1,0 0,0 1,0-1,-1 1,1 0,0 0,-1 0,1 0,-1 1,1 0,-1 0,1 0,-1 1,1-1,-1 1,1 0,0 0,-9 4,-2 2,1 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09.8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1,'0'0,"0"0,3 3,3 9,4 18,5 30,6 31,2 25,-3 9,-5-5,-5-13,-4-14,-3-11,-2-15,-4-10,-4-12,-1-14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10.80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0,'0'0,"0"0,0 0,0 0,0 0,0 0,0 0,0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14.9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0 110,'60'-37,"-43"25,28-14,-32 19,1 2,0 0,0 1,0 0,1 1,-1 0,1 1,0 1,-1 1,1 0,0 1,0 0,26 6,-31-4,1 0,0 1,-1 0,0 1,0 0,0 0,0 1,-1 1,0-1,0 2,-1-1,0 1,0 0,-1 1,0-1,0 2,-1-1,8 18,-8-15,-2 0,0 0,0 1,-2-1,1 1,-1 0,-1 0,0 0,-1 0,-1 0,0 0,0 0,-1 0,-5 15,5-22,0 1,-1 0,0-1,0 1,0-1,-1 0,1 0,-2 0,1-1,-1 1,1-1,-2 0,1 0,0-1,-1 1,0-1,0-1,0 1,0-1,-1 0,1 0,-1-1,0 0,0 0,0-1,0 0,-10 1,11-2,-1 0,0 0,0-1,0 0,0 0,0 0,1-1,-1 0,1-1,-1 1,1-1,-7-5,4 2,0 0,1-1,0 0,0 0,1-1,0 0,-7-11,0-2,2 0,1-1,0-1,2 0,0 0,-5-26,5 7,3 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17.2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259 224,'-16'-15,"13"11,-23-23,17 16,-1 0,-1 1,0 1,-16-12,25 20,0-1,0 1,0 0,0 0,0 1,-1-1,1 0,0 1,0-1,-1 1,1 0,0 0,-1 0,1 0,0 0,-1 0,1 1,-4 1,2-1,1 1,0-1,-1 1,1 0,0 1,0-1,1 0,-1 1,0 0,-3 5,-1 2,0 1,1 0,0 0,0 1,-6 22,7-15,1 0,0 1,2-1,0 1,1 0,2 26,-1-37,1 1,1 0,-1-1,1 0,1 1,0-1,0 0,1 0,0 0,0-1,1 1,1-1,-1 0,13 13,-14-17,1 0,-1-1,1 0,-1 0,1 0,0-1,0 0,0 1,1-2,-1 1,0-1,1 1,-1-2,7 2,-4-2,0-1,0 1,1-1,-1-1,0 1,0-2,-1 1,15-7,-8 3,-1-2,0 0,0 0,-1-1,0-1,0 0,-1-1,-1 0,17-23,-19 23,-1-1,-1 0,0 0,0-1,-2 0,1 0,-2 0,1 0,-2 0,0-1,-1 1,0-1,-1 0,0 1,-3-16,1 17,0 1,-1 0,0 0,-1 0,0 0,-1 1,0 0,-1-1,0 2,-1-1,0 1,0 0,-1 0,0 1,0 0,-1 1,0 0,-11-7,15 11,-1-1,0 1,0 0,0 0,-1 0,1 1,-1 0,1 0,-1 1,0 0,0 0,1 0,-14 2,4 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21.5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93 596,'-10'-20,"-5"-10,1-2,2 0,2 0,-14-66,21 79,1 1,0-1,2 1,0-1,1 0,1 0,0 1,2-1,0 1,11-29,-12 39,0 1,1 0,0 0,0 0,1 1,0-1,0 1,1 0,-1 0,1 1,0 0,1 0,-1 0,1 1,0 0,0 0,1 1,-1 0,1 0,-1 0,1 1,0 1,8-2,-4 2,0 1,0 0,0 0,0 1,-1 1,1 0,0 1,-1 0,1 1,-1 0,0 1,0 0,-1 0,20 14,-15-6,0 0,0 0,-1 2,-1 0,-1 0,0 1,-1 1,0 0,14 32,-16-27,0 1,-1 1,-2 0,0 0,-2 0,0 0,0 39,-4-57,0 1,-1-1,1 0,-1 1,0-1,-1 1,0-1,0 0,0 0,0 0,-1 0,0-1,-1 1,1-1,-1 1,0-1,0 0,-1-1,1 1,-1-1,0 0,0 0,-1 0,1-1,-1 1,0-2,-11 6,-5-1,-1 0,1-1,-1-2,0 0,0-1,0-2,-1 0,1-1,0-2,0 0,0-2,0 0,0-1,-22-9,15 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6:21.9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0,'10'4,"13"10,0 0,-1 2,31 29,53 62,-44-39,57 82,-89-107,-2 2,-1 0,27 69,-48-99,0 1,-1 0,-1 1,0-1,1 31,-4-21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2:56.1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60,'5'-5,"0"1,0 0,1 0,-1 0,1 1,0-1,0 1,0 1,0-1,9-1,5-2,0 2,23-2,-16 3,1 2,-1 1,1 1,-1 2,0 0,1 2,-2 1,1 1,-1 1,0 2,-1 0,37 22,-32-15,-2 3,0 0,-2 1,0 2,-1 1,-2 0,0 2,-2 1,31 49,-42-59,-1 1,0 0,-1 1,-1 0,-1 0,-1 0,0 1,-1 0,1 26,-5-23,0 0,-2-1,0 1,-2-1,0 1,-2-1,0 0,-10 21,-4 3,-1 0,-3-2,-2 0,-35 45,39-61,-1 0,-2-2,0-1,-2 0,-1-2,-48 31,17-23,55-29,-1 0,1-1,-1 1,1-1,-1 0,0 0,1 0,-1-1,0 0,0 0,-5 0,9-1,1 1,-1 0,1 0,-1-1,1 1,-1 0,0-1,1 1,-1 0,1-1,0 1,-1-1,1 1,-1-1,1 1,0-1,-1 1,1-1,0 1,0-1,-1 0,1 1,0-1,0 1,0-1,0 0,0 1,0-1,0 1,0-1,0 0,0 1,0-1,0 0,0 1,0-1,1 1,-1-1,0 1,0-1,1 0,0 0,14-26,0 7,1 2,0 0,2 1,0 0,26-17,111-64,-85 60,1 3,3 3,0 3,1 4,2 3,0 3,2 4,-1 3,2 3,105 3,-124 10,-17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2:56.7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70,'16'13,"55"53,106 122,-74-72,-101-114,-1 0,1-1,0 1,-1 0,1-1,0 1,0-1,0 1,0-1,4 2,-5-4,0 1,0 0,0 0,0 0,0-1,0 1,0 0,0-1,-1 1,1-1,0 1,0-1,0 0,-1 1,1-1,0 0,0 1,-1-1,1 0,-1 0,1 0,-1 0,1 1,-1-1,1 0,-1 0,0 0,1-1,69-165,9-17,-75 176,0 1,1-1,-1 1,2 0,-1 0,1 0,0 1,0 0,9-6,-10 8,1 1,-1 0,1 0,0 1,0-1,0 1,0 0,1 1,-1 0,0 0,1 0,-1 1,8 0,5 1,0 2,0 0,0 2,-1 0,1 1,-1 0,0 2,-1 0,0 1,0 1,-1 0,16 13,3 6,0 1,-2 2,55 69,-48-47,-37-49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2:57.2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1,'10'27,"62"108,14 30,23 103,-97-230,-1 0,-2 0,-2 1,-2 0,1 54,-6-74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2:57.6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0 242,'0'0,"3"0,6 0,10 0,15-3,16-3,13-7,12-6,12-5,8-5,5-2,-2 2,-6 2,-14 3,-17 3,-19 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3:00.9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471 1753,'5'-1,"1"0,0 0,-1-1,1 1,-1-1,1-1,-1 1,8-5,12-6,566-222,-252 103,118-51,723-281,315-32,-881 335,-518 143,2 3,0 6,0 3,138 10,-196-1,-1 3,0 1,0 2,0 1,-2 2,59 27,-71-26,-1 1,0 1,-1 1,-1 1,0 1,-2 1,0 0,-1 2,-1 0,19 29,-15-13,-1 1,-2 1,-1 1,-3 1,-1 0,-2 1,-2 1,-1-1,4 73,-10-39,-3 1,-3-1,-4 0,-27 127,8-101,-5-3,-3 0,-5-2,-4-2,-4-2,-106 156,59-121,-6-3,-5-5,-213 188,164-181,-6-7,-312 177,-398 109,609-307,-5-12,-345 68,431-123,-1-7,-2-8,0-8,-272-22,330-1,1-5,-142-41,180 34,2-3,0-4,-142-79,180 84,1-2,2-2,1-2,1-1,3-3,0-1,-37-51,47 51,2-1,2-1,1-1,3-1,1-1,2-1,3 0,-13-62,17 41,2-1,4 0,5-89,10 10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32.6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1,'1'5,"-1"0,1 0,0 0,1 0,-1 0,4 8,3 9,32 113,57 217,-77-265,-4 1,4 95,-19-145,-1-12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33.4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9 418,'0'-23,"1"0,1 0,1 0,1 0,1 0,12-32,-12 42,0 1,1 0,1 0,0 1,1 0,0 0,0 1,1 0,1 0,0 1,0 0,18-11,-10 9,0 1,1 1,0 1,0 0,1 1,0 2,0 0,1 1,-1 0,1 2,0 1,-1 0,1 2,0 0,-1 1,1 2,31 8,-17-1,0 1,0 2,-1 2,-1 1,-1 2,0 0,-1 3,54 48,-50-36,0 2,-3 1,-1 2,-2 1,-1 1,-2 1,-3 1,-1 2,21 61,-32-72,-2 0,-1 1,-1 0,-3 0,1 64,-6-70,-1-1,-1 0,-2 0,-1 0,-1 0,-1-1,-22 48,20-56,-1 0,0 0,-1-1,-1-1,-1 0,0-1,-1 0,-1-1,-1-1,0-1,0 0,-1-1,-1-1,0-1,-25 10,19-11,-1-1,0-1,0-1,0-1,0-1,-1-2,0 0,0-2,1-1,-1-2,-51-10,53 7,0-2,0 0,0-2,1-1,1-1,0-1,0-1,-36-29,35 21,1 0,1-1,2-1,0-1,1 0,-29-56,26 37,2-1,2 0,2-2,2 0,-11-68,19 74,2 0,1 0,3 0,1-1,2 1,15-73,-10 82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37.6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382 0,'0'0,"0"0,-5 3,-8 4,-9 3,-12 3,-11-2,-15 2,-10-1,-2 0,11-4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38.7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2 790,'0'0,"-1"-21,1 9,0 1,0-1,1 0,1 0,0 1,4-14,0 10,0 0,2 0,0 0,1 1,0 0,1 1,0 0,1 0,1 1,0 1,1 0,0 0,0 2,23-14,-8 8,1 1,0 1,0 1,1 2,1 1,54-8,-53 12,1 2,-1 2,0 1,1 1,-1 2,0 1,0 2,-1 1,45 16,-57-16,-1 0,0 2,-1 0,0 1,-1 0,0 2,0 0,-1 1,-1 0,0 1,-1 0,0 2,-1-1,-1 1,-1 1,15 31,-18-33,-2 0,5 20,-9-29,0-1,0 1,0-1,-1 1,0-1,0 1,0-1,-1 0,0 1,-1 5,1-10,1 0,-1 1,1-1,-1 0,1 0,-1 0,0 0,0 0,0 0,1 0,-1 0,0 0,0 0,0 0,0 0,-1-1,1 1,0 0,0-1,0 1,0-1,-2 1,0-1,0 1,0-1,1 0,-1 0,0 0,0 0,0-1,0 1,-5-2,-2-2,0 0,1 0,-1-1,-13-10,2 0,2-1,0-1,1 0,1-1,1-1,0-1,-17-28,16 18,1 1,1-2,2 0,-19-64,28 76,0 1,1-1,1 0,1 0,1 0,0 0,2 0,0 0,1 0,8-27,-8 37,-1 1,2-1,-1 1,1 0,1 0,-1 0,1 1,1-1,-1 1,1 0,1 1,-1 0,1 0,0 0,0 0,1 1,0 1,0-1,0 1,0 1,0-1,1 1,17-3,-17 5,1 0,0 0,0 1,15 2,0 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39.1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0 109,'1'30,"1"-6,1 0,1-1,2 1,0-1,1 0,2-1,0 0,1 0,25 38,-31-55,0 0,0-1,1 1,-1-1,1 0,0 0,0-1,0 1,1-1,0 0,-1-1,1 1,0-1,0 0,0-1,0 1,0-1,1 0,-1-1,0 0,0 0,1 0,-1 0,0-1,0 0,0-1,1 1,-2-1,1-1,0 1,0-1,-1 0,1 0,-1 0,0-1,0 0,0 0,0 0,-1 0,0-1,0 0,0 0,0 0,-1 0,0-1,0 1,2-8,-2 6,0-1,-1 0,0 1,-1-1,0 0,0 0,0 0,-1 0,0 0,-1-1,-1-7,-1 4,0 0,-1 0,0 0,-1 0,-1 1,-9-16,0 4,-2 1,0 0,-1 1,-2 2,-37-31,42 37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39.9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4,'1'14,"1"-1,1 1,0-1,0 1,7 14,0 5,2 9,-1 1,3-1,20 45,-33-84,0-1,0 1,1 0,0 0,-1-1,1 1,0-1,0 0,1 1,-1-1,0 0,1 0,-1 0,1-1,0 1,-1-1,1 1,4 0,-4-1,0-1,0 0,1 0,-1 0,0 0,1 0,-1-1,0 0,1 0,-1 1,0-2,0 1,0 0,0-1,0 1,0-1,3-2,15-12,0 0,-1-2,-1 0,19-23,65-90,-62 77,-26 33,-10 14,-1 1,1-1,0 1,1 0,0 0,0 1,10-8,-15 13,0-1,1 1,-1-1,1 1,-1 0,1-1,-1 1,1 0,-1 0,1 0,-1 0,1 0,-1 1,1-1,-1 0,0 1,1-1,-1 1,1-1,-1 1,0 0,0 0,1-1,-1 1,0 0,0 0,0 0,0 0,2 3,4 4,0 0,0 1,5 10,-7-11,68 114,-40-64,67 89,-83-126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0.4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1,'13'17,"63"84,-5 5,-5 2,-4 2,67 173,-38-39,-69-177,20 117,-39-165,0 0,-2 1,0 30,-2-44,1 0,-1-1,0 1,-1-1,1 1,-1 0,0-1,0 0,-1 0,0 0,0 0,0 0,0 0,-1-1,1 1,-8 5,3-5,0 1,0-2,-1 1,0-1,0 0,0-1,0 0,0-1,-1 0,1 0,-1-1,0 0,1 0,-1-1,-16-3,7 1,0-1,0 0,0-2,1 0,0-2,0 0,-18-9,24 9,-1-1,1 0,1-1,-1 0,1-1,1 0,0 0,0-1,1 0,-9-16,14 20,0-1,0 1,1-1,0 1,0-1,1 0,0 0,0-1,1 1,0 0,1 0,-1-1,2 1,-1 0,1 0,0-1,1 1,0 0,4-9,-2 6,2 1,-1 0,1 0,1 1,0 0,0 0,1 0,0 1,0 0,1 1,0-1,0 2,1-1,13-5,1 0,0 1,1 2,0 1,0 0,30-4,-20 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1.3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1,'10'23,"26"53,90 141,-123-212,0-1,0 0,0 0,1 0,0 0,0 0,0-1,0 0,0 0,1 0,-1 0,1-1,6 3,-7-4,-1 0,1-1,-1 0,1 0,0 0,-1 0,1 0,-1-1,1 0,-1 1,1-1,-1-1,0 1,1 0,-1-1,0 0,0 1,0-1,0-1,4-3,3-3,0 0,-1-1,0-1,-1 0,0 0,0 0,-2-1,1 0,7-22,-4 8,-2-1,-1 0,7-50,-13 61,-2 13,1 0,0 0,0 0,0 0,1 0,-1 0,1 0,-1 0,1 0,2-4,-3 7,1 0,-1 0,1 0,0 0,-1 0,1 0,-1 0,1 0,-1 0,1 0,0 1,-1-1,1 0,-1 0,1 0,-1 1,1-1,-1 0,0 1,1-1,-1 1,1-1,-1 0,0 1,1 0,15 16,-13-14,74 77,4-3,109 80,-140-121,-9-8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2.0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1,'0'0,"0"3,3 3,3 6,4 7,3 6,1 3,2 3,1 2,-3 0,-3-5,-4-8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2.3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0,2 3,1 1,1-1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3.2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751 1,'-17'10,"-31"19,0 3,2 1,-62 60,82-68,2 1,0 1,2 1,2 1,0 1,-27 57,43-78,0 1,1-1,0 1,-3 17,5-26,1 1,0-1,0 0,-1 1,1-1,0 0,0 1,0-1,1 0,-1 1,0-1,0 0,1 1,-1-1,1 0,-1 0,1 1,-1-1,1 0,0 0,0 0,-1 0,1 0,0 0,0 0,0 0,0 0,0 0,0 0,1-1,-1 1,0 0,0-1,0 1,1-1,-1 1,0-1,1 0,-1 0,0 1,1-1,-1 0,0 0,3-1,3 1,1-2,-1 1,0-1,0 0,-1 0,1-1,0 0,-1 0,1-1,-1 0,0 0,-1 0,7-6,4-5,0-1,26-34,-12 6,-1-2,25-58,-48 91,-5 13,-1 0,0-1,0 1,0 0,0-1,0 1,0 0,1-1,-1 1,0 0,0-1,0 1,1 0,-1 0,0-1,0 1,1 0,-1 0,0-1,1 1,-1 0,0 0,1 0,-1 0,0-1,1 1,-1 0,0 0,1 0,-1 0,0 0,1 0,-1 0,1 0,-1 0,0 0,1 0,-1 0,0 0,1 1,-1-1,0 0,1 0,-1 0,0 0,1 1,-1-1,0 0,0 0,1 1,-1-1,14 20,-12-16,114 247,-70-143,9 18,118 275,-20 5,-149-394,39 133,-37-120,-1 0,-1 1,0 44,-4-62,0 0,-1 0,0 0,0 0,-1 0,0 0,-1 0,1-1,-8 14,7-16,0 0,0-1,-1 0,0 0,0 0,0 0,0 0,0-1,-1 0,1 0,-1 0,0 0,0-1,0 0,-7 3,0-2,-1 0,1-1,-1 0,1-1,-25-1,5-3,-41-7,-24-12,-187-67,-83-67,256 105,24 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6.7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1019 842,'-1'-29,"-1"0,-2 0,-1 0,-1 1,-2 0,0 0,-2 1,-1 0,-19-34,10 27,-1 1,-1 1,-2 1,-2 1,0 1,-41-34,46 46,0 0,-44-25,57 38,0 0,0 0,0 1,-1 0,1 0,-1 1,0 0,0 0,0 1,0 0,0 1,-12 1,17 0,0 0,0 0,1 0,-1 1,1-1,-1 1,1 0,0 0,-1 1,1-1,0 1,0-1,1 1,-1 0,1 0,-1 0,1 0,0 1,-2 4,-4 7,2 1,0-1,-4 20,8-30,-8 35,3 0,1 0,1 1,3 0,1-1,5 48,-23-114,-82-173,-42-73,139 265,-7-12,-1 0,-1 1,0 0,-1 1,-22-20,27 33,10 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6.2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298 1,'-6'0,"1"1,0 0,0 0,-1 1,1-1,0 1,0 0,0 0,0 1,-5 3,-45 35,53-39,-17 14,1 1,0 2,1 0,1 0,1 1,-16 30,24-39,1 0,1 0,0 1,0 0,1 0,1 0,0 0,1 1,0 0,1-1,0 1,1 0,0-1,4 20,-3-28,0 0,0 0,0 0,1 0,0-1,0 1,0 0,0-1,1 0,-1 1,1-1,0 0,-1 0,2-1,-1 1,0-1,0 1,1-1,-1 0,1 0,0 0,0-1,0 0,7 2,7 1,0-2,-1 0,1-1,26-2,-24 1,35-2,0 4,0 1,0 3,64 16,-100-18,0 2,-1 0,1 2,-1 0,-1 0,0 2,0 0,-1 1,0 1,-1 0,0 1,-1 1,0 0,-2 1,15 21,-21-27,-1 0,0 0,0 1,-1 0,-1 0,1 0,-2 0,4 19,-5-24,-1 1,0-1,0 1,-1-1,1 1,-1-1,0 0,0 0,-1 1,0-1,0 0,0 0,0 0,-1-1,0 1,0 0,0-1,-7 7,-1-1,-1-1,0 0,0-1,0 0,-1-1,0-1,-1 0,0-1,1 0,-16 3,-17 2,-83 7,-60-11,151-7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6.6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389 1,'-7'14,"-26"33,-59 87,-96 183,176-295,1 1,2-1,0 2,1-1,1 1,-4 28,10-49,1 0,0-1,0 1,0 0,0 0,0 0,0 0,1 0,-1-1,1 1,0 0,0 0,0-1,0 1,1 0,1 2,-2-4,1 0,-1 1,1-1,0 0,-1 0,1 0,0 0,0 0,0 0,-1-1,1 1,0-1,0 1,0-1,0 0,0 1,0-1,0 0,0 0,0-1,1 1,2-1,6-2,0 0,0-1,0 0,0-1,-1 0,0-1,0 0,0 0,-1-1,0 0,0-1,13-16,7-9,47-72,-17 3,-37 64,-22 38,0-1,0 1,1-1,-1 1,0 0,1-1,-1 1,1-1,-1 1,0 0,1-1,-1 1,1 0,-1 0,1-1,-1 1,1 0,-1 0,1 0,-1 0,1-1,-1 1,1 0,-1 0,1 0,0 0,-1 0,1 0,-1 1,1-1,-1 0,1 0,-1 0,1 0,-1 1,1-1,-1 0,1 0,-1 1,1-1,-1 0,0 1,1-1,-1 0,1 1,20 23,-18-19,24 33,-2 2,21 45,35 55,-60-112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7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0,'0'0,"9"10,6 6,-2 1,0 0,12 23,4 6,203 289,-227-328,-1 0,0 0,1 0,0-1,0 0,1 0,0 0,0-1,9 7,-14-12,0 0,0 1,0-1,0 0,0 0,0 0,0 0,1 0,-1 0,0 0,0 0,0 0,0-1,0 1,0 0,0-1,0 1,0-1,0 1,0-1,0 0,0 1,-1-1,1 0,0 1,0-1,-1 0,1 0,0 0,-1 0,1 0,-1 0,1 0,0-1,19-39,-18 36,32-98,-27 75,1 1,2 0,1 1,0 0,20-30,-29 53,0 0,1 0,-1 0,1 0,0 0,0 0,0 1,0-1,0 1,1 0,-1 0,1 0,-1 1,1-1,0 1,-1-1,1 1,6 0,-4 1,0 0,0 0,0 1,0-1,0 2,0-1,0 1,-1 0,1 0,0 0,7 5,-2 0,-1 0,0 0,0 1,17 18,-18-16,1-1,0 0,1-1,13 9,-21-16,0 0,0 0,0 0,0 0,0-1,0 1,0-1,0 1,0-1,0 0,0-1,0 1,0 0,0-1,0 0,0 1,-1-1,1 0,0 0,4-3,5-3,0 0,-1-1,13-10,-15 11,128-110,-135 115,0 0,1 0,-1 0,0 0,1 1,-1-1,1 1,-1 0,1 0,-1 0,1 0,0 0,3 0,-4 1,0 0,1 0,-1 1,0-1,0 1,1-1,-1 1,0 0,0 0,0 0,0 0,0 0,0 1,0-1,0 0,2 4,24 22,-1 2,27 37,-20-23,-9-13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8.8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0,'0'14,"2"42,14 88,23 53,-29-150,86 343,-74-321,3 0,3-2,55 96,-77-153,0 0,1 0,0-1,1 0,0 0,0 0,18 13,-22-19,1-1,0 1,-1-1,1 0,0 0,0 0,1-1,-1 1,0-1,0-1,1 1,-1-1,0 0,1 0,-1 0,0-1,1 0,-1 0,8-3,1-1,-1 0,0-1,0-1,-1 0,23-18,52-52,-55 45,-1-2,-2-1,-2-2,32-53,-41 57,-1-1,-1-1,-2 0,-2 0,14-63,-24 87,-1 1,0-1,0 1,-1-1,0 1,-1-1,0 1,-5-20,4 25,1 0,-1 0,-1 1,1-1,0 1,-1-1,0 1,0 0,0 0,-1 0,1 1,-1-1,0 1,0 0,0 0,-1 0,1 1,0-1,-1 1,-6-2,5 2,-1 0,0 0,1 1,-1 0,0 0,0 1,0 0,1 0,-1 0,0 1,0 0,-8 3,6-1,0 0,0 1,0 0,0 1,1 0,0 0,-14 12,7-3,1 0,0 1,1 0,1 2,1-1,0 1,-15 33,17-29,1 0,1 0,1 1,1 0,0 0,2 0,1 1,0-1,4 44,0-49,1 0,0 0,1 0,1-1,0 1,2-1,-1 0,2-1,0 0,1 0,1-1,0 0,18 19,-10-15,1-1,0-2,1 1,1-2,33 17,-40-24,1 0,1-1,-1 0,1-1,0-1,0-1,1 0,-1-1,22 0,-30-3,0 1,-1-1,1 0,-1-1,0 0,1 0,-1-1,0 0,0 0,0 0,-1-1,1 0,-1 0,0-1,0 0,0 0,-1 0,0-1,9-11,-5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0.8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0 131,'0'0,"0"0,0 0,0 0,11 3,0 2,0 1,-1 0,0 0,0 1,-1 0,1 1,-2 0,15 16,5 10,23 39,-51-73,50 80,-4 2,70 173,36 191,-140-410,-3-5,1-5,-2 1,-1-1,-1 2,4 52,-11-78,-4-9,-5-17,9 21,-35-85,-30-74,-55-203,106 301,3 0,-6-81,16 99,2 0,2 1,2-1,10-47,-10 71,2 0,0 1,1 0,1 0,14-26,-19 41,0 1,1-1,0 1,0 0,0-1,0 2,1-1,0 0,0 1,0 0,0 0,1 1,0 0,-1-1,1 2,0-1,1 1,-1 0,0 0,1 1,-1 0,8-1,-5 2,0 0,0 1,0 0,1 0,-1 1,0 1,-1-1,1 1,0 1,-1 0,0 0,0 0,0 1,0 0,-1 1,0 0,0 0,0 0,-1 1,0 0,0 0,-1 1,0-1,0 1,-1 1,0-1,0 0,-1 1,0 0,0 0,-1 0,-1 0,2 16,-4-4,-1-1,0 0,-2 0,0 0,-1-1,-2 1,1-1,-15 26,8-21,0 0,-1-2,-2 0,0 0,-37 36,27-35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1.4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75 0,'-4'17,"-13"30,2 1,3 0,-12 90,22-119,1 0,1 0,1 0,1 0,0 0,2-1,0 1,1-1,1 0,0 0,1 0,1-1,14 21,-5-13,1-1,2-1,0-1,43 36,104 64,-114-85,-45-31,0-1,0 1,0 0,0 0,-1 1,7 8,-13-14,0 0,0 1,0-1,0 0,0 1,0-1,-1 1,1 0,0-1,-1 1,0-1,1 1,-1 0,0-1,0 1,0 0,0 0,0-1,0 1,0 0,-1-1,1 1,-1-1,1 1,-1 0,1-1,-1 1,0-1,0 1,0-1,0 0,0 1,0-1,0 0,0 0,-2 2,-7 5,0-1,0 0,-1 0,0-1,0 0,-1-1,0 0,-14 3,-14 4,-46 5,3-6,57-9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9.0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 63,'27'-19,"-11"11,0 1,1 1,0 1,1 0,-1 1,1 1,-1 0,1 2,0 0,0 1,0 0,0 2,-1 0,34 9,-31-6,-1 1,0 1,0 0,0 2,-1 0,0 1,0 1,-2 0,1 2,-1 0,-1 0,24 29,-31-33,-1 0,-1 1,0 0,0 0,-1 0,-1 1,1-1,-2 1,1 0,-2 0,1 0,-1 1,-1-1,0 1,-1-1,0 1,-1-1,0 1,-1-1,0 0,-1 0,0 0,0 0,-2 0,1 0,-1-1,-1 0,0 0,0-1,-1 1,0-1,-12 11,7-9,0 0,0-1,-1-1,0 0,-1-1,0-1,0 0,-1-1,0 0,0-1,0-1,-1 0,-31 3,35-6,0-1,0-1,-1 1,1-2,0 0,0 0,0-1,1 0,-1-1,1-1,-1 0,1 0,1-1,-1 0,1-1,0-1,1 1,-15-15,12 8,0-1,1 0,1-1,1 0,0 0,0-1,-6-22,5 11,2 0,2-1,-7-52,10 39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9.4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377 0,'-20'4,"-2"2,-13 2,0 2,-59 27,84-32,0 0,0 1,1 1,0-1,0 1,0 1,1 0,0 0,1 0,0 1,0 0,1 1,-7 13,3 0,1 1,2 0,0 0,2 0,0 1,2 0,1 0,1 47,7 6,21 116,75 222,-74-313,-9-19,-14-58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49.8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99,'0'0,"3"-3,4-4,3-2,5-4,9-2,8 2,7 0,5 2,3 4,-3 2,-9 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0.1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339 2,'-20'-1,"0"1,0 0,1 2,-1 0,-30 7,43-7,-1 0,1 1,0 0,-1 0,1 1,0 0,1 0,-1 0,1 1,0 0,0 0,0 1,1 0,0 0,0 0,-7 12,2 3,0 1,2 0,1 0,0 0,-3 27,-9 121,16-56,18 182,40 113,-32-253,-18-123,-3-13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0.5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28,'0'0,"3"0,6 0,10 0,13 0,14-2,17-1,15-4,18 1,13 1,5 1,2 4,-10 2,-23 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2.2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1,'0'0,"10"11,0 4,0 0,-1 2,8 19,-4-9,62 130,120 229,-152-311,4-2,2-2,60 64,-89-113,0-1,2 0,1-2,24 18,-40-33,0 1,0-1,0 0,1-1,-1 1,1-2,0 1,0-1,0 0,0 0,0-1,0 0,0-1,0 0,1 0,-1-1,0 0,0 0,10-3,9-8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2.6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1 319,'0'0,"0"0,0 0,3 0,3 0,9-3,19-6,25-7,27-10,23-7,16-5,2 0,-3 0,-13 1,-16 4,-22 6,-24 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4:53.3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0,'5'14,"61"105,-25-50,56 100,174 232,-262-389,1 0,0-1,1 0,0-1,16 12,-22-19,-1-1,1 1,-1-1,1 0,0 0,0 0,0-1,0 1,0-1,0 0,0-1,1 1,-1-1,0 0,0-1,0 1,1-1,8-3,0-1,0 0,-1-1,0-1,0-1,-1 1,0-2,0 0,19-19,6-11,34-48,-25 31,-37 45,-4 4,1 0,0 1,0-1,8-5,-12 11,0-1,0 1,0 0,0 0,1 0,-1 0,0 0,1 0,-1 0,1 1,-1 0,1-1,-1 1,1 0,-1 0,1 0,-1 0,1 1,2 0,5 2,0 1,0 0,0 1,0 0,-1 0,13 10,51 47,-50-42,16 14,8 9,2-3,88 57,-121-88,1 1,1-2,-1-1,1 0,1-1,-1-1,1 0,0-2,0 0,0-1,0-1,1-1,22-3,-20 0,0-2,0-1,-1 0,0-2,0 0,0-2,-1 0,35-25,-34 20,-1 0,-1-2,0 0,-2-2,0 0,-1 0,23-37,-34 48,-1-1,1 0,-2 0,1 0,-1 0,0-1,2-14,-5 21,1 0,-1-1,0 1,0 0,-1 0,1-1,-1 1,1 0,-1 0,0 0,0 0,0-1,-1 1,1 1,-1-1,1 0,-1 0,0 1,0-1,0 1,-1-1,1 1,-1 0,1 0,-5-3,0 2,0 0,-1 0,1 0,0 1,-1 1,1-1,-1 1,0 0,1 1,-1 0,0 0,0 0,1 1,-1 0,0 1,1 0,-10 3,1 1,0 0,0 1,0 1,1 0,0 1,-23 19,30-22,1 1,0 0,0 1,0-1,1 1,0 0,1 1,0 0,-6 14,9-18,0 1,0 0,1 0,0 0,0 0,0 0,1 0,0 0,0 0,0 0,1 0,0 0,0 0,1 0,0-1,0 1,3 6,3 2,0-2,0 1,2-1,-1-1,1 0,1 0,0-1,1 0,0-1,0 0,19 9,4 1,1-2,1-1,42 12,-27-13,0-3,0-2,57 3,-23-8,96-7,-154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3.0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1,'0'13,"10"52,3-1,26 82,-26-102,22 80,102 232,-111-304,3-1,48 65,-52-84,1-1,1-2,2-1,41 33,-53-49,-1-1,1-1,1 0,0-1,1-1,-1-1,1 0,1-2,-1 0,1-1,0-1,0-1,0-1,0 0,0-2,0 0,0-1,0-1,-1-1,1-1,-1-1,0 0,0-2,-1 0,0-1,24-15,-23 10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4.3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1 197,'2'-1,"0"1,0-1,0 0,0 0,0 0,-1 0,1 0,0 0,0 0,-1-1,1 1,1-2,7-5,29-21,2 3,1 1,1 2,53-21,-79 38,1 1,0 1,-1 0,2 1,-1 1,21 0,-27 2,0 1,0 1,0-1,-1 2,1 0,-1 0,1 1,-1 1,0 0,14 9,-17-10,-1 1,0 0,0 0,-1 1,0 0,0 0,0 1,-1 0,1 0,-2 0,1 0,-1 1,0-1,-1 1,0 0,0 1,0-1,-1 0,-1 1,1-1,-1 1,-1 0,0-1,0 1,0-1,-1 1,-1 0,1-1,-1 0,-1 1,0-1,0 0,0 0,-1 0,0-1,-9 12,2-5,0 0,-2-1,1 0,-2-1,0-1,0 0,-1-1,0-1,-23 11,26-14,0-1,0 0,0-1,0-1,-1 0,1 0,-1-2,0 1,0-2,0 1,1-2,-1 0,-23-4,10-4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4.7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0 585,'0'0,"7"-1,0 0,0 0,0 0,-1-1,1 0,11-5,5-1,331-112,356-114,11 46,-621 168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7.1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0,'0'0,"10"10,33 23,-1 3,-2 1,-1 2,-2 2,35 51,-35-36,15 19,-52-75,0 0,0 0,0 1,1-1,-1 0,0 0,0 1,1-1,-1 0,0 0,1 0,-1 0,0 0,1 1,-1-1,0 0,1 0,-1 0,0 0,1 0,-1 0,0 0,1 0,-1 0,0 0,0 0,1 0,-1-1,0 1,1 0,-1 0,0 0,1 0,-1 0,0-1,0 1,1 0,-1 0,0-1,0 1,1 0,-1-1,11-14,-10 13,22-42,-1-1,22-71,-18 47,-20 49,-5 16,0-1,0 1,1 0,0 0,0-1,0 1,4-5,-5 8,-1 1,1-1,-1 1,1-1,0 1,-1 0,1 0,0-1,-1 1,1 0,0 0,-1 0,1-1,0 1,-1 0,1 0,0 0,0 0,-1 0,1 1,0-1,-1 0,1 0,0 0,-1 1,1-1,0 1,19 10,-19-10,16 11,0 2,-1 0,25 30,38 57,-20-24,-32-44,35 33,-42-47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7.5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1 524,'17'-14,"91"-60,86-61,-142 95,74-74,-117 105,-1 0,0 0,0-1,8-15,-15 24,0-1,0 0,0 1,0-1,-1 0,1 1,0-1,-1 0,1 0,-1 1,0-1,1 0,-1 0,0 0,0 0,0 0,-1 1,1-1,0 0,-1 0,1 0,-1 1,1-1,-1 0,0 0,0 1,0-1,0 1,0-1,0 1,0-1,-1 1,1 0,0-1,-1 1,1 0,-1 0,-2-1,-4-2,0 1,-1 0,0 0,1 1,-1 0,0 1,0 0,0 0,0 1,-17 1,-5 3,-55 13,75-15,0 2,0-1,1 1,0 1,0-1,0 2,0-1,1 2,0-1,0 1,-9 10,12-10,0 0,0 1,1-1,0 1,1 0,0 1,0-1,1 1,0 0,0 0,1 0,0 0,1 0,-1 10,2 4,0 1,2-1,0 1,2-1,1 0,0 0,2 0,12 29,-7-26,0 0,1-1,2-1,1 0,0-1,33 34,-37-46,0 0,0-1,1 0,1-1,0 0,0-2,0 1,1-2,23 8,-13-7,0-2,0-1,1 0,-1-2,30-2,35-4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8.6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348 46,'-8'2,"0"0,0 0,0 0,0 1,0 1,1-1,-12 8,-47 37,55-40,-24 21,-33 33,55-49,1 0,1 1,0 0,1 1,-14 27,21-37,1 0,1 1,-1-1,1 0,-1 0,2 1,-1-1,1 0,-1 1,1-1,1 0,-1 1,3 9,-2-11,0-1,1 1,-1-1,1 0,-1 0,1 1,0-1,1-1,-1 1,0 0,1 0,-1-1,1 1,0-1,0 0,0 0,0 0,0 0,1-1,-1 1,5 1,-3-2,-1 1,1 0,0-1,0 0,0 0,1-1,-1 0,0 1,0-1,0-1,0 1,0-1,0 0,0 0,0-1,0 1,0-1,0 0,-1 0,1-1,-1 0,0 1,1-1,-1-1,0 1,-1-1,1 1,-1-1,0 0,1 0,-2-1,1 1,0 0,-1-1,3-9,0 1,-1 0,-1 0,0 0,0-1,0-23,-5-72,-1 10,37 105,-22-2,1 1,-1 1,0 0,-1 1,0 0,0 0,0 2,13 11,7 11,31 41,-28-33,49 64,-72-87,-1-1,0 2,-1-1,11 32,-18-37,1-1,-3-10,0 0,0 0,1 0,-1 0,0 0,0 0,0 0,1 0,-1 0,0 0,0 0,0 0,1 0,-1 0,0 0,0 0,0 0,1 0,-1 0,0 0,0 0,0-1,0 1,1 0,-1 0,0 0,0 0,0 0,0-1,0 1,0 0,0 0,1 0,-1 0,0-1,0 1,0 0,0 0,0 0,0-1,0 1,0 0,0 0,0 0,0-1,0 1,0 0,19-43,21-67,-31 78,2 0,1 2,1-1,2 1,21-32,-35 61,-1 0,1 1,-1-1,1 1,0-1,-1 1,1-1,-1 1,1-1,0 1,-1-1,1 1,0 0,0-1,-1 1,1 0,0 0,0 0,-1-1,1 1,0 0,0 0,0 0,-1 0,1 0,0 1,0-1,0 0,-1 0,1 0,0 1,0-1,-1 0,1 1,0-1,-1 1,1-1,0 1,-1-1,1 1,-1-1,1 1,0 1,4 3,0 1,0 0,6 12,-7-12,33 52,86 123,-131-192,-5-5,1-1,-17-31,12 12,2 0,1-2,-17-71,30 103,1 0,-1-1,1 1,0-1,1 1,0-1,0 1,0-1,0 1,1 0,0 0,1 0,4-9,-5 12,-1 0,1 0,0 0,0 0,0 1,1-1,-1 1,1 0,-1 0,1 0,0 0,-1 0,1 0,0 1,0-1,1 1,-1 0,0 0,0 0,1 0,-1 1,0-1,1 1,-1 0,0 0,1 0,3 1,4 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9.0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74 350,'15'-4,"-1"0,0-1,-1 0,1-1,-1-1,0 0,22-17,-12 9,92-66,-102 71,-1-1,-1 0,0-1,0-1,-1 1,14-24,-23 35,0-1,0 0,0 0,0 1,0-1,0 0,-1 0,1 0,-1 0,1 0,-1 0,0 0,0 0,0 0,0 0,0 0,0 0,0 0,-1 0,1 0,-1 0,1 0,-1 0,0 0,0 0,0 0,0 0,0 1,0-1,0 0,-1 1,1-1,0 1,-1 0,0-1,1 1,-1 0,0 0,1 0,-1 0,0 0,0 0,-3 0,-4-2,0 0,0 1,0 0,0 1,0 0,0 0,0 1,-15 2,9 1,-1 0,1 1,0 1,0 1,1 0,-1 1,1 0,1 1,-1 0,1 2,1-1,0 2,0-1,1 2,1-1,-1 2,-8 14,10-15,1 1,1 0,0 0,0 0,2 1,-1 0,2 0,0 1,1-1,0 1,1 0,1 0,0 0,1 0,1 0,0 0,1 0,5 18,-2-17,2 0,0-1,0 1,2-1,0-1,0 0,2 0,-1-1,2 0,0-1,0 0,1-1,1 0,-1-1,2-1,-1 0,26 11,-19-11,0-1,1-1,0 0,0-2,0 0,1-2,0 0,-1-2,1 0,0-2,0 0,36-8,-14-3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9.3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250 0,'-7'10,"-30"22,2 2,1 1,-39 54,64-75,0 0,1 0,1 1,1 0,-10 29,14-33,-1 1,2-1,0 1,0-1,1 1,0-1,1 1,0-1,4 16,-1-13,1 0,0-1,0 1,1-1,12 18,46 55,-40-56,21 36,-43-64,0 1,-1 0,1 0,-1 0,0 0,0 0,0 0,0 0,-1 0,1 0,-1 0,0 0,0 6,0-7,-1 1,0-1,0 0,1 0,-1 0,0 0,-1 0,1 0,0-1,0 1,-1 0,1 0,-1-1,0 1,1-1,-1 0,0 1,0-1,0 0,-2 1,-5 2,-1 0,1-1,-1 0,-20 3,-5-1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09.7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1,'1'13,"0"1,1-1,1 0,7 24,-1-7,33 118,7-3,7-2,5-2,126 210,-160-307,2-1,2-2,2-1,1-2,68 59,-83-81,1-2,0 0,1-1,0-1,1-1,1-1,0-1,0-1,1-1,0-1,0-1,0-1,49 1,-58-5,0-1,1-1,-1 0,29-8,-11-3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0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1428 0,'0'0,"0"0,0 0,0 0,0 3,-5 4,-10 5,-25 13,-38 15,-41 14,-38 12,-37 11,-24 9,-7 6,15-1,44-17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2.2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764 60,'-15'-10,"-2"1,-1 1,-1 1,1 1,-1 1,0 0,-1 1,1 1,-1 1,-35 1,30 3,1 0,0 2,0 0,0 2,0 1,1 1,-35 16,35-12,1 0,1 1,0 2,1 0,0 1,2 1,-23 25,28-27,1 2,0-1,1 2,0 0,2 0,0 0,1 1,1 1,-6 25,11-33,0 0,0 1,1-1,0 1,1-1,1 0,0 1,4 19,-3-27,-1 0,1 1,0-2,0 1,0 0,1 0,-1-1,1 1,0-1,1 0,-1 0,1 0,0 0,0-1,0 1,0-1,1 0,-1 0,1-1,0 1,-1-1,9 2,-1-1,-1-1,1 0,0-1,0 0,0-1,0-1,0 0,0 0,0-1,0-1,-1 0,1 0,15-8,-3 1,-2-2,0 0,0-1,-1-2,27-22,-19 8,-1 0,-1-2,-2 0,-1-2,-1-1,-2-1,-2 0,-1-2,22-64,-34 81,-1 0,5-32,-7 44,1 12,5 18,-9-21,85 318,-21 7,-36-179,-26-136,56 319,-44-229,-1 130,-12-198,-3-1,-10 63,10-85,0-1,-1 0,0 1,0-1,-1-1,0 1,-1 0,1-1,-2 0,1 0,-1-1,0 1,-1-1,-11 9,14-13,0-1,0 1,0-1,0 0,-1 0,1-1,-1 1,1-1,-1 0,0 0,1 0,-1-1,0 1,-5-2,3 1,-1-2,0 1,1-1,0 0,-1 0,1-1,0 0,-7-5,-3-2,1-1,0-1,0-1,2 0,-25-28,25 24,1 0,1 0,1-1,1-1,0 0,1 0,1 0,1-1,1-1,1 1,1-1,0 0,0-27,3 30,1-1,2 0,0 0,0 1,2-1,0 1,1 0,1 0,1 1,1 0,0 0,1 0,0 1,2 1,15-20,-11 19,0 1,1 0,0 1,1 1,1 1,0 0,1 2,0 0,0 0,1 2,39-11,-30 13,0 0,0 2,0 1,1 2,-1 0,1 2,-1 2,32 5,-13 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2.7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10,'11'27,"17"21,3-2,67 79,-72-93,85 94,-93-108,0-1,1-1,1-1,37 22,-52-34,0 0,1-1,-1 1,1-1,-1-1,1 1,0-1,0 0,0 0,0-1,0 0,0 0,0 0,0-1,0 0,10-3,-8 1,0 0,0-1,-1 0,0 0,0-1,0 0,0 0,-1-1,1 1,-1-1,6-9,6-9,-1 0,-1-2,22-47,27-90,-16 36,-48 125,0 0,-1 0,1 0,0 0,0 0,0 0,1 0,-1 0,0 1,1-1,-1 0,1 1,1-2,-2 3,-1-1,1 1,-1 0,1 0,-1 0,1 0,-1 0,1 0,0 0,-1 0,1 0,-1 1,1-1,-1 0,0 0,1 0,-1 0,1 1,-1-1,1 1,14 14,13 25,-2 2,22 47,-6-10,50 82,-83-145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3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0,'9'14,"66"127,45 71,-115-204,0-1,1 0,-1 0,2 0,-1-1,1 0,0 0,0-1,11 7,-14-10,0 0,1-1,-1 1,0-1,1 0,0 0,-1 0,1-1,-1 0,1 0,0 0,-1 0,1-1,-1 0,1 1,-1-2,1 1,-1-1,0 1,5-3,9-6,-1-1,0 0,-1-1,0 0,-1-2,21-22,75-102,-83 101,-16 20,-9 12,0 0,1 0,-1 1,1-1,0 1,0-1,1 1,0 1,-1-1,11-5,-14 9,0-1,0 1,1 0,-1 0,0 0,0 0,1 0,-1 0,0 0,1 0,-1 0,0 0,0 1,1-1,-1 0,0 1,0 0,0-1,0 1,0-1,1 1,0 1,22 23,-19-19,31 41,-3 2,32 58,32 49,-93-150,0 0,1 0,0 0,0-1,0 0,7 5,0-4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3.5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0,'3'2,"0"0,0 1,-1-1,1 1,-1-1,1 1,-1 0,3 4,2 3,252 380,-172-251,-1-1,268 384,-339-503,7 9,34 34,-49-55,0-1,0 0,0 0,1 0,0-1,0-1,1 1,-1-1,1-1,10 4,-17-7,0 1,0-1,0 0,0 0,0 0,0 0,0 0,0 0,0-1,3 0,-4 1,-1 0,1 0,0-1,-1 1,1 0,-1-1,1 1,-1 0,1-1,0 1,-1-1,0 1,1-1,-1 1,1-1,-1 0,0 1,1-1,-1 1,0-1,1 0,-1 1,0-1,0 0,0 1,0-1,0 0,0 1,0-1,0 0,0-1,-2-7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3.9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0 186,'0'0,"3"0,3 0,13-6,15-6,19-8,17-5,13-1,3 0,-2 3,-7 3,-17 4,-18 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4.2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1,'0'0,"0"0,3 3,3 9,4 10,5 11,6 6,5 6,3 1,0-3,-3-3,-6-5,-5-9,-6-9,-5-7,-2-5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4.5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0,2 0,5 0,0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4.9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74,'106'-19,"-56"7,0-1,1 3,93-9,-129 19,0 0,-1 0,1 1,0 1,-1 1,0 0,1 1,-1 0,0 1,-1 0,1 2,-1-1,-1 2,21 14,-16-7,0 2,-2-1,0 2,0 0,-2 1,20 35,52 134,-53-113,-19-44,6 14,1 0,47 72,-60-106,2 1,-1-2,2 1,-1-1,1 0,1-1,0-1,0 1,1-2,0 1,0-2,0 0,1 0,19 5,5-3,0-2,1-2,0-1,0-2,-1-1,1-2,67-13,-91 12,0 0,26-11,-22 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5.2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1 676,'9'-1,"1"0,0-1,-1 1,1-2,-1 0,14-5,8-3,468-179,-249 88,-129 55,480-181,-573 218,-14 6,-1 0,1-1,-1-1,0 0,-1-1,13-9,-25 16,1 0,-1 0,0-1,0 1,0 0,0 0,0 0,1 0,-1-1,0 1,0 0,0 0,0 0,0-1,0 1,0 0,0 0,1 0,-1-1,0 1,0 0,0 0,0-1,0 1,0 0,0 0,0-1,-1 1,1 0,0 0,0 0,0-1,0 1,0 0,0 0,0 0,0-1,-1 1,1 0,0 0,0 0,0 0,0-1,-1 1,1 0,0 0,0 0,0 0,-1 0,1 0,0 0,0 0,0-1,-1 1,1 0,0 0,0 0,-1 0,1 0,0 0,0 0,-1 0,-18-3,-24-2,0 3,-83 6,95-1,0 1,-1 2,2 2,-52 19,64-19,1 0,0 1,0 1,1 1,1 1,0 0,0 1,1 0,1 1,0 0,1 2,-18 29,22-32,1 1,0 1,1-1,1 1,0 0,1 1,1-1,0 1,1-1,1 1,0 0,1 0,1 0,0-1,1 1,5 16,0-8,2-1,0 1,2-2,1 0,0 0,2-1,31 39,-13-24,1-2,2-2,49 37,-66-55,0-2,1 0,1-1,0-1,0 0,34 9,-44-16,1 0,0-1,0-1,0 0,0-1,0 0,0 0,0-1,0 0,-1-1,1-1,0 1,-1-2,1 0,10-5,-6 1,26-18,3-10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5.6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0,'10'17,"299"513,-210-370,-39-62,9 11,72 157,-134-251,0 2,-1-1,0 1,-1-1,-1 2,2 26,-5-42,-1 1,0-1,-1 1,1-1,0 1,-1-1,1 1,-1-1,0 1,0-1,0 0,0 0,0 1,-1-1,1 0,-1 0,1 0,-3 2,1-2,0 1,-1-1,1 1,-1-1,0 0,0 0,0-1,0 1,-7 1,-6 0,1-1,0-1,-1 0,-21-2,14-1,0 0,0-2,1-1,-1-1,1 0,-29-14,39 14,1 0,0 0,0-1,0-1,1 0,0 0,1-1,0-1,1 0,-1 0,2 0,-13-20,19 26,0-1,0 1,0 0,0-1,1 1,0-1,-1 1,2-1,-1 0,1 1,-1-1,1 0,1 0,-1 1,1-1,-1 0,1 1,1-1,-1 0,1 1,-1 0,1-1,1 1,-1 0,1 0,-1 0,1 0,0 1,0-1,1 1,-1 0,1 0,0 0,-1 0,1 0,1 1,3-2,12-6,0 1,0 1,1 1,22-4,85-11,-71 15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6.2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0,'20'22,"0"1,-2 1,21 36,-13-20,278 483,29 43,-292-508,71 79,-88-111,1-2,1-1,1 0,2-3,30 19,-51-34,0 0,1-1,-1 0,1 0,-1-1,1-1,0 1,0-1,0 0,1-1,-1 0,13-1,-21 0,-1 0,1 0,0 0,-1 0,1-1,-1 1,1 0,-1 0,1 0,-1-1,1 1,-1 0,1 0,-1-1,1 1,-1 0,0-1,1 1,-1-1,0 1,1 0,0-2,0-3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7.0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1 568,'1'0,"1"0,-1 0,1 0,-1-1,1 1,-1-1,1 1,-1-1,0 1,1-1,-1 0,0 0,2-1,6-3,180-87,-5-9,240-174,-419 271,0 1,0-1,0 0,-1 0,1-1,-1 1,0-1,0 0,4-9,-7 13,-1 1,0-1,0 0,0 0,0 1,0-1,0 0,0 0,0 0,0 1,-1-1,1 0,0 0,0 1,-1-1,1 0,0 1,-1-1,1 0,-1 1,1-1,-1 0,1 1,-1-1,1 1,-1-1,0 1,1-1,-1 1,0 0,1-1,-1 1,0 0,1-1,-1 1,0 0,-1 0,-31-9,11 7,0 1,0 1,0 0,0 2,0 1,0 1,1 0,-1 2,1 0,1 2,-30 14,37-15,0 0,1 1,0 0,0 1,1 0,1 1,-1 0,1 1,1 0,0 1,1 0,0 0,1 1,0 0,1 0,1 0,0 1,0 0,2 0,-1 0,2 0,0 1,1-1,0 1,1-1,1 1,0-1,1 1,4 14,1-7,1 0,0 0,2-1,1 0,0-1,2 0,0-1,1 0,1-1,24 23,-17-21,1 0,1-1,0-2,1 0,1-1,1-2,46 18,-42-22,-1-1,2-2,-1-1,1-2,0-1,0-1,0-2,35-4,-41 2,-1-2,1-1,-1-1,0-2,0 0,-1-1,0-2,0 0,-1-2,29-21,-36 22,-1-1,-1-1,0-1,-1 0,0 0,-2-2,0 1,0-1,14-36,-15 28,-1-1,-1 0,-2-1,0 1,-2-1,2-47,-7 73,1 0,0-1,0 1,0 0,0-1,0 1,1 0,-1-1,0 1,1 0,-1-1,1 1,-1 0,1 0,0-1,-1 1,1 0,0 0,0 0,0 0,0 0,1-1,0 1,0 1,0 0,0-1,0 1,0 0,0 0,0 0,0 0,0 0,0 0,0 1,0-1,0 1,0-1,3 2,34 13,0 2,52 31,-25-12,11 4,-15-6,1-3,69 23,-131-54,10 3,0 1,1-1,18 2,-26-5,-1 0,0 0,1 0,-1 0,0-1,0 1,0-1,1 0,-1 0,0 0,0 0,0-1,0 1,-1-1,1 1,0-1,-1 0,4-3,0-2,0-1,0-1,0 1,-1-1,0 1,-1-1,0-1,0 1,-1-1,0 1,1-13,3-16,1-58,-8 93,-1-271,1 269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7.4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0 416,'18'-2,"0"-1,0 0,-1-1,0-1,0-1,0-1,19-9,-10 4,55-27,-2-3,-2-3,140-110,-205 145,-5 5,0 0,-1 0,1-1,-1 0,0 0,0 0,-1-1,8-12,-13 19,0 0,0 0,0 0,0 0,0 0,0 0,0 0,0 1,0-1,0 0,0 0,-1 0,1 0,0 0,0 0,0 0,0 0,0 0,0 0,0 0,0 0,0 0,0 0,-1 0,1 0,0 0,0 0,0 0,0 0,0 0,0 0,0 0,0 0,0 0,0 0,0 0,-1 0,1 0,0 0,0 0,0 0,0-1,0 1,0 0,0 0,0 0,0 0,0 0,0 0,0 0,0 0,0 0,0 0,0 0,0 0,0-1,0 1,0 0,0 0,0 0,0 0,0 0,0 0,0 0,0 0,0 0,0 0,0 0,0-1,-8 5,-5 6,0 0,1 0,0 1,-16 19,-37 57,45-59,2 1,1 0,1 1,2 1,1 1,1 0,-13 63,21-78,2 0,0 0,1 0,1 1,1-1,0 0,1 0,1 0,1 0,0 0,1 0,1-1,0 0,1 0,1-1,1 0,14 20,-11-20,1-1,0-1,0 0,2-1,0 0,0-1,1-1,0 0,0-1,33 12,-28-14,1 0,0-2,0 0,0-1,0-2,1 0,-1-1,37-4,-3-6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7.8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1,'3'1,"-1"1,0 0,0-1,0 1,-1 0,1 0,0 0,-1 0,1 0,1 4,1 1,145 233,-101-156,520 911,-557-976,22 38,48 65,-72-111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8.5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1,'0'0,"0"0,0 0,0 0,0 0,0 2,-2 2,-1-1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19.6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244 0,'-3'2,"-1"-1,0 1,1 0,-1 0,1 1,0-1,0 1,-5 4,-2 2,-10 9,0 0,1 2,1 0,1 1,1 1,1 0,-20 39,29-47,0 0,0 0,1 1,1 0,1 0,0 0,0 0,2 0,0 1,1-1,0 0,1 1,1-1,7 28,-1-19,1 0,1-1,1-1,1 0,1 0,29 36,111 107,-19-23,-128-135,-1 0,1 1,-1-1,0 1,-1 0,0 1,0-1,4 15,-7-19,-1 0,1 0,-1 0,0 0,0 1,0-1,-1 0,0 0,1 0,-1 0,-1 0,1 0,0 0,-1 0,0 0,0-1,0 1,-1-1,1 1,-1-1,-3 3,-1 2,-1-1,0 0,-1 0,1-1,-1 0,-1-1,-16 8,2-4,-50 14,27-13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26.0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67 181,'947'-54,"-857"46,721-88,-770 90,-6-1,-1 3,44-1,-117 17,-465 91,-41 11,9 44,377-103,-59 23,197-70,5-1,0-1,0 2,-16 10,45-16,93-8,166-30,-194 24,1313-178,-1321 182,-27 5,0-3,-1-1,45-14,-66 13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26.3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0,'3'0,"0"0,-1 0,1 1,0-1,-1 0,1 1,0 0,-1-1,1 1,4 2,3 1,33 10,0 3,-1 1,52 31,110 83,59 67,-216-157,-2 1,-1 3,45 61,-74-86,-1 0,-1 1,-1 0,-1 1,0 0,-2 1,8 32,-14-42,0-1,-2 1,1 0,-2 0,0 0,-1 0,0 0,-1 0,0-1,-1 1,-1-1,0 1,-1-1,-12 24,2-13,-1 0,-1-2,-1 0,-1-1,0 0,-2-2,-33 25,-12 2,-94 51,33-30,-150 58,225-106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3.2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1,'3'3,"1"1,-1 0,0 0,0 0,0 0,2 6,4 5,163 277,-75-122,126 167,-218-330,14 18,30 30,-44-49,1-1,0 0,0 0,0-1,1 1,0-1,0 0,0-1,0 0,13 4,-17-7,0 1,-1-1,1 0,0 0,0 0,0 0,0 0,-1 0,1-1,0 0,0 1,-1-1,1 0,0 0,-1-1,1 1,-1 0,1-1,-1 0,0 1,0-1,0 0,0 0,0 0,0 0,0-1,0 1,-1-1,3-4,1-3,-1 0,0-1,0 0,-1 0,-1 0,2-13,1-32,-2-89,-3 52,0 92,-1 0,1 0,0 0,0 0,1 0,-1 0,0 0,0 0,0 0,1 0,-1 0,0 0,1 0,-1 0,1 0,-1 1,1-1,-1 0,1 0,0 0,0 1,-1-1,1 0,0 1,0-1,0 0,-1 1,1-1,0 1,0 0,0-1,0 1,0 0,0-1,0 1,0 0,0 0,0 0,0 0,0 0,0 0,2 0,5 2,0 0,-1 0,1 0,12 6,-7-2,57 24,80 49,-52-26,-91-49,5 3,1-1,-1 0,21 5,-31-10,0-1,0 1,1 0,-1-1,0 0,1 1,-1-1,0 0,1 0,-1-1,0 1,1 0,-1-1,0 1,1-1,-1 0,0 0,0 0,0 0,0 0,0 0,0 0,0-1,0 1,0-1,-1 0,4-3,-2-1,0 0,0-1,0 0,0 0,-1 0,-1 0,1 0,0-8,2-63,-3 57,-2-185,0 95,1 108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3.7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0 660,'2'0,"0"-1,1 1,-1-1,0 1,0-1,0 0,0 0,0 0,2-1,0 0,81-36,-2-4,-2-3,-2-4,-2-3,100-89,-152 119,33-40,-52 54,1-1,-1 1,0-1,-1-1,0 1,-1-1,0 1,5-20,-8 26,-1 0,1 0,-1 0,0 0,0 0,0 0,0 1,-1-1,1 0,-1 0,0 0,0 0,0 0,0 0,0 1,0-1,-1 0,1 1,-1-1,0 1,0 0,0 0,0-1,0 1,0 0,-1 1,1-1,-1 0,1 1,-1-1,0 1,-5-2,-2-1,-1 1,0 1,0-1,0 2,0-1,0 1,-18 2,12 0,-1 1,1 1,0 1,0 1,0 0,1 1,0 1,0 0,0 1,1 1,0 0,1 1,0 1,0 0,-19 22,24-23,1 0,0 0,0 1,1 0,0 1,1 0,0 0,1 0,1 0,0 1,0 0,1-1,1 1,0 1,1-1,0 0,1 0,1 0,0 1,1-1,4 19,0-15,1 1,0-1,1-1,1 1,1-2,0 1,1-1,0-1,2 0,-1 0,2-1,0-1,21 14,-4-4,2-2,0-1,2-2,0-1,55 16,-39-17,1-3,0-3,0-1,57 0,-18-8,136-15,-168 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4.2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0,'10'14,"128"212,-61-92,-58-104,33 57,101 127,-152-212,1 0,0 1,0-1,0 0,0-1,1 1,-1 0,0-1,1 1,3 1,-5-3,0 0,1 0,-1 0,0 0,0 0,0 0,0 0,0 0,0 0,0-1,0 1,1 0,-1-1,0 1,0-1,0 1,-1-1,1 0,0 1,0-1,0 0,0 0,-1 1,1-1,0 0,-1 0,1 0,0 0,0-1,14-27,0 0,-2 0,-1-2,8-32,-9 28,13-44,-14 41,2 0,2 0,28-53,-41 89,0 0,0 0,0 0,0 0,1 0,-1 0,1 1,-1-1,1 0,0 1,-1-1,1 1,0 0,0 0,0 0,0 0,0 0,0 0,0 0,3 0,-2 1,0 0,0 1,0-1,0 1,0 0,0 0,0 0,0 0,0 0,0 1,0-1,-1 1,1 0,2 2,25 19,-1 1,-1 2,26 32,70 94,-42-48,-57-74,-7-9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5.0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0 572,'16'-1,"0"-1,0-1,0 0,-1-1,1-1,24-11,-16 8,78-34,157-88,79-85,-304 192,-14 11,-1-2,1 0,-2-2,25-25,-42 40,-1 1,0 0,1-1,-1 1,0 0,1-1,-1 1,0-1,1 1,-1-1,0 1,0 0,1-1,-1 1,0-1,0 1,0-1,0 1,0-1,0 0,0 1,0-1,0 1,0-1,0 1,0-1,0 1,0-1,0 1,0-1,-1 1,1-1,-1 0,0 0,0 1,0-1,0 1,0-1,0 0,-1 1,1 0,0-1,-1 1,1 0,0 0,-3 0,-42 3,19 3,1 1,0 2,0 1,1 0,0 2,-45 30,33-17,2 2,1 2,-47 50,59-55,2 1,1 0,-29 50,42-63,0 0,0 0,1 1,1 0,0 0,0 0,2 1,-1-1,2 1,0 0,1 17,0-25,1 0,1 0,-1 0,1 0,-1-1,2 1,-1-1,1 1,0-1,0 0,0 0,6 7,-3-6,0 0,1 0,0 0,0-1,0 0,1 0,13 5,1-1,1-1,0-1,1-1,0-2,29 3,-3-3,0-3,0-1,0-3,0-2,0-3,-1-1,0-3,75-28,-66 18,-2-4,-1-1,-2-3,0-3,-2-1,77-70,-124 101,69-70,-67 66,0 0,0-1,-1 1,-1-1,1 0,-1-1,0 1,4-16,-7 22,-1-1,0 1,1-1,-1 0,0 1,-1-1,1 0,0 1,-1-1,1 1,-1-1,0 0,0 1,0 0,0-1,0 1,0-1,-1 1,1 0,-1 0,0 0,0 0,0 0,0 0,0 1,0-1,0 1,0-1,0 1,-1 0,1 0,-3-1,-4-2,1 1,-1 0,1 1,-1 0,0 1,0-1,0 2,-11-1,13 2,0-1,1 1,-1 0,0 1,0 0,1 0,-1 0,1 1,-1 0,1 0,0 0,0 1,1 0,-1 0,1 1,0-1,0 1,-8 11,8-9,0 0,1 0,0 1,1-1,0 1,0 0,0 0,1 0,1 0,-1 1,1-1,0 0,1 1,0-1,2 13,0-9,1-1,0 1,1-1,0 0,1 0,0-1,1 1,0-1,0 0,1-1,1 1,-1-1,2-1,-1 0,12 9,1-1,1 0,1-1,0-1,1-2,39 16,-43-21,-1-1,1 0,34 4,-36-8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5.4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0,'11'14,"54"69,110 154,215 453,-158-258,-184-343,-48-89,1 0,-1 0,0 0,0 0,0 1,0-1,1 0,-1 0,0 0,0 1,0-1,0 0,0 0,0 1,0-1,0 0,0 0,0 1,0-1,0 0,0 0,0 1,0-1,0 0,0 0,0 1,0-1,0 0,0 0,0 0,0 1,0-1,-1 0,1 0,0 0,0 1,0-1,0 0,0 0,-1 0,1 0,0 1,0-1,0 0,-1 0,1 0,0 0,0 0,-1 0,1 0,0 1,-1-1,-16-2,13 1,-47-10,1-2,0-2,1-2,1-3,1-1,1-3,0-2,2-1,-70-59,102 76,4 4,-1 0,2-1,-1 0,1-1,0 1,0-1,1-1,0 1,-8-19,13 25,0 0,1 0,0 0,0 0,-1 0,1 0,0 0,0 0,1 0,-1 0,0 0,1 0,-1 0,1 0,0 1,0-1,-1 0,1 0,0 0,1 1,-1-1,0 0,0 1,1-1,-1 1,1 0,-1-1,1 1,0 0,2-2,6-2,1-1,-1 1,1 1,11-4,-16 6,31-10,-4 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5.8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0,'10'14,"10"26,-2 1,-2 1,14 53,-10-30,43 139,99 281,-137-424,3-1,3-1,2-1,41 53,-51-81,1-1,1-1,1-1,2-1,1-2,0-1,2-1,50 27,-61-39,2-1,-1-1,1 0,39 7,-52-13,0-1,0 0,0 0,0-1,1 0,-1 0,0-1,0-1,0 1,0-2,0 1,0-1,-1 0,13-7,-6-2,-5 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6.3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0 560,'4'0,"0"0,-1 0,1 0,-1 0,1-1,-1 0,1 1,-1-1,1-1,-1 1,6-3,0 0,76-35,133-83,-58 29,157-60,-236 121,1 3,100-20,-131 39,1 1,1 3,-1 3,92 5,-106 2,0 1,0 2,-1 2,0 1,-1 2,0 2,45 23,-52-21,-1 1,0 2,36 31,-52-40,0 2,-1 0,0 0,-1 1,0 0,-1 1,0 0,12 28,-20-38,1 1,-1-1,1 1,-1-1,-1 1,1-1,-1 1,1 5,-2-9,1 1,0 0,-1-1,1 1,0-1,-1 1,0-1,1 1,-1-1,0 1,0-1,0 0,0 0,0 1,0-1,0 0,0 0,-1 0,1 0,0 0,-1 0,1-1,0 1,-1 0,-2 0,-8 3,-1-1,1-1,-1 0,1 0,-1-2,1 1,-1-2,0 0,-17-3,3-1,1-1,0-2,-34-14,27 7,2-2,0-1,0-1,-38-34,23 14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7.0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97 26,'0'-13,"0"1,0 12,1 0,-1 0,1 0,-1 0,1 0,-1 0,0 0,1 0,-1 0,0 0,1 0,-1 0,1 1,-1-1,0 0,1 0,-1 1,0-1,1 0,-1 0,0 1,0-1,1 0,-1 1,0-1,0 0,0 1,1-1,-1 1,0-1,0 0,0 1,27 36,-3 1,23 46,33 88,-68-143,137 328,-106-239,30 134,-52-145,-18-90,-2 1,0-1,0 0,-3 19,2-33,-1-1,1 0,-1 1,1-1,-1 1,0-1,0 0,0 0,0 1,0-1,0 0,-1 0,1 0,-1 0,1-1,-1 1,0 0,0-1,0 1,0-1,0 1,0-1,0 0,0 0,-1 0,1 0,0 0,-1-1,1 1,0-1,-1 1,1-1,-5 0,-6 0,1-1,-1 0,0-1,0 0,-12-5,-20-6,0-2,1-1,-44-25,61 27,2-1,-1-1,2-1,0-1,-41-43,62 58,1 0,-1 0,1 1,0-1,0-1,0 1,0 0,1 0,-1-1,1 1,-2-8,3 9,0 1,0-1,0 0,1 0,-1 1,0-1,1 0,-1 0,1 1,0-1,0 0,0 1,0-1,0 1,0-1,0 1,0 0,0-1,1 1,-1 0,0 0,1 0,-1 0,1 0,-1 0,4-1,1-1,1 1,0-1,0 1,0 0,0 1,14-2,-3 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7.4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1 288,'32'0,"0"-2,-1-2,59-14,-70 13,1-2,-2 0,1-1,-1-1,0-1,31-22,-46 29,0-1,0 0,0 0,0 0,0-1,-1 1,0-1,0 0,0 0,-1 0,1 0,-1-1,-1 1,1 0,-1-1,0 1,0-1,0-7,-1 10,0-1,0 0,-1 1,1-1,-1 1,0-1,0 1,0-1,0 1,-1 0,1-1,-1 1,0 0,0 0,0 0,0 1,-1-1,1 0,-1 1,1-1,-1 1,0 0,0 0,0 0,0 0,-1 1,1-1,0 1,-6-1,6 1,-1 0,0 0,0 1,0 0,0 0,0 0,0 0,0 0,0 1,0 0,0 0,0 0,0 0,1 1,-1-1,0 1,1 0,0 0,-1 0,1 1,0-1,0 1,0 0,0 0,-2 4,-4 3,2 0,0 1,0 0,1 0,0 1,-7 20,7-11,1 0,0 0,2 1,1 0,0 0,2-1,0 1,1 0,2 0,0 0,1-1,2 0,0 0,1 0,0 0,2-1,1-1,12 19,-11-19,1-2,0 0,1 0,1-1,1-1,0 0,1-1,1 0,0-2,1 0,0-1,0 0,1-2,1 0,0-2,0 0,0-1,37 6,-30-10,1-1,-1-1,40-5,78-21,-56 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7.8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556 377,'19'-13,"-16"8,1-1,-1 0,0 0,-1 0,1 0,-1-1,0 1,-1-1,1 1,-1-1,-1 1,1-1,-1 0,0 1,-1-1,-2-12,1 8,0 0,-2 0,1 0,-1 0,-1 1,0-1,0 1,-1 1,-8-13,4 11,-1 0,0 1,0 0,-1 1,0 0,-1 1,0 0,0 1,0 1,-1 0,-24-7,21 8,-1 1,1 0,-1 2,0 0,0 1,0 0,0 2,0 0,-26 6,36-5,1 0,-1 0,1 1,-1 0,1 0,0 1,0 0,1 0,-1 1,1-1,0 2,0-1,0 1,1-1,-8 12,6-5,0 0,1 0,1 1,0 0,0 0,1 0,1 0,-2 20,-2 26,4 1,2-1,2 1,17 104,69 230,-45-245,27 114,-67-255,-1-6,-1 1,1-1,-1 1,1-1,-1 1,0-1,0 1,0-1,0 1,-1 3,-3-1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8.2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0 234,'0'0,"6"0,12-3,20-6,28-7,24-4,23-4,15-2,11-4,2 2,-8 2,-15 3,-25 6,-28 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8.5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0,'0'0,"3"3,3 4,9 8,10 16,12 16,11 11,5 7,-1 3,-4-5,-5-8,-6-7,-10-11,-10-14,-7-9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8.9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0,2 0,2 0,-1 0,-1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9.3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0,'11'16,"279"454,-269-434,-3-4,1 0,42 51,-59-81,-1 0,1 0,0 1,1-1,-1-1,0 1,0 0,1 0,-1-1,1 1,0-1,-1 0,1 0,0 0,0 0,0-1,0 1,-1-1,1 1,0-1,0 0,0 0,0 0,0-1,0 1,0-1,0 0,-1 1,1-1,0-1,0 1,-1 0,1 0,-1-1,1 0,-1 1,3-4,8-7,0 0,-1-2,-1 1,0-1,9-16,-10 14,135-212,-145 227,0 1,0-1,1 0,-1 1,0-1,0 1,1-1,-1 1,0-1,1 1,-1-1,1 1,-1 0,1-1,-1 1,1-1,-1 1,1 0,-1 0,1-1,-1 1,1 0,0 0,-1 0,1-1,-1 1,1 0,0 0,-1 0,1 0,-1 0,1 0,0 0,-1 0,1 1,-1-1,1 0,0 0,-1 0,1 1,-1-1,1 0,-1 1,1-1,-1 0,1 1,-1-1,1 1,-1-1,0 1,1-1,-1 1,0-1,1 1,-1-1,1 2,4 5,-1 1,0 0,5 10,-5-7,11 20,1 0,2-2,1 0,1-1,30 33,-41-52,1 0,-1-1,1-1,1 1,-1-2,1 1,20 7,-22-11,0 0,0-1,1 0,-1 0,0-1,1 0,-1-1,1 0,-1-1,0 0,15-3,-7 0,0-2,0 0,-1-1,0-1,0 0,0-1,-1-1,-1 0,1-1,21-23,-23 21,0-1,-1 0,-1-1,-1 0,0-1,-1 0,0-1,-2 1,0-2,7-23,-9 1,-5 40,0 0,0-1,0 1,0 0,1 0,-1 0,0 0,0 0,0 0,0-1,0 1,0 0,0 0,0 0,-1 0,1 0,0-1,0 1,0 0,0 0,0 0,0 0,0 0,0 0,0-1,0 1,0 0,0 0,-1 0,1 0,0 0,0 0,0 0,0 0,0 0,0 0,0 0,-1-1,1 1,0 0,0 0,0 0,0 0,0 0,-1 0,-5 6,-6 12,6-5,2 0,-1 0,2 0,0 0,0 1,1 0,1-1,0 1,1 0,1-1,0 1,1 0,0-1,1 1,7 20,0-6,0-1,2-1,1 0,2 0,0-1,26 32,-12-23,2-1,0-1,3-2,0-1,2-1,1-3,0-1,2-1,1-2,76 27,-114-47,6 2,1-1,-1 1,17 1,-18-5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39.8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0 152,'0'0,"0"0,3 0,4 0,8-2,16-7,24-8,24-5,19-2,9 0,-1 1,-12 5,-23 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1.4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0 245,'13'16,"-2"0,0 0,11 22,-4-7,25 47,-2 1,-4 3,-4 0,-3 2,-4 1,28 169,-50-210,-10-53,-4-12,-21-58,-25-105,42 127,4 1,-7-107,16 145,1 0,0 1,2-1,0 0,5-20,-6 34,0 0,1 0,-1 0,1 0,0 0,0 0,0 0,0 1,1-1,-1 1,1 0,0 0,0 0,0 0,0 0,1 0,-1 1,1 0,0 0,-1 0,1 0,0 0,0 1,0 0,0 0,1 0,6-1,3 2,-1 0,1 0,-1 1,0 1,26 7,65 27,-79-26,342 156,-157-65,-205-98,20 7,-24-10,-1 0,1 0,-1 0,1 1,-1-1,1 0,-1 0,0 0,1 0,-1 0,1 0,-1-1,1 1,-1 0,1 0,-1 0,0 0,1 0,-1-1,1 1,-1 0,0 0,1-1,-1 1,0 0,1-1,-1 1,0 0,1-1,-1 1,0-1,0 1,0 0,1-1,-1 1,0-1,0 1,0 0,0-1,0 1,0-1,0 1,0-1,0 1,0-1,0 1,0-1,-1-9,0-1,-2 1,1 0,-1 0,-6-13,5 9,-24-56,-2 1,-60-99,30 73,-77-91,125 170,5 7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1.7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1 321,'10'17,"122"197,-89-152,67 76,-98-124,1-1,1 0,0-1,0 0,1-1,24 13,-32-20,0-1,1 0,-1-1,0 0,1 0,-1 0,1-1,0 0,-1 0,1-1,0 0,-1-1,1 0,0 0,-1 0,1-1,-1 0,10-4,-2-1,0 0,-1-1,0-1,-1 0,0-1,0 0,-1-1,-1 0,13-15,-10 8,-1 0,-1-1,-1 0,-1 0,0-2,9-28,-11 26,-2 0,0-1,-2 0,0 0,-2 0,-1 0,-1-1,0 1,-2 0,-1 0,-1 0,-1 0,-10-28,8 36,0 1,0 0,-2 0,0 1,0 0,-1 1,-1 0,0 0,-1 1,-25-20,28 26,1 0,-1 0,0 1,-1 1,1-1,-1 1,0 1,0 0,0 0,0 1,0 0,-1 1,1 0,0 0,-1 1,1 1,-1 0,-15 4,3 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2.1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75,'2'-1,"1"1,0-1,0 1,-1-1,1 0,0 0,-1-1,1 1,2-2,10-5,17-4,0 2,0 1,1 1,0 2,56-3,-65 8,1 1,-1 1,0 2,1 0,-1 1,0 2,-1 0,36 15,-49-16,1 0,-1 1,-1 0,1 0,-1 1,0 0,0 1,-1 0,0 0,11 16,-15-18,0 0,-1 0,0 1,0 0,0-1,-1 1,0 0,0 0,-1 0,0 0,0 0,-1 1,1-1,-2 0,1 0,-1 1,0-1,-2 7,-1-3,1 0,-2 0,0 0,0-1,-1 0,0 0,0 0,-1-1,-1 0,0 0,0-1,0 0,-1 0,0-1,-1 0,0-1,0 0,-16 7,8-5,-1-1,1-1,-1 0,-1-2,1 0,-1-1,1-1,-1-1,0-1,-24-3,11-2,0-2,1-1,0-1,1-2,0-1,1-2,0 0,1-3,1 0,0-2,-30-26,12 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2.5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872 86,'-2'0,"0"-1,-1 1,1-1,0 0,0 0,0 0,0 0,0 0,0 0,-1-2,-12-6,-15-3,0 0,-1 2,0 1,0 2,-1 1,1 1,-1 2,-59 2,70 2,1 0,-1 2,1 1,-1 0,1 2,0 0,1 1,0 1,0 1,0 0,1 2,1 0,0 1,-28 26,29-21,0 0,2 1,0 1,1 1,1 0,-14 30,14-21,1 2,1-1,2 2,-6 36,8-14,2 0,3 0,1 0,4 0,12 73,-4-69,2-1,2 0,36 82,-18-68,3 0,47 66,110 122,19-12,-198-230,-15-18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2.9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0 326,'0'0,"0"0,3 0,6-6,13-7,19-12,32-10,35-7,19-3,9 5,-1 6,0 5,0 6,-11 4,-27 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4.5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831 72,'-3'-5,"0"0,0 0,-1 1,1 0,-1-1,0 1,-1 1,1-1,-1 1,1-1,-1 1,0 1,0-1,0 1,-1 0,1 0,-1 0,-5 0,-4-1,-1 1,0 0,1 1,-1 1,-22 3,4 1,0 2,0 2,1 1,0 1,0 2,1 1,1 1,0 2,2 1,-30 23,38-25,1 1,0 1,2 0,0 2,1 0,1 1,1 0,0 2,2 0,0 0,2 1,0 0,2 1,-8 30,15-44,0 1,0-1,1 0,0 1,1-1,0 0,1 1,0-1,1 0,0 0,0 1,6 11,-6-16,1 0,0-1,1 1,0-1,-1 1,2-1,-1 0,1 0,-1-1,1 0,1 1,-1-2,0 1,1-1,0 1,0-1,0-1,0 1,0-1,8 1,-2 0,0-1,1 0,-1-1,1-1,-1 0,0 0,1-2,-1 1,14-4,-9 0,0-1,0 0,0-1,-1-1,27-17,-16 6,-1-1,-1-2,-1 0,0-2,-2-1,27-38,-30 36,-3 1,0-2,-1 0,-2-1,-1-1,-1 1,11-55,-22 84,0 0,0 0,0 0,0 1,0-1,1 0,-1 0,0 0,0 0,0 0,0 0,0 0,0 0,0 0,0 0,0 0,1 0,-1 0,0 0,0 0,0 0,0 0,0 0,0 0,0 0,0 0,0 0,1 0,-1 0,0 0,0-1,0 1,0 0,0 0,0 0,0 0,0 0,0 0,0 0,0 0,0 0,0 0,0 0,0 0,1-1,-1 1,0 0,0 0,0 0,0 0,0 0,0 0,0 0,0 0,0 0,0-1,4 14,181 716,-81-220,-82-365,6 226,-28-323,-8 72,7-107,-1 0,-1 0,0-1,0 1,-1-1,-1 0,0 0,0 0,-1 0,0-1,-11 13,12-18,0 0,0-1,0 0,-1 0,1 0,-1-1,0 1,0-1,0-1,-10 4,5-3,-1-1,1 0,0 0,-1-1,-18-1,-1-3,-1-2,0 0,-45-15,27 4,0-2,-89-46,108 46,0 0,2-2,0-2,2 0,-33-35,50 46,0 0,1-1,0 0,1-1,1 0,0 0,-9-24,13 28,0 0,1-1,0 0,1 1,0-1,1 0,0 0,0 0,1 1,0-1,0 0,6-15,0 8,0-1,2 1,0 0,1 1,0 0,2 0,-1 1,2 1,0 0,1 1,29-22,0 4,1 3,1 1,56-23,-19 15,167-47,93 11,-268 60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5.0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19,'11'16,"45"78,5-3,135 157,-184-235,1 0,0 0,1-1,29 18,-39-27,0-1,0 0,0 0,0 0,1 0,-1-1,1 1,-1-1,1 0,0-1,-1 1,1-1,0 0,0 0,-1 0,1-1,0 0,-1 0,1 0,-1 0,1-1,-1 1,0-1,5-3,0-2,0 0,0-1,0 0,-1 0,-1-1,0 0,0 0,0-1,-1 0,8-17,-2-1,-1 0,13-55,-15 32,-2-1,-2 0,-4-77,-1 128,0 1,0-1,0 1,0-1,0 1,-1-1,1 0,0 1,0-1,0 1,1-1,-1 1,0-1,0 1,0-1,0 1,0-1,1 1,-1-1,0 1,0-1,1 1,-1-1,0 1,1 0,-1-1,1 1,-1-1,0 1,1 0,-1-1,1 1,-1 0,1 0,-1-1,2 1,-1 0,1 1,0 0,-1-1,1 1,0 0,-1 0,1 0,-1 0,1 0,-1 0,2 2,45 43,-3 2,42 56,-61-71,70 91,50 59,-123-158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5.4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0,'0'0,"0"4,1-1,0 1,-1-1,2 1,-1-1,0 1,4 5,3 8,20 58,52 100,-77-169,0 0,1-1,-1 1,1-1,1 0,-1 0,1-1,0 1,0-1,0 0,0 0,11 5,-11-7,0-1,-1 1,1-1,0 0,0 0,0 0,0-1,0 0,0 0,0 0,0-1,0 1,0-1,0 0,0-1,0 1,6-4,4-2,1-1,-1-1,-1-1,0 0,0-1,21-21,69-88,-59 66,17-23,-62 76,1 0,-1 1,1-1,-1 1,1-1,0 1,-1-1,1 1,0-1,-1 1,1 0,0-1,-1 1,1 0,0 0,0-1,0 1,-1 0,1 0,0 0,0 0,0 0,-1 0,1 0,0 0,0 0,0 0,-1 1,1-1,0 0,0 1,-1-1,2 1,21 19,-22-19,40 47,52 81,-66-89,1 0,3-1,67 66,-74-86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5.8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1,'17'14,"27"26,-1 2,48 63,-57-64,672 871,-694-895,134 174,-115-154,2-1,72 59,-93-85,0-2,28 15,-36-21,0 0,0 0,1-1,-1 1,1-1,-1 0,1 0,-1-1,1 1,0-1,-1 0,1 0,6-2,3-5,-5-2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6.1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0 308,'0'0,"0"0,3 0,8-5,20-8,26-7,25-8,21-8,14-2,7-1,-2 3,-4 6,-13 4,-18 5,-23 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6.5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0,'0'0,"3"3,4 6,5 10,10 13,8 11,6 10,1 4,1-3,-4-4,-5-8,-8-12,-6-10,-7-10,-5-5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6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27,'0'0,"3"0,3-2,4-5,2 1,0-1,-3 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7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26,'19'-1,"-1"-1,36-8,16-2,-55 11,0 1,0 1,0 0,1 0,-1 2,0 0,-1 0,28 12,-23-7,-1 1,0 2,-1-1,0 2,30 26,-13-3,-1 1,-2 2,-1 2,43 76,91 196,-22-37,-127-250,0 0,2 0,24 27,-33-44,0 0,0 0,1-1,0 0,0-1,0 0,1 0,0-1,0 0,1-1,16 5,2-3,0-1,0-2,56 0,90-15,-85 4,-80 8,3-1,-1 0,1-1,20-5,-22 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7.6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0 831,'2'0,"0"1,0-1,0 0,0 0,-1 0,1-1,0 1,0 0,0-1,0 1,-1-1,1 1,2-2,2 0,466-174,-197 72,-76 31,286-109,-8-25,-462 200,0 0,1-1,-1 0,-1-1,16-13,-30 22,0 0,1 0,-1 0,0 0,1 0,-1 0,0-1,1 1,-1 0,0 0,0-1,1 1,-1 0,0 0,0-1,1 1,-1 0,0-1,0 1,0 0,0-1,1 1,-1 0,0-1,0 1,0 0,0-1,0 1,0 0,0-1,0 1,0-1,0 1,0 0,0-1,0 1,0 0,-1-1,1 1,0 0,0-1,0 1,0 0,-1-1,1 1,0 0,0 0,-1-1,1 1,0 0,0 0,-1-1,1 1,0 0,-1 0,1 0,0 0,-1-1,1 1,-1 0,-27-5,-4 4,0 2,-1 0,-48 10,-96 32,136-31,0 2,1 2,1 2,1 1,0 2,1 2,-53 43,72-49,0 0,1 0,1 2,1 0,0 1,-14 28,20-31,1 0,1 1,0 0,2 0,0 1,1 0,0 0,0 34,4-29,1-1,1 0,2 0,0 0,1 0,1-1,1 0,1 0,2 0,0-1,0-1,2 0,1 0,0-1,2-1,16 18,-16-21,0-1,0-1,1 0,1-1,0-1,1 0,0-1,0-1,1-1,0-1,1 0,0-2,0 0,0-1,0-1,1-1,-1-1,27-1,-22-3,44-10,10-10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8.0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1,'0'0,"9"10,36 57,45 94,-73-129,211 416,-30 16,-141-297,-46-128,-2 0,6 52,-14-85,-1-1,1 1,-1-1,-1 0,1 1,-1-1,0 1,0-1,0 0,-1 1,-3 6,4-9,-1-1,0 1,0-1,0 1,0-1,-1 0,1 0,-1 0,1 0,-1-1,1 1,-1-1,0 1,0-1,0 0,0 0,0 0,0-1,0 1,0-1,-4 1,-10-1,1 1,-1-2,1 0,-1-2,1 1,-1-2,1 0,-26-11,17 4,0 0,1-2,1 0,-36-28,45 29,0-1,0 0,1-1,1 0,1-1,0 0,1 0,0-2,-7-16,14 25,0 0,0 0,1 0,0-1,0 1,1 0,1-1,-1 1,2-15,0 17,0-1,0 1,1 0,0 0,0 0,1 0,0 1,0-1,0 1,0-1,1 1,0 0,0 0,7-5,-1 2,0 0,0 1,1 0,0 1,0 0,0 1,1 0,0 1,0 0,16-3,4 2,-1 0,60 1,-40 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49.5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1 823,'4'-1,"0"1,0-1,-1 0,1 0,0-1,0 1,-1-1,5-2,9-4,489-253,-376 184,-4-6,208-176,-331 257,8-7,-1-1,0 0,0-1,12-17,-21 27,-1 0,1 0,0 1,-1-1,1 0,-1 0,1 0,-1 0,0 0,1 0,-1 0,0 0,0 0,1-1,-1 1,0 0,0 0,0 0,-1 0,1 0,0 0,0 0,0 0,-1 0,1 0,0 0,-1 0,1 0,-1 0,0 0,1 0,-1 0,0 0,1 1,-1-1,0 0,0 0,0 1,1-1,-1 1,-1-1,-3-2,0 1,-1 1,1-1,0 1,0 0,-1 0,-6 0,-18 0,0 2,0 1,1 1,-1 2,1 1,0 1,-37 15,26-7,1 2,0 2,2 1,-57 42,70-45,2 2,0 1,1 1,1 0,1 2,-25 38,37-50,0 1,1-1,0 1,1 1,0-1,1 1,1 0,0 0,1 0,0 0,1 0,0 1,1-1,0 0,2 1,4 23,-1-20,2-1,-1 0,2 0,0-1,1 0,1 0,0-1,1 0,1-1,0 0,18 15,2-2,1-2,0-1,68 35,-30-26,0-3,2-2,1-4,100 17,-67-22,1-5,162-1,-215-13,91-13,-86 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50.9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1 820,'2'1,"0"-1,0 0,0 0,0 0,1 0,-1 0,0-1,0 1,0-1,0 1,0-1,3-2,1 2,59-20,-2-1,0-4,95-54,-128 62,-1-1,0-1,-2-2,0-1,-2-1,0-1,-2-1,36-54,-59 80,8-11,-1-1,-1 0,0-1,4-13,-9 23,0 0,0 0,-1 0,1-1,-1 1,0 0,0 0,0-1,0 1,-1-4,0 5,1 0,-1 1,0-1,0 0,0 1,0-1,0 1,0-1,0 1,0-1,-1 1,1 0,0-1,-1 1,1 0,-1 0,1 0,-1 0,-2 0,-6-3,0 0,-1 1,1 0,-1 1,0 1,-19-2,-69 7,94-4,-20 2,0 1,-1 1,1 1,1 1,-1 1,1 2,-42 20,54-22,2-1,-1 1,1 1,0 0,0 0,1 1,0 0,0 1,1 0,1 0,0 1,0 0,1 0,0 0,1 1,1 0,-6 21,7-21,1 1,1 0,0-1,1 1,0 0,1 0,0-1,4 17,0-10,1 0,0 0,2 0,16 29,-2-11,3-2,0-1,2-1,39 37,-40-44,1-2,1 0,1-2,1-2,1 0,1-2,1-1,35 12,-52-22,1-2,1-1,-1 0,1-1,-1 0,1-2,0 0,0-1,0-1,-1-1,1 0,0-1,-1-1,0-1,0 0,0-1,-1-1,22-12,-19 7,0 0,-2-2,1 0,-2 0,0-2,25-30,-23 21,-1 0,-1-1,-1-1,16-41,-16 25,-1 0,-2-1,-2 0,-2-1,-2 0,0-76,-9 84,1 30,2-1,-1 1,1-1,0 0,2-9,-2 17,0 0,0 0,0-1,0 1,0 0,0 0,0 0,0 0,0 0,0 0,0 0,1 0,-1 0,0 0,0 0,0 0,0 0,0 0,0 0,0 0,0 0,1 0,-1 0,0-1,0 2,0-1,0 0,0 0,0 0,0 0,1 0,-1 0,0 0,0 0,0 0,0 0,0 0,0 0,0 0,0 0,0 0,1 0,-1 0,0 0,0 0,0 1,0-1,0 0,0 0,0 0,0 0,0 0,0 0,0 0,0 0,0 1,0-1,0 0,0 0,0 0,0 0,0 0,0 0,0 0,0 0,0 1,52 69,42 52,-8-32,3-4,4-4,170 115,-252-189,4 2,-1 0,1-1,1 0,-1-1,1-1,33 11,-47-18,0 1,1-1,-1 0,0 0,0 0,0 0,0 0,0 0,0 0,0-1,0 1,0-1,0 0,0 1,0-1,0 0,0 0,0 0,-1 0,1-1,0 1,-1 0,1-1,-1 1,1-1,-1 0,0 1,0-1,0 0,0 0,0 0,0 1,1-5,2-6,-1 0,0 0,-1 0,1-21,-3 29,4-76,-7-99,-21-82,8 116,4-157,12 290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51.9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0,'0'0,"0"0,14 15,47 71,-56-78,265 452,-34 21,-60-75,214 735,-361-1035,-7-17,5-1,47 107,-74-190,6-4,-4-1,72-2,114-18,70-28,-205 38,50-11,45-7,191-62,-288 69,-18 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53.0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1 603,'76'-29,"-22"3,-2-2,-1-3,-1-1,-2-3,-1-2,76-78,-104 94,23-33,-36 46,-2 1,1-1,-1 0,0 0,-1-1,0 1,0-1,2-12,-5 17,0 1,0 0,0 0,0 0,-1 0,1 0,-1 0,0 0,0 0,0 0,0 0,0 0,-1 1,1-1,-1 0,0 1,0-1,0 1,0 0,0-1,0 1,-1 0,1 1,-1-1,1 0,-1 1,-5-3,-4-2,-1 1,1 1,-1 0,0 1,-14-2,8 2,1 1,0 0,-1 2,1 0,-1 1,1 1,0 1,-31 8,37-7,1 0,0 0,1 1,-1 1,1 0,0 0,0 1,1 0,0 1,0 0,1 1,0-1,0 1,-10 18,10-14,1 1,0 0,1 0,1 0,0 1,1 0,1 0,0 0,-2 28,5-22,1-1,1 0,1 1,0-1,1-1,13 35,-1-14,3-1,1-1,2 0,2-2,1 0,40 43,-33-43,1-1,2-2,1-1,2-2,56 34,-75-53,0 0,1-2,0 0,0-1,1-1,0-1,0-1,0-1,1-1,0-1,0 0,-1-2,45-5,-45 1,-1-1,22-7,25-16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53.4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0,'2'2,"0"-1,0 1,-1 0,1 0,0 0,-1 0,1 0,-1 0,0 0,2 5,5 7,80 131,101 228,28 173,-185-461,111 347,-139-415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54.0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5:54.7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367 1,'-8'0,"0"1,1 0,-1 1,1 0,-1 0,1 1,0-1,0 2,-11 6,-4 4,-31 25,38-26,-1 0,2 1,0 1,0 1,2 0,0 0,1 1,-10 19,15-24,1 1,0-1,1 1,0 0,1 1,1-1,0 1,1-1,0 1,1 0,0-1,1 1,3 14,2-3,2-1,0 1,1-1,1-1,2 0,0 0,1-1,23 28,19 17,73 68,-56-61,-64-66,0 0,-1 1,0 0,0 1,5 9,-11-16,0-1,0 1,0-1,0 1,0-1,-1 1,1 0,-1-1,1 1,-1 0,0-1,0 1,-1 0,1-1,0 1,-1-1,0 1,1 0,-1-1,0 1,0-1,-1 0,1 1,0-1,-1 0,-3 4,-2 2,-1-1,0 0,-1 0,1-1,-1 0,0 0,-13 4,-73 27,80-31,-173 50,107-35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9.0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65 128,'-4'-18,"1"12,0 0,0 1,-1-1,0 1,0 0,-8-7,-15-20,57 30,429-4,-170 0,230-3,334-1,-841 12,-13 4,-20 6,-44 12,-112 27,122-38,-894 202,536-127,391-83,-47 10,-82 9,382-36,593-23,-3 46,-674-2,-33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26.5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1 161,'0'-25,"0"17,0-119,3 126,3 8,5 9,1 14,-1 0,-1 1,-2 0,6 50,-9-53,59 595,-53-458,-5 29,-6-191,1-1,-1 1,0-1,1 1,-1-1,1 0,0 1,0-1,0 0,0 1,0-1,0 0,0 0,1 0,0 0,-1 0,1 0,0 0,0-1,-1 1,1-1,1 1,-1-1,0 0,0 1,0-1,4 1,5 1,0 1,0-2,1 1,20 0,23 0,103-9,58-20,-123 13,-1 1,787-116,-825 118,-15 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27.3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83,'0'0,"0"0,26 6,73 2,184-9,-187-2,671-44,-163 6,-582 40,129-2,-142 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27.6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1 288,'14'0,"33"-7,82-21,-60 11,859-164,-712 153,2 9,293 12,-424 11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28.3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1 544,'0'-18,"0"13,3-30,1 0,2 0,1 1,2 0,1 0,2 1,23-48,-27 67,1 0,0 0,1 1,1 0,0 1,0 0,1 1,1 0,0 1,0 0,1 1,0 1,1 0,0 1,0 1,0 0,1 1,0 0,0 1,0 1,0 1,1 0,-1 1,1 1,-1 1,1 0,-1 1,0 1,0 0,0 1,22 9,-9 0,-1 1,0 2,-2 1,0 0,0 2,-2 2,42 43,-35-29,-1 2,-2 2,-1 0,34 70,-39-64,-3 2,-1 0,16 71,-28-89,-1 0,-1 0,-2 0,-1 0,-1 0,-1 1,-7 37,5-54,0 0,-1-1,-1 0,0 1,0-1,-1-1,-1 1,0-1,-11 14,6-12,0 0,-1-1,0 0,-1-1,-1 0,-18 10,-2-3,0-2,-1-2,-1-1,0-1,-64 10,-25-3,104-17,0-1,0-1,-38-4,61 4,-1-1,0 1,1 0,-1 0,0 0,1 0,-1-1,0 1,0 0,1 0,-1-1,0 1,0 0,0 0,1-1,-1 1,0 0,0-1,0 1,0 0,0-1,1 1,-1 0,0-1,0 1,0 0,0-1,0 1,0 0,0-1,0 1,0-1,0 1,-1 0,1-1,0 1,0 0,0-1,0 1,0 0,-1 0,1-1,0 1,0 0,0-1,-1 1,1 0,0 0,0 0,-1-1,1 1,0 0,-1 0,1 0,0 0,-1-1,1 1,0 0,-1 0,1 0,0 0,-1 0,1 0,0 0,-1 0,1 0,-1 0,1 0,-1 0,28-17,18-6,1 2,51-16,103-20,61 0,445-37,-632 88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29.2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79,'52'49,"-35"-34,23 25,8 23,-4 2,53 100,-24-38,-73-126,1 1,-1-1,1 0,0 0,-1 1,1-1,0 0,0 0,0 0,0 0,0 0,0 0,0 0,0 0,0 0,0-1,1 1,-1 0,0-1,0 1,1-1,-1 0,0 1,3-1,-2-1,-1 1,1-2,-1 1,1 0,-1 0,1 0,-1-1,0 1,1-1,-1 1,0-1,0 1,0-1,0 0,0 1,-1-1,1 0,0-2,19-53,22-105,-11 35,-24 99,22-66,-24 82,0 0,1 1,0-1,0 1,12-15,-13 22,-1 0,1 0,0 0,0 0,0 1,0 0,0 0,1 1,0-1,-1 1,1 0,0 1,0-1,0 1,0 1,0-1,0 1,0 0,1 0,8 2,6 1,0 0,-1 2,1 0,32 15,-18-4,-1 1,0 2,-1 2,-2 0,0 3,30 28,9 17,72 92,-128-144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29.6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0,0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0.0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359 1,'0'0,"0"3,0 3,0 10,0 9,-3 12,-3 10,-7 9,-6 5,-6 1,-6-5,-9-7,-9-9,-10-9,-2-7,8-8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0.6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0,'3'27,"0"-12,67 287,-57-255,3-1,2-1,2-1,34 57,-46-88,0-1,1 0,1-1,-1 1,19 14,-25-23,0-1,1 1,-1-1,1 0,-1 0,1 0,0 0,0 0,0-1,0 0,0 0,0 0,0 0,1-1,-1 0,0 1,0-1,0-1,1 1,-1-1,0 0,0 0,0 0,4-2,1-1,-1-1,-1 0,1 0,-1-1,0 0,0 0,0-1,-1 0,0 0,-1 0,1-1,4-8,7-17,23-58,-29 64,27-66,72-155,-105 239,0 1,0 0,1 0,0 1,0-1,14-12,-16 17,0 0,1 1,-1-1,0 1,1 0,0 0,-1 0,1 0,0 1,0 0,0 0,0 0,0 1,0 0,5 0,6 2,0 0,-1 2,1 0,-1 0,0 1,0 1,-1 1,0 0,22 15,13 12,52 47,-84-66,70 61,-4 4,-3 3,93 127,-149-176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2.9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 96,'-4'1,"0"0,0-1,0 1,0-1,0 0,0 0,-7-2,-4 1,9 1,9 0,37 0,587-40,-131 4,-351 28,250-3,-392 14,-7 4,-9 6,-18 13,-2-1,-1-2,-45 23,52-30,-148 79,-3-7,-295 100,454-182,-187 71,203-76,-17 10,20-11,0 0,0 0,-1 0,1 1,0-1,0 0,-1 0,1 1,0-1,0 0,-1 1,1-1,0 0,0 0,0 1,0-1,0 0,0 1,-1-1,1 0,0 1,0-1,0 0,0 1,0-1,0 0,0 1,1-1,-1 0,0 1,0-1,0 0,0 1,0-1,0 0,1 1,-1-1,0 0,0 1,0-1,1 0,-1 0,0 1,0-1,1 0,-1 0,0 0,0 0,1 1,-1-1,0 0,1 0,-1 0,1 0,7 4,0-1,1 0,-1-1,1 0,0 0,16 1,-20-3,483 28,-320-23,545 11,-652-16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3.3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1,'2'2,"0"0,-1 0,1 0,-1 0,1 0,-1 0,0 1,0-1,0 0,0 1,0-1,-1 1,1 3,2 4,16 47,167 554,-185-606,5 16,-1 1,-1 0,-1 0,0 39,-4-54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3.7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0,'19'1,"-7"1,0 0,0 2,0-1,0 1,-1 1,1 0,-1 1,0 0,-1 1,0 0,17 15,-4-1,-1 1,-2 1,29 41,-35-45,-2 1,-1 1,14 32,-20-40,-1-1,0 2,-1-1,0 0,-1 1,-1-1,1 20,-3-28,1 0,-1 0,1-1,-1 1,-1 0,1-1,-1 1,0-1,-3 7,-6 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4.1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0 141,'0'0,"10"-7,19-30,-24 29,0 1,1-1,-1 1,2 1,-1-1,1 1,0 0,0 0,1 1,-1 0,10-4,-7 5,0 1,1 0,-1 1,1 0,-1 1,1 0,0 0,0 1,-1 1,1 0,0 0,19 6,-7 0,-1 0,-1 1,1 1,39 24,-44-22,0 1,-1 0,-1 2,0 0,0 0,-1 1,-1 1,-1 0,0 1,10 20,-16-26,0 1,-1 0,-1 0,0 0,-1 0,0 1,0-1,-2 1,0 0,0-1,-1 1,0 0,-1 0,-1-1,0 1,-1-1,-5 16,1-11,-1 0,0-1,-1 0,-1 0,-1-1,0-1,-1 1,-26 23,19-22,0 0,-1-2,-1 0,0-1,-1-1,-26 10,42-19,-20 7,24-10,1 1,0-1,0 0,-1 1,1-1,0 0,-1 0,1 0,0 0,-1 0,1 0,0 0,0-1,-1 1,-1-1,21-4,246 2,-162 4,-70-1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4.5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1,'0'0,"0"0,19 0,-10 2,0 0,-1 0,1 1,-1 0,1 1,13 7,-4 0,28 22,-31-20,0 0,-2 0,1 2,15 21,-22-26,-1 0,0 0,0 1,-1 0,-1 0,1 0,-2 0,4 18,-6-19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4.9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20,'3'0,"0"0,0 0,0 0,0 0,0 0,0 0,0-1,0 1,0-1,0 0,4-2,8-1,12 0,1 1,0 1,0 1,0 1,0 2,0 1,0 1,-1 2,0 0,0 2,27 11,-38-12,0 1,-1 0,0 2,0-1,-1 2,0 0,-1 0,14 16,-19-17,1 1,-1 1,-1-1,0 1,0 1,-1-1,-1 1,0 0,-1 0,0 1,2 16,0 34,-5-43,2-1,8 38,-9-51,0 0,1-1,0 1,0-1,0 1,1-1,0 0,1-1,-1 1,1-1,0 0,7 6,1-1,2-1,20 10,-25-14,-1 0,1 0,-1 1,0 0,0 1,-1 0,1 0,10 13,-16-14,1 1,-1-1,0 0,-1 1,0 0,0-1,0 1,-1 0,0 0,0 0,-1 0,0 0,-1 11,0-6,0-1,-2 1,1 0,-2-1,1 1,-1-1,-7 13,4-13,-1 1,0-1,0-1,-1 1,0-2,-1 1,0-1,-1-1,0 0,0 0,0-1,-1 0,-20 7,-10 2,-1-2,-73 14,47-14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35.2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87,'0'0,"11"0,56-4,-1-3,113-26,-108 18,0 3,75-4,4 18,-117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43.4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2 473,'-1'-2,"1"-1,0 1,-1-1,1 1,0-1,0 1,1 0,-1-3,1-4,-1-25,-1-3,2-1,10-71,-9 99,0 0,1 0,0 0,1 1,0 0,0 0,1 0,0 0,0 1,1-1,0 1,1 1,-1-1,2 1,-1 0,9-5,-1 2,1 1,0 1,1 0,-1 1,1 1,1 0,-1 2,1 0,0 1,0 0,0 2,0 0,0 1,0 1,24 4,-15-3,1-1,27-3,-6 1,-49 1,29 0,166 0,-191 0,0 1,1 0,-1 0,0 0,0 0,0 1,0-1,0 1,0 0,0 0,-1 1,1-1,4 5,2 2,-1 0,1 1,7 11,-15-18,0 0,-1 1,1-1,-1 1,0 0,0-1,-1 1,1 0,-1-1,1 1,-1 4,2 15,3 18,-1 1,-4 77,-1-51,1-56,0 1,-2-1,1 0,-1 0,-1 0,0 0,-1 0,0-1,-1 1,0-1,-7 11,4-11,-1 1,0-1,0-1,-1 0,0 0,-1-1,0 0,-1-1,-15 9,-283 143,248-134,56-24,-1 0,1 0,-1-1,0 0,0 0,1-1,-14 0,112-3,611 3,-701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43.8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7 113,'0'-19,"1"-7,0 14,-1 0,-2-20,-1 25,0 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46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402 1,'0'0,"0"0,-1 11,-3 14,-2 0,0 0,-12 29,-35 71,43-104,-120 244,-9 20,132-272,2 1,-1 0,2 0,0 1,-4 24,8-35,0 0,-1-1,2 1,-1 0,0-1,1 1,0-1,0 1,0-1,0 1,0-1,1 1,-1-1,1 0,0 0,0 0,0 0,1 0,-1 0,1-1,-1 1,1-1,0 0,0 1,0-1,0-1,0 1,6 2,4 1,1 0,-1-1,0-1,1 0,17 1,74 0,-72-4,679-3,-646-3,-50 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47.2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1,'10'17,"39"124,-19-52,173 471,-169-482,-20-54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47.6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0,'0'0,"3"3,4 3,6 9,9 16,9 15,4 12,3 10,-1 3,-6 1,-9 0,-8-3,-6-4,-7-10,-4-15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47.9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 0,'0'0,"1"1,1 0,-1 1,1-1,-1 1,1-1,-1 1,0-1,1 1,-1 0,0 0,0 0,1 2,-1-1,6 11,0 2,-1-1,-1 1,0 0,-1 0,-1 0,0 0,-1 1,-1-1,-1 1,0-1,-3 19,-5 17,-2 0,-24 72,16-51,14-45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48.9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874 94,'-21'-18,"6"4,3 6,0 1,0 0,-1 1,0 0,0 1,-1 0,0 1,1 1,-28-3,8 3,0 1,0 2,-36 5,35-1,0 1,0 3,1 0,0 2,-53 24,61-22,0 2,1 0,1 1,0 1,1 2,1 0,-28 32,44-45,0 1,0 1,0-1,1 1,0-1,1 1,-1 1,2-1,-1 0,-3 15,6-17,-1 0,1 0,0 0,0 0,1 0,0 0,0 0,0 0,0-1,1 1,0 0,0 0,0-1,0 0,1 1,-1-1,1 0,4 4,12 11,0 0,2-1,0-2,0 0,41 21,-36-21,109 65,96 62,-182-109,-2 2,67 66,-103-92,-1 1,-1 1,0-1,0 2,-1-1,11 25,-17-33,0 1,0 0,-1 0,0 0,0 0,0 0,-1 0,1 0,-1 1,0-1,-1 0,0 0,1 0,-1 0,-1 0,1 0,-1 0,0 0,0-1,0 1,-1-1,-5 8,3-6,0 0,0 0,-1 0,0-1,0 0,-1 0,1-1,-1 1,0-1,0-1,0 1,-1-1,1-1,-1 1,0-1,0-1,0 1,0-1,0-1,0 1,-14-2,11-1,0 1,1-1,-1-1,0 0,1 0,-1-1,1-1,0 0,0 0,1-1,0 0,0 0,0-1,1 0,-11-12,2-3,1 1,1-2,1 0,2-1,0 0,1-1,1 0,-6-29,6 15,2-1,1 1,3-1,0-74,6 81,1-1,2 1,1-1,2 1,1 1,1 0,2 0,1 1,2 0,23-35,20-8,-52 65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49.3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1,'0'0,"2"2,4 5,7 3,3 8,5 9,1 12,-3 11,-4 10,-5 4,-5 3,-2-2,-2-7,-2-7,0-10,0-9,0-10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50.4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645 0,'0'0,"0"0,-7 3,-40 22,2 2,1 1,-76 64,80-59,2 1,2 2,1 1,1 2,3 1,1 1,-36 67,54-82,0 0,2 1,1 0,1 0,1 1,-4 37,9-42,1-1,1 1,1-1,1 1,1-1,1 0,1 0,15 39,-14-44,2 0,0-1,1 1,1-2,0 0,1 0,1-1,0 0,1-1,0 0,1-1,1-1,21 14,-24-18,0-1,0 0,1-1,-1-1,1 0,0 0,1-1,-1-1,0 0,1-1,0 0,-1-1,1-1,-1 0,1-1,-1 0,0-1,23-9,-15 3,0-1,0 0,-1-2,-1-1,0 0,0-2,-1 0,-1 0,-1-2,0 0,-2-1,1-1,-2 0,17-33,-26 44,-1 0,0 0,0 0,-1 0,0 0,-1-1,0 1,0-1,-1-15,0 20,-1-1,0 0,0 1,0-1,-1 1,1-1,-1 1,0 0,0-1,-1 1,1 0,-1 0,0 1,0-1,0 1,-1-1,1 1,-1 0,-4-3,-4-1,0 1,-1 0,0 1,0 0,0 1,0 1,-1 0,1 0,-24 0,-11 1,-68 7,20 5,12 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6:50.8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1,'9'32,"272"994,-257-939,16 82,-38-160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09.4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25,'16'18,"-6"-9,16 23,-1 1,-2 1,25 48,48 118,-53-104,-23-52,4 8,32 51,-55-101,0 0,0 0,0-1,1 1,-1-1,0 1,1-1,-1 0,0 1,1-1,0 0,1 1,-2-2,0 0,0 0,0 0,0 0,0 0,0 0,0 0,0 0,0 0,0-1,0 1,0 0,-1-1,1 1,0-1,0 1,0-1,-1 1,1-1,0 0,0 1,-1-1,1 0,-1 0,1 1,-1-1,1 0,0-1,10-15,-1 0,0 0,13-35,16-65,-20 60,-1 1,44-118,-47 137,2 0,32-51,-46 82,1 1,0 0,0 0,0 0,0 0,1 1,0 0,0 0,0 0,1 0,6-2,-8 4,0 0,0 1,1 0,-1 0,1 0,-1 1,1-1,-1 1,1 0,-1 1,1-1,-1 1,1 0,-1 0,1 0,6 3,8 5,1 0,-2 1,0 2,0-1,27 25,74 82,-69-62,-4 2,60 96,51 145,-143-269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09.8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16,'322'6,"65"0,-372-6,693-25,-681 22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0.2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1 184,'0'0,"0"0,3 0,6 0,18-3,31-5,40-5,29-3,19-2,14 1,10-4,0 0,-6 0,-12 2,-24 3,-33 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0.9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0 496,'3'-20,"5"-9,1 1,2 1,1-1,0 2,2 0,2 0,0 1,1 1,1 1,2 1,0 0,1 1,1 2,1 0,1 1,0 2,1 0,37-16,-47 26,1 1,0 0,-1 1,2 1,-1 1,0 0,0 1,1 1,-1 0,0 1,0 1,1 0,-1 2,0 0,25 9,-6 1,-2 2,1 1,-2 1,0 2,52 43,-52-36,-2 2,0 1,-2 2,-2 0,0 2,33 60,-45-68,-1 1,0 1,-3 0,0 1,-2 0,0 0,-3 1,0-1,-2 1,0 32,-5-40,0-1,-1 0,-1 0,-1-1,-1 1,0-1,-2 0,-18 35,13-33,-1 0,-1 0,-1-2,-1 0,-1-1,-40 34,38-38,0 0,-1-2,-1 0,0-1,-1-1,0-2,-31 10,34-14,1-1,-1-1,0 0,0-2,0 0,0-1,0-1,0-1,-29-6,40 6,0-1,0 1,1-2,-1 1,1-1,0 0,-9-7,16 10,-1 0,0 0,1-1,-1 1,1 0,-1-1,1 0,0 1,0-1,0 0,0 0,0 1,0-1,0 0,0 0,1 0,-1 0,1 0,0 0,-1 0,1 0,0-1,0 1,0 0,1 0,-1 0,0 0,1 0,-1 0,1 0,0 0,0 0,-1 1,1-1,1 0,1-3,3-2,-1 0,2 0,-1 0,1 1,0 0,0 0,1 1,0 0,0 0,0 1,15-6,12-3,57-13,-90 25,103-21,2 4,118-5,219 12,-142 14,-246-2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1.3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1.6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278 1,'0'0,"3"2,3 5,9 8,10 10,10 9,3 10,1 5,-6 6,-11 4,-18 0,-23 4,-30 2,-31 1,-33-3,-13-9,15-14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6.5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1,'0'26,"6"75,32 180,-33-254,200 916,-191-894,26 61,-33-94,0 0,2-1,-1 0,2-1,0 0,1 0,19 18,-27-30,0 1,0-1,1-1,-1 1,0 0,1-1,-1 0,0 1,1-2,0 1,-1 0,8 0,48-2,-27-1,747-2,-562 5,-156-1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7.0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0 210,'0'0,"13"0,312-18,-4-21,-134 14,823-99,-984 120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7.4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0 289,'0'0,"5"3,3-1,0 1,1-1,-1-1,1 0,0 0,-1-1,15-1,1 1,330-18,0-28,-288 37,540-83,-8-25,-523 99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8.9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1 784,'0'-20,"0"-28,2 0,2 1,3-1,1 1,21-63,-21 86,1 0,2 0,0 1,2 0,0 1,2 0,0 1,1 1,1 0,1 2,31-26,-27 27,0 2,2 0,-1 1,2 1,0 2,1 0,32-8,-42 15,1 0,-1 1,1 1,-1 1,1 0,0 1,-1 1,1 0,-1 1,1 1,-1 1,0 0,19 8,-13-1,-2 0,0 1,0 1,-1 1,-1 0,0 2,-1 0,-1 1,0 0,-1 2,12 19,-3 0,-2 1,-2 0,-1 2,25 80,-31-76,-3 0,-1 1,-2-1,-2 2,-2 56,-4-75,-1 0,-1-1,-1 1,-2-1,0 0,-2 0,-1-1,-1 0,-2-1,-14 25,16-35,0-1,-1-1,-1 0,0-1,-1 0,0 0,0-2,-2 0,1 0,-1-1,-29 12,23-12,0-2,-1 0,0-1,0-2,0 0,0-1,-1-1,-35-2,51 0,0-1,0 0,0 0,1 0,-1-1,0 0,1 0,-1-1,-5-3,10 5,0-1,0 1,1 0,-1-1,1 1,-1-1,1 0,0 1,-1-1,1 0,0 0,0 0,0 1,1-1,-1 0,0 0,1 0,-1-1,1 1,0 0,-1 0,1 0,0 0,0 0,1 0,-1-1,0 1,1 0,-1 0,1 0,0 0,0 0,1-2,2-7,1 1,1 0,0 0,0 0,1 1,0 0,0 0,13-11,-6 8,1 1,0 0,0 1,30-14,-9 8,1 2,1 2,0 1,49-7,-15 9,-1 3,1 4,135 12,-178-8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19.5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0,'1'1,"1"1,-1-1,1 0,-1 0,1 1,-1-1,0 1,0-1,0 1,0-1,0 1,1 3,1-1,231 380,-230-376,-1-3,0 0,0 1,1-1,0-1,0 1,7 6,-10-10,0-1,1 1,-1 0,0 0,1-1,-1 1,1-1,-1 0,0 1,1-1,-1 0,1 0,-1 0,1 0,-1 0,1 0,-1 0,1 0,-1-1,1 1,-1-1,1 1,-1-1,1 1,-1-1,0 0,0 0,1 0,-1 0,0 1,2-3,19-19,0 0,-2-1,0-2,27-44,-12 18,-7 11,-11 13,2 1,37-39,-50 59,0 0,1 0,0 1,0-1,1 1,0 1,0 0,0 0,0 0,0 1,1 1,-1-1,1 1,12-1,1 2,0 2,0 0,1 2,-1 0,-1 1,1 2,0 0,-1 1,25 12,-4 2,-1 1,-1 2,52 41,42 47,-104-85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0.7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1 180,'91'-3,"996"-106,-906 86,-14 1,187-1,-334 25,-20-2,0 0,1 0,-1 0,0 0,0 0,0 0,0 0,0 0,0 0,1 1,-1-1,0 0,0 0,0 0,0 0,0 0,0 0,0 0,1 0,-1 0,0 0,0 0,0 0,0 1,0-1,0 0,0 0,0 0,0 0,0 0,0 0,0 0,0 1,0-1,0 0,0 0,0 0,0 0,0 0,0 0,0 1,0-1,0 0,0 0,0 0,0 0,0 0,0 0,0 1,0-1,0 0,0 0,0 0,0 0,0 0,0 0,-1 0,-31 17,-366 115,250-87,-206 64,-299 97,641-202,-151 55,151-52,14-5,8-2,86-13,-59 6,789-109,10 64,-754 52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1.6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1325 0,'0'0,"0"0,0 0,0 0,-1 4,-5 8,0-1,-1 0,0-1,-14 18,9-14,-229 252,-20-18,250-238,-326 281,77-69,110-78,150-144,0 0,-1 0,1 0,0 1,0-1,-1 0,1 0,0 0,0 0,0 1,-1-1,1 0,0 0,0 1,0-1,0 0,-1 0,1 1,0-1,0 0,0 0,0 1,0-1,0 0,0 0,0 1,0-1,0 0,0 1,0-1,0 0,0 0,0 1,0-1,0 0,0 0,0 1,1-1,-1 0,0 0,0 1,0-1,0 0,1 0,-1 1,0-1,0 0,0 0,1 0,-1 0,0 1,0-1,1 0,-1 0,0 0,0 0,1 0,20 3,-17-3,48 0,0-2,65-11,107-29,-114 19,325-50,159-33,-575 102,6-1,0 0,-1-3,0 0,28-13,-50 20,0 0,0 0,1 0,-1 0,0 0,0-1,0 1,-1-1,1 1,0-1,0 0,-1 0,1 0,-1 0,0 0,0 0,0 0,0 0,0-1,0 1,0 0,-1-1,1 1,-1 0,1-1,-1 1,0-1,0 1,0 0,0-1,-1 1,1-1,-1 1,1 0,-1-1,0 1,0 0,-2-4,-3-4,-1-1,0 2,0-1,-1 1,0 0,-16-12,-9-7,-2 2,-2 2,0 1,-1 2,-1 2,-1 1,-78-23,103 36,-1 2,1-1,-1 2,-20-1,32 3,1 0,-1 0,0 0,0 1,0-1,1 1,-1 0,0 0,1 1,-1-1,0 1,1-1,0 1,-1 0,1 1,0-1,0 0,0 1,1 0,-1-1,1 1,-5 7,3-3,1 0,0 1,0-1,1 1,0 0,1 0,-1 0,1 0,1 0,0 12,2 9,9 46,88 297,-59-240,-13-39,96 295,-115-365,1 0,2 0,0-1,1 0,1-1,23 28,-9-21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1.9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0,0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2.3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253 0,'0'0,"3"3,4 9,2 11,1 9,-1 10,-3 12,-5 8,-11 6,-15 6,-19 4,-24-1,-11-8,7-15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5.1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0,'4'14,"74"308,-62-244,53 319,2 9,-18-194,-44-186,0 0,2-1,1 0,1-1,31 44,-34-56,1-1,0 0,1-1,0 0,0-1,1-1,1 1,-1-2,1 0,0-1,1 0,0-1,-1-1,1 0,20 2,22 0,0-2,103-7,-90 1,-6 0,-22-1,1 2,76 10,-100-6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5.5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1 440,'2'0,"0"-1,0 0,0 1,1-1,-1 0,0 0,0-1,-1 1,1 0,0 0,0-1,1-1,6-5,102-71,77-59,-136 96,68-69,-114 104,-3 5,-1 0,1 0,-1-1,1 1,-1-1,0 0,0 0,-1 1,1-1,0 0,1-5,-4 7,0 1,0-1,1 1,-1 0,0-1,0 1,0 0,0 0,0 0,0 0,0 0,1-1,-1 2,0-1,0 0,0 0,0 0,0 0,0 1,0-1,-1 1,0-1,-17 5,0 0,1 1,0 1,0 1,1 0,0 1,1 1,0 1,0 0,1 1,0 1,-23 26,29-29,1 1,0-1,0 2,1-1,1 1,0 0,1 0,0 1,0 0,2 0,-1 0,2 0,0 0,0 1,1-1,1 1,0-1,1 1,3 15,1-12,0 0,0-1,2 1,0-1,1-1,1 1,0-1,1-1,1 0,0 0,0-1,2 0,0-1,0-1,18 13,-12-12,0 0,0-1,2-1,-1-1,1 0,0-2,1 0,0-2,0 0,0-1,32 0,-2-5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5.9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1,'0'0,"4"3,30 46,51 94,11 59,-33-66,111 180,-144-271,2-1,1-1,3-2,65 59,-81-84,1 0,0-1,1-2,0 0,1-1,25 9,-36-17,0 0,0-1,0-1,1 0,-1 0,15-1,-19-1,0 0,0-1,0-1,-1 1,1-1,0 0,-1-1,1 0,-1 0,11-6,5-8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6.3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0,0 0,0 0,0 0,0 0,0 0,0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6.7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134 0,'10'14,"15"22,-2 1,-2 1,-1 0,-2 2,-2 0,-1 1,14 68,-25-86,-2-1,0 1,-1 0,-1 0,-1 0,-8 44,5-51,0 1,-2-1,0 0,-1 0,0-1,-1 0,-1 0,0-1,-1 0,-14 15,4-9,-1-2,0 0,-1-1,-1-1,-36 18,10-8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28.5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1 332,'0'0,"0"0,0 0,0 0,3 0,3-3,9-6,16-7,24-7,30-4,31-6,26-6,13-4,2 0,-6 4,-18 6,-32 9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1.0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15,'1'0,"-1"1,1-1,0 1,-1-1,1 1,-1-1,1 1,-1 0,1-1,-1 1,0-1,1 1,-1 0,0 0,1-1,-1 2,2 3,329 719,-323-706,210 572,-215-579,2 7,0 1,2 22,-30-84,-69-252,72 219,-78-341,89 360,3 0,2 0,2 0,3-1,13-83,-11 124,0-1,1 1,2 0,13-32,-17 44,0 0,1 1,0-1,0 0,1 1,-1 0,1-1,0 2,0-1,0 0,1 1,-1-1,1 1,0 1,0-1,0 1,0 0,0 0,9-2,-4 3,0 0,0 1,-1 0,1 1,0 0,0 1,-1-1,1 2,-1 0,1 0,-1 0,0 1,0 1,-1 0,1 0,11 10,-4-3,-1 1,0 1,-1 0,0 1,-1 0,-1 1,13 22,-14-18,-1 1,0 1,-2 0,-1 0,0 1,6 43,-9-28,-2 0,-1 1,-6 53,4-90,1 0,0 0,-1 0,1 0,0-1,0 1,0 0,1 0,-1 0,0 0,1 0,-1 0,1-1,1 4,-1-4,1 0,-1-1,0 1,0-1,0 1,0-1,1 0,-1 1,0-1,0 0,1 0,-1 0,0 0,1 0,-1 0,0 0,0 0,1-1,-1 1,0-1,0 1,0 0,2-2,104-35,9-4,-97 36,1 1,-1 0,1 1,23 0,-37 3,0 0,-1 1,1-1,-1 1,1 0,-1 0,1 1,-1 0,0 0,0 0,9 5,-12-5,1 0,-1 0,0 0,1 0,-1 1,0-1,-1 1,1-1,0 1,-1 0,1 0,-1 0,0 0,0 0,0 0,0 0,-1 0,1 0,-1 0,0 0,0 0,0 4,-1 5,-1 0,-1 0,1 0,-2 0,0-1,0 1,-1-1,0 0,-1 0,0-1,-9 12,-3 1,0-1,-1-1,-38 32,35-35,0-1,-1-1,-1-2,-37 18,22-16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1.5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1,'0'0,"0"0,2 3,5 6,5 10,7 12,6 13,3 8,3 8,-1-2,-3-5,-3-6,-7-8,-5-11,-5-10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1.8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2.2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0,'1'1,"0"-1,-1 1,1-1,0 1,-1-1,1 1,-1 0,1-1,-1 1,1 0,-1-1,0 1,1 0,-1 0,0 0,1 0,1 5,101 227,-10-20,105 182,-149-310,3-2,95 114,-126-173,2 0,0-1,1-1,39 26,-51-40,1 0,0-1,0-1,1 0,0 0,0-2,0 0,1 0,-1-2,1 0,27 1,-24-3,0-1,26-5,-38 5,0-1,0 1,0-1,-1-1,1 1,0-1,-1 0,1 0,-1-1,7-6,-3 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3.0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0 299,'0'0,"0"0,0 0,3 0,9-5,22-7,37-11,38-8,27-8,17-5,8-1,-1 5,-18 6,-33 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4.0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6,'20'-5,"-14"4,-1 1,0 0,0 1,0-1,1 1,-1 0,0 0,0 1,6 2,45 23,-54-26,40 25,0 2,-2 1,-1 2,42 44,-17-7,75 100,-67-67,-4 2,-5 3,-5 3,54 142,-112-250,38 110,-34-99,-2 0,0 0,0 0,-1 0,-1 0,0 0,-2 18,2-27,-1-1,0 0,1 0,-1 1,0-1,0 0,0 0,-1 0,1 0,0 0,-1 0,0-1,1 1,-1 0,0-1,0 1,1-1,-1 0,0 0,0 0,-1 0,1 0,0 0,0 0,0 0,-1-1,-2 1,-6 1,0-1,0-1,0 0,-16-1,-12-3,1-2,0-1,0-2,1-2,0-1,-40-19,72 29,1 0,-1-1,1 1,0-1,0 0,0 0,0-1,1 1,-6-7,8 8,0 0,0 0,0 0,0 0,0 0,1 0,-1 0,1-1,-1 1,1 0,0 0,0 0,0-1,0 1,0 0,1 0,-1 0,1-1,-1 1,1 0,0 0,0 0,0 0,1-2,4-6,0 1,0 0,1 0,0 0,0 1,15-12,57-39,-67 50,489-295,-377 234,-58 33,-31 20,-2-2,56-43,-89 62,0 0,0 0,0 0,0 0,0 0,0 0,0 0,0 0,0 0,0 0,0 0,0 0,0 0,0 0,0 0,0 0,-1 0,1 0,0 0,0 0,0 0,0 0,0 0,0 0,0 0,0 0,0 0,0 0,0 0,0-1,0 1,0 0,-12 6,-15 10,17-8,1 0,0 1,1 0,0 0,0 1,1 0,1 0,-1 1,2 0,-1 0,2 1,-1-1,2 1,-1 0,2 0,-1 0,2 0,-1 14,2-12,0-1,2 1,-1 0,2-1,0 0,0 0,1 1,1-2,0 1,1-1,0 0,1 0,0 0,1-1,0 0,13 12,-4-7,1 0,1-1,0-1,1-1,1-1,0-1,0-1,1 0,0-2,1 0,27 5,-8-6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4.5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22,'10'14,"113"272,-81-180,-22-58,167 437,-175-448,-1-4,-10-38,-5-24,-64-296,24 135,39 166,-53-327,57 348,0-8,1 1,-1-1,2 0,1-12,-2 22,0-1,1 0,-1 1,0-1,1 0,-1 1,1-1,0 0,0 1,-1-1,1 1,0-1,0 1,0 0,1-1,-1 1,0 0,0 0,1 0,-1 0,1 0,-1 0,1 0,-1 0,1 1,-1-1,1 1,0-1,-1 1,1-1,0 1,2 0,3 1,1-1,-1 2,0-1,0 1,0 0,0 1,0 0,0 0,0 0,-1 1,7 5,10 7,32 30,-40-32,-1-1,0 2,-2 0,1 1,18 33,-28-44,0 1,-1 0,1 0,-1 0,-1 1,1-1,-1 0,-1 1,1 10,-1-13,-1 1,1-1,-1 1,0-1,-1 0,1 0,-1 1,0-1,0 0,0-1,0 1,-1 0,1-1,-1 1,-5 4,-1 0,-1-1,1 0,-1 0,-1-1,1 0,-1-1,-14 4,-25 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4.8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0,'14'4,"0"1,0 2,-1-1,1 2,-1 0,0 0,-1 2,0-1,11 12,83 98,-93-104,211 296,-26 22,-178-298,39 66,79 105,-115-177,1 0,1-2,1-1,1-1,2-1,0-1,56 32,-68-46,0-1,1-1,-1 0,26 5,-38-11,0 0,0 0,0 0,0 0,0-1,0 0,0 0,0-1,0 1,0-1,0 0,0 0,0-1,0 0,0 1,-1-2,1 1,-1 0,0-1,8-5,1-9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5.5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0,'4'12,"30"52,52 75,-34-59,193 322,-223-366,2 0,40 43,-56-69,1-1,1 0,0-1,0 0,0-1,1 0,0 0,1-1,-1-1,1 0,0 0,18 3,-12-5,1-1,0-1,-1 0,1-2,0 0,-1-1,1-1,-1 0,1-2,33-13,5-6,104-63,-116 60,-43 26,0-1,0 1,0 0,1 0,-1 0,0 0,1 0,-1 1,0-1,1 1,-1-1,1 1,-1 0,1 0,-1 0,5 1,-5 0,0 0,0 0,0 1,1-1,-2 1,1-1,0 1,0 0,0-1,-1 1,1 0,-1 0,0 0,1 0,-1 1,0-1,1 3,97 257,-69-174,-13-39,-4-10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5.9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0 235,'0'0,"0"0,4-1,84-27,316-62,9 30,-296 45,113-15,-149 20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6.7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248 150,'0'0,"116"-5,115-20,-108 9,169-22,209-20,-464 55,-17 1,1 0,0 1,35 4,-56-3,0 0,1 0,-1 0,0 0,0 0,1 0,-1 0,0 0,0 0,1 0,-1 1,0-1,0 0,1 0,-1 0,0 0,0 0,0 0,1 1,-1-1,0 0,0 0,0 0,1 1,-1-1,0 0,0 0,0 0,0 1,0-1,0 0,0 0,1 1,-1-1,0 0,0 0,0 1,0-1,0 0,0 0,0 1,0-1,0 0,0 0,0 1,-1-1,1 0,0 0,0 1,0-1,0 0,0 0,0 1,0-1,-1 0,1 0,0 0,0 0,0 1,-1-1,1 0,-16 15,14-13,-31 23,-1-2,-47 24,-80 32,146-72,-502 194,-14-38,495-153,5-1,-10 4,0-2,-70 9,92-21,44-2,537-12,1 41,-398-8,181 14,-294-30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37.2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1,'2'3,"0"0,0 0,0 0,0 0,0 0,0 1,1 6,3 4,84 189,143 237,-229-433,1 2,1-1,-1 0,14 15,-17-22,0 1,-1-1,1 1,0-1,0 0,-1 1,1-1,0 0,0 0,1-1,-1 1,0 0,0-1,0 1,0-1,1 0,-1 0,0 1,0-1,0-1,1 1,-1 0,2-1,3-1,-1-1,1 0,-1 0,0 0,0-1,0 0,-1 0,9-9,38-44,-44 47,211-303,-100 131,-109 168,0 0,1 0,0 1,1 0,15-12,-23 22,-1 1,1-1,0 1,0-1,0 1,1 1,-1-1,0 1,1-1,-1 1,1 0,0 1,-1-1,1 1,0 0,-1 0,1 1,-1-1,1 1,-1 0,1 0,-1 0,1 1,5 2,8 5,-1 1,0 0,-1 1,19 16,55 59,-71-68,121 128,232 313,-360-442,-2-3,0 0,-1 0,0 1,-1 0,7 21,-13-30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0.4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51,'0'0,"0"0,153 7,-28-1,1177-44,-1203 31,270-11,-369 18,0 0,-1 0,1 0,0 0,0 0,0 0,0 0,0 0,0 0,0 0,0 0,0 0,0 0,0 0,0 0,0 0,-1 0,1 0,0 1,0-1,0 0,0 0,0 0,0 0,0 0,0 0,0 0,0 0,0 0,0 0,0 0,0 0,0 1,0-1,0 0,0 0,0 0,0 0,0 0,0 0,0 0,0 0,0 0,0 0,0 0,0 0,0 1,0-1,0 0,0 0,0 0,1 0,-1 0,0 0,-14 7,-20 7,-639 248,-423 189,980-410,182-44,339-45,316-34,-554 66,377-32,-476 44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1.3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0 263,'20'27,"68"101,106 173,-102-120,8 16,-176-370,48 107,-25-92,47 135,1 0,1-1,0 1,2-1,1 0,1 0,6-46,-5 63,1-1,0 1,0 0,1 0,0 1,0-1,0 1,1-1,0 1,0 0,0 0,1 1,0-1,0 1,1 0,-1 0,1 1,0 0,12-7,-7 6,1 1,-1 0,1 0,0 1,0 1,1 0,-1 1,0 0,1 1,-1 0,13 2,2 2,0 1,0 1,0 1,28 13,99 50,-131-59,113 62,45 21,-174-90,24 7,-30-11,-1 0,1 0,-1 0,1 0,-1 0,1 0,0 0,-1 0,1 0,-1 0,1 0,-1 0,1-1,-1 1,1 0,-1 0,1-1,-1 1,1 0,-1-1,1 1,-1 0,1-1,-1 1,0-1,1 1,-1 0,0-1,1 1,-1-1,0 1,0-1,0 0,1 1,-1-1,0 1,0-1,0 1,0-1,0 1,0-1,0 0,0 1,0-1,0 1,0-1,0 1,-1-2,-1-12,-1 1,-1-1,0 0,-1 1,-7-15,-1-1,-159-350,167 369,0 0,-1-1,0 1,0 0,-1 1,0 0,0 0,-13-11,20 20,0 0,0 0,0 0,0 0,0 0,0 0,0 0,0 1,0-1,0 0,0 0,0 0,0 0,0 0,0 0,0 0,0 0,0 0,0 0,0 0,0 0,0 0,-1 0,1 1,0-1,0 0,0 0,0 0,0 0,0 0,0 0,0 0,0 0,0 0,0 0,-1 0,1 0,0 0,0 0,0 0,0 0,0 0,0 0,0 0,0 0,0 0,0-1,-1 1,1 0,0 0,0 0,0 0,0 0,0 0,0 0,0 0,0 0,0 0,0 0,0 0,0 0,0 0,0 0,0-1,0 1,0 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1.7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84,'10'26,"9"23,3-1,2-1,46 68,-54-92,1-2,1 1,1-2,1-1,1 0,0-1,2-2,35 21,-50-32,0-1,0-1,0 1,1-1,-1-1,1 0,0 0,0 0,0-1,-1-1,1 1,0-2,14-1,-17 1,0 0,-1-1,1 0,-1-1,1 1,-1-1,0 0,0 0,0 0,0-1,-1 0,1 0,-1 0,0 0,0-1,-1 1,1-1,-1 0,0 0,0-1,2-6,-2 5,0 0,-1-1,0 1,0-1,-1 1,0-1,0 0,-1 0,0 0,0 1,-3-15,1 11,-1 0,-1 1,1-1,-2 1,1 0,-2 0,-9-14,-2 2,0 1,-2 1,0 1,-2 0,-43-29,25 21,-2 2,-1 2,-1 1,-88-29,111 45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2.1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86 101,'15'-4,"-7"1,52-20,1 3,109-23,-152 40,0 1,1 0,-1 2,1 0,0 1,-1 0,0 2,1 0,-1 1,0 1,-1 1,1 0,-1 1,22 13,-31-15,-1 0,-1 0,1 1,-1 0,1 0,-2 1,1-1,-1 1,0 0,0 1,-1-1,0 1,4 9,-7-12,1 0,-1-1,0 1,0 0,0 0,-1 0,0-1,0 1,0 0,0 0,-1 0,0 0,0-1,0 1,-1 0,1-1,-1 1,0-1,0 0,-1 1,1-1,-1 0,0 0,-6 6,2-4,0-1,0 1,-1-2,1 1,-1-1,0 0,0 0,-1-1,1 0,-1-1,1 1,-15 0,-2 0,0-2,0 0,-32-4,23 0,1-2,0-1,0-2,1-1,0-1,0-2,1-1,1-2,0-1,2-1,-1-1,2-2,-45-40,47 33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3.6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549 225,'0'-1,"-1"-1,1 0,-1 0,0 0,0 1,0-1,0 0,0 1,0-1,0 1,-1-1,-2-1,0-3,-15-14,0 0,-1 1,0 1,-2 1,0 1,-39-21,46 29,1 1,-1 1,0 0,-1 1,1 0,-1 2,0 0,0 0,-1 2,1 0,0 1,-24 2,35-1,-1 0,1 0,0 0,0 1,0 0,0 0,0 0,0 1,0 0,1 0,-1 0,1 0,0 1,0-1,0 1,0 0,1 0,-1 1,1-1,0 1,1 0,-1-1,-3 11,2-2,1 0,0 1,1 0,0 0,1-1,1 1,0 0,3 19,5 20,2 0,2 0,20 52,68 153,-95-248,78 179,8-4,8-4,195 267,-284-436,-6-7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3.9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1 186,'0'0,"0"0,3 0,11 0,20-2,24-7,21-7,21-7,21-1,18 0,7 1,2 3,8 1,-8 4,-28 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4.4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1,'11'17,"165"387,-117-255,11 17,113 197,-143-295,4-1,2-3,3-1,3-3,80 73,-118-121,0 0,1-1,0 0,1-2,0 1,27 10,-39-19,0 1,0-1,0 0,0 0,0 0,0-1,0 1,1-1,-1 0,0 0,0-1,1 1,-1-1,0 0,0 0,0 0,0-1,0 1,0-1,-1 0,1 0,0-1,-1 1,0-1,1 1,-1-1,0 0,0 0,-1-1,1 1,-1 0,1-1,2-7,1-1,0 1,-1-1,-1 0,0 0,-1 0,0-1,-1 1,0-1,-1 0,0 1,-1-1,0 0,-2 0,1 1,-1-1,-1 1,0-1,-1 1,0 0,-1 0,-1 1,1-1,-2 1,1 0,-2 1,1 0,-2 0,-10-10,-1 3,0 1,-2 1,0 0,-1 2,-24-11,4 5,-88-24,82 31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4.8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1,'0'0,"20"0,-10 2,1 1,-1 0,0 0,0 1,0 0,0 0,-1 1,0 1,0 0,9 7,12 11,36 39,-15-9,78 112,-120-154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5.1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0 433,'0'0,"0"0,0 0,0 0,0 0,0 0</inkml:trace>
  <inkml:trace contextRef="#ctx0" brushRef="#br0" timeOffset="1">692 0,'2'1,"0"1,-1-1,1 0,0 1,-1 0,1-1,0 1,-1 0,0 0,2 2,4 6,170 234,-19 16,31 45,-137-228,116 128,-144-180,0 0,2-2,0-1,2 0,0-3,51 27,-71-42,1 0,0-1,0-1,-1 0,13 2,-18-3,1-1,0 0,-1 0,1 0,-1 0,1-1,-1 0,1 1,-1-1,1 0,-1-1,0 1,1 0,-1-1,5-3,5-8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5.8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 0,'-2'26,"0"-1,-2 0,-9 30,2-4,10-44,-12 55,-6 89,18-131,1 1,1 0,1-1,0 1,2-1,0 0,1 0,12 29,-4-21,1-1,2 0,25 34,64 66,-60-75,-37-42,0 1,0-1,-1 1,0 1,5 12,-11-22,0 0,0 1,0-1,0 1,0-1,-1 1,1-1,-1 1,1-1,-1 1,0-1,0 1,0-1,-1 1,1 0,-1-1,1 1,-1-1,0 0,0 1,0-1,0 1,0-1,0 0,-1 0,1 0,-1 0,0 0,1 0,-1 0,0 0,-3 1,-3 2,0-2,0 1,0-1,0 0,-9 2,-14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6.1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1 178,'0'0,"5"0,14 0,19-2,22-4,21-4,15-3,16-4,11-5,7-5,-1-2,-13 1,-27 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6.5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48.8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0 297,'32'35,"-1"0,-2 2,36 62,56 128,-7 53,-23 11,-14-45,-62-203,-8-26,-1 0,6 29,-20-91,-23-73,15 64,-66-213,25 89,-33-187,86 347,1 0,0 0,0-1,1-32,2 48,0 0,0 0,1 0,-1-1,1 1,0 0,-1 0,1 0,1 0,-1 0,0 0,1 0,-1 0,1 0,0 1,0-1,0 1,0-1,1 1,-1 0,1 0,-1 0,1 0,0 0,-1 1,1-1,6-1,0 1,0 1,0 0,0 0,0 1,0 0,0 1,1 0,-1 0,0 1,-1 0,1 1,9 3,18 9,52 28,-69-32,321 194,-27-15,-302-184,0 0,0 0,1 0,19 6,-29-11,1 0,-1-1,0 1,0-1,0 0,0 1,1-1,-1 0,0 0,0 0,1-1,-1 1,0-1,0 1,0-1,0 1,0-1,0 0,0 0,0 0,0 0,0-1,0 1,0 0,-1-1,1 1,1-3,1-2,0-1,-1 1,1-1,-1 0,-1 0,0 0,0 0,2-12,0-8,-1-28,-3 55,0-44,-2 1,-2 0,-2 1,-1-1,-3 1,-26-74,13 57,-3 0,-3 2,-70-104,87 144,-1 0,-18-19,23 29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0.2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1 123,'3'-22,"-1"17,0-1,1 1,-1 0,1 1,0-1,1 0,-1 1,1-1,0 1,0 0,0 1,0-1,1 1,-1 0,1 0,0 0,0 0,0 1,0 0,8-2,4-1,-1 1,0 0,1 2,0 0,27 0,-18 3,-1 2,0 0,0 2,0 0,0 2,-1 1,0 1,-1 1,0 1,0 1,-1 0,-1 2,24 20,-20-13,-1 0,-2 2,0 1,-1 0,-2 2,0 0,-2 1,-1 1,-1 0,12 35,-21-48,0 1,-2 0,0 0,2 17,-5-30,-1 0,0 1,1-1,-1 0,0 1,-1-1,1 0,0 0,-1 1,0-1,0 0,0 0,0 0,0 0,-1 0,1 0,-1 0,0 0,0-1,0 1,0-1,0 1,-1-1,1 0,-1 0,1 0,-5 2,-3 0,-1 0,1-1,-1 0,0-1,0 0,0 0,-1-2,1 1,-12-2,-8-1,1-2,-34-9,35 6,2-2,-1 0,1-3,1 0,0-1,0-2,2 0,0-2,-26-23,31 23,1 0,0-2,2 0,0-1,1 0,1-1,1-1,1 0,1-1,-16-46,20 40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0.8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159 124,'0'-4,"1"1,1 0,-1 0,0 0,1 0,-1 0,1 1,3-5,0 0,-1 1,0 0,0 1,1-1,-1 1,1 0,1 0,-1 0,1 1,0 0,0 0,7-3,-3 2,0 1,0 1,1 0,-1 0,1 1,19-1,-8 2,-1 2,1 0,0 2,-1 0,1 1,36 13,-25-5,-2 1,1 2,-2 1,41 29,-52-32,-1 1,0 1,-1 1,-1 0,-1 1,0 1,19 31,-30-43,-1 0,0 1,0-1,0 1,-1-1,0 1,-1 0,2 12,-2-16,-1 1,0-1,-1 0,1 0,-1 0,1 0,-1 0,0 0,0 0,0 0,-1 0,1 0,-1 0,1-1,-1 1,0-1,0 1,0-1,-1 0,1 1,-4 2,-4 1,-1 0,1 0,-1-1,0-1,0 0,-1 0,1-1,-1 0,0-1,-13 1,-6-1,0-1,-55-6,47-1,0-1,1-2,0-1,1-2,-68-32,63 22,2-1,0-2,1-2,-54-50,58 44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1.5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0 232,'0'0,"3"0,6-3,10-4,12-6,15-6,13-5,16-2,15-2,15 2,16 2,3 3,-3 1,-12 8,-18 6,-24 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2.0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891 189,'0'-3,"-1"0,0 0,0 0,0-1,0 1,0 0,-1 1,1-1,-1 0,0 0,0 1,-4-5,-29-29,21 25,-1 0,0 1,0 0,-1 1,0 1,-1 1,1 0,-26-5,12 4,-1 2,-1 1,-61-1,75 6,-1 1,1 0,-1 1,1 2,0 0,0 0,0 2,1 0,-1 1,2 1,-1 0,1 2,0 0,1 0,0 1,1 1,0 1,1 0,0 0,1 2,1-1,0 1,1 1,-12 25,6-5,2 1,1 1,2 0,1 0,2 1,2 0,-2 70,7-24,5-1,22 137,-4-104,6-2,4-1,60 137,-34-121,5-3,111 165,-162-274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3.2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927 403,'0'-30,"0"11,-1 0,-1 0,0 1,-2-1,-7-24,7 30,-1 1,-1-1,0 1,0 1,-2-1,1 1,-1 0,-14-14,10 14,0 1,0-1,-1 2,0 0,-1 1,1 0,-2 1,-21-8,15 8,-1 1,1 1,-1 1,1 1,-42 0,38 3,1 2,-1 0,0 2,1 1,-1 1,1 0,1 2,0 1,0 1,0 1,-35 23,39-20,1 1,1 1,1 0,0 1,1 0,0 2,2 0,0 0,-12 26,19-34,1 1,0 0,1 0,0 1,0-1,2 1,-1 0,2 0,0 0,0 0,1 0,1 0,0 0,1-1,0 1,1 0,9 24,-9-30,0-1,1 1,0-1,0 1,0-1,1-1,0 1,0 0,1-1,-1 0,1-1,0 1,8 4,-5-5,0 0,0 0,0-1,1 0,-1-1,1 0,0 0,-1-1,13 0,-2-2,0 0,0-2,0 0,0-1,0-1,-1-1,0-1,0 0,22-13,-16 6,-1-2,-1 0,-1-1,0-1,-1-1,-2-1,1-1,-2-1,29-45,-35 47,-2 1,0-2,-1 1,0-1,-2 0,-1-1,-1 0,0 0,-2 0,0-1,-2 1,-2-45,1 57,3 10,9 18,37 85,57 175,-84-214,246 808,-265-861,33 143,-31-124,-1 0,-1 0,-2 33,-1-57,0-1,-1 1,0-1,0 1,0-1,-1 1,1-1,-1 0,-1 0,-2 5,3-7,0-1,0 1,0-1,0 0,0 0,0 1,-1-2,1 1,-1 0,0 0,1-1,-1 0,0 1,0-1,0 0,0-1,0 1,0 0,-4 0,-3-1,-1 0,0-1,0 0,1 0,-1-1,1 0,-1-1,1-1,0 1,-10-6,-8-5,1-1,-33-24,33 19,1 0,1-2,0-1,2-1,1-1,0-1,2-1,-31-56,44 68,0 0,1 0,1 0,1-1,0 0,1 0,0 0,0-30,4 33,0 0,0 1,1-1,1 0,0 1,1 0,1-1,0 2,0-1,1 0,0 1,11-14,-2 7,1 0,0 2,1 0,1 0,0 2,1 0,1 2,0 0,0 1,35-13,-9 7,2 1,0 3,94-13,11 15,-98 11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4.0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0 101,'1'17,"1"1,0-1,2 0,0 0,0 0,2-1,0 1,1-1,11 18,0-3,1-1,2 0,35 38,-34-45,1 0,1-1,1-2,42 27,-50-37,1 0,0-1,0-1,1-1,-1 0,2-2,-1 0,30 3,-41-7,-1-1,0 0,1 0,-1-1,0 0,0 0,0-1,0 0,0 0,0-1,0 1,-1-2,10-4,-8 2,1-1,-1 0,0 0,-1 0,0-1,0 0,-1-1,8-12,-1-3,-2 0,0-1,-2 0,0-1,-2 0,5-37,-4 6,-3 0,-2-1,-7-87,5 133,4 10,13 15,3 9,-1 1,-1 1,22 36,40 86,-53-93,2 3,-17-27,2-1,1-1,29 37,-36-54,-3-5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4.5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1,'0'0,"10"10,46 43,-25-26,34 41,-48-46,-9-11,0-1,1 0,0 0,17 14,-23-22,-1-1,1 1,-1-1,1 1,0-1,-1 0,1 0,0 0,0 0,0 0,0-1,0 1,0-1,0 0,0 0,0 0,0 0,0-1,-1 1,1-1,0 0,0 0,0 0,0 0,-1 0,4-2,10-8,-1-1,0 0,-1-1,0-1,-1 0,-1 0,18-27,25-29,-53 67,0 1,1 0,-1-1,1 1,-1 0,1 0,0 1,0-1,0 0,0 1,0 0,0 0,0 0,0 0,5-1,-3 2,-1 0,1 0,-1 1,0 0,1-1,-1 1,0 1,0-1,0 1,0-1,5 4,11 7,1 1,-1 0,-1 2,-1 1,21 21,77 96,-108-123,4 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4.8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6.5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50,'0'-9,"-1"6,1 0,0 0,0 0,0 0,0 0,0 0,0 0,1 0,-1 1,1-1,2-5,-2 8,0 1,1-1,-1 1,0-1,0 1,0-1,0 1,1 0,-1 0,0 0,0 0,0 0,-1 0,1 0,0 0,0 0,-1 0,1 0,0 2,2 1,16 25,0 1,23 54,21 74,-41-99,301 911,-302-899,75 228,-93-289,1-1,1 1,0-1,11 14,-13-19,0 0,1 0,0-1,-1 0,1 0,1 0,-1 0,0-1,1 1,-1-1,9 3,2-1,0 0,0-2,1 1,-1-2,25 0,80-10,-113 8,107-16,161-44,104-61,15-50,-301 123,-3-5,90-70,-149 100,44-44,-66 59,-1-1,0 1,-1-1,0-1,0 1,-1-1,0 0,7-24,-11 30,-1 1,0-1,0 0,0 0,-1 0,0 0,0 0,0 0,-1 0,1 0,-1 0,-1 0,1 0,0 0,-5-7,3 6,-1 0,1 1,-2 0,1 0,0 0,-1 1,0-1,0 1,0 0,-10-6,-2 2,1 1,-1 0,0 1,0 0,-1 2,0 0,-32-2,20 4,1 1,-1 2,0 1,-41 9,51-7,1 1,0 1,0 0,1 2,0 0,0 1,-26 18,38-23,0 1,1 0,0 0,0 0,0 0,0 1,1-1,0 1,0 1,1-1,-1 0,1 1,1 0,-1-1,-1 12,2-7,1 0,0 1,1-1,1 0,-1 1,2-1,0 0,0 1,5 12,7 17,2-1,1-1,3 0,47 70,-14-37,83 90,-3-30,-117-118,1 0,1-2,0 0,0-1,1-1,31 13,-45-22,0 1,1 0,-1-1,1 0,-1-1,1 1,-1-1,1 0,-1 0,1-1,-1 1,0-1,11-3,-10 1,0 0,-1 0,1 0,-1 0,0-1,0 0,0 0,0-1,0 1,-1-1,7-10,3-5,-2-1,0-1,-2 1,10-28,25-98,-36 115,112-444,-120 470,0 1,0-1,1 1,0 0,0 0,6-10,-8 15,0-1,1 0,-1 1,1-1,0 1,-1 0,1-1,-1 1,1-1,0 1,-1 0,1-1,0 1,-1 0,1 0,0 0,-1-1,1 1,0 0,0 0,1 0,0 1,-1-1,1 1,0 0,0-1,0 1,-1 0,1 0,0 0,-1 0,1 0,2 3,110 118,-51-51,86 79,-125-129,1-1,1-1,1-1,45 23,-66-38,0 0,1 0,-1-1,1 0,-1 0,1 0,0-1,0 0,-1-1,1 1,0-1,0 0,0-1,0 0,0 0,-1 0,1-1,0 0,-1 0,0-1,1 0,-1 0,0 0,0-1,-1 0,1 0,-1-1,9-8,0-4,-1 0,-1 0,0-1,-1-1,-1 0,-1-1,13-40,-8 9,-1-2,5-53,-2-79,-16 156,-1 0,-2 0,0 0,-11-36,6 37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6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81 420,'3'0,"0"1,0-1,0-1,0 1,0 0,0-1,0 1,0-1,0 0,0 0,0 0,0 0,3-3,0 1,14-6,0-1,0-1,-1-1,-1-1,0-1,-1 0,0-1,-1-1,-1 0,0-2,-2 1,0-2,-1 1,0-2,-2 0,12-29,-21 45,1-1,-1 0,1 0,-1 0,-1 0,1 0,-1 0,1 0,-1 0,-1-5,0 7,0 1,1-1,-1 1,0 0,0-1,-1 1,1 0,0 0,-1-1,1 1,-1 0,0 1,1-1,-1 0,0 0,0 1,0-1,-1 1,1 0,0-1,-3 0,-3-1,0 1,0 0,0 0,0 0,0 1,-1 1,1-1,0 1,0 0,-1 1,1 0,0 1,0-1,0 2,0-1,0 1,1 0,-1 0,-10 8,2-2,0 2,1 0,0 0,1 2,0 0,1 0,-18 25,22-25,0 1,0 0,1 1,1 0,1 0,0 0,1 1,-6 28,9-31,1 1,0-1,1 1,0 0,1-1,1 0,0 1,1-1,0 0,1 0,6 13,0-4,0-1,2 0,1-1,19 25,-24-35,0-1,1 1,0-1,1-1,0 0,0 0,1-1,0 0,19 8,-25-13,0-1,0 1,0-1,0 0,1 0,-1 0,0-1,1 0,-1 0,8-2,10-4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7.3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1,'10'15,"119"207,-43-70,-69-122,406 664,-419-687,7 11,1-1,0 0,1-1,0 0,2-1,18 16,-10-15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7.6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109 1,'-3'17,"-29"66,15-41,-19 71,29-73,1 0,1 1,3 0,1 0,8 66,48 201,-36-219,-15-72,-1 0,-1 0,0 0,-1 24,-2-37,1 0,-1 0,0 1,0-1,0 0,0 0,-1 0,0 0,0 0,-2 3,2-5,0 1,1-1,-1 0,0-1,0 1,-1 0,1-1,0 1,-1-1,1 1,-1-1,1 0,-1 0,1 0,-1-1,0 1,-2 0,-10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8.2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0 230,'6'2,"0"0,0 0,0-1,1 0,-1 0,0 0,13-1,1 0,56 2,126-13,76-28,-221 30,65-10,652-91,6 58,-748 51,-7 1,39 3,-54 1,-11 1,-17 8,-51 17,-1-3,-90 21,101-30,-139 39,-525 165,489-139,-229 116,425-180,9-6,1 1,-48 34,75-48,0 0,1 1,-1-1,1 1,-1-1,1 0,-1 1,1-1,-1 1,1-1,0 1,-1-1,1 1,-1 0,1-1,0 1,0-1,-1 1,1 0,0-1,0 1,0 0,0-1,0 2,0-1,1-1,-1 1,1 0,-1-1,1 1,0-1,-1 1,1 0,0-1,0 1,-1-1,1 0,0 1,0-1,0 0,0 1,-1-1,3 0,13 4,1-1,0-1,33 0,-28-1,378 4,14 1,-237 1,422-1,-517-12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7:59.2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 0,'-1'26,"-27"231,-20 624,52-640,-1-191,3 1,22 85,-25-126,0 0,0 0,1 0,1 0,-1 0,2-1,-1 0,1 0,1-1,-1 0,1 0,1 0,0-1,0 0,0 0,1-1,0 0,0-1,0 0,1 0,14 4,2-1,0-1,1-2,44 4,85-4,-127-5,329-4,-248 2,-80 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00.0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1 229,'582'-36,"-7"-44,-322 42,-108 16,117-16,-178 30,92 2,-159 9,-17-3,1 0,-1 0,0 0,0 0,0 0,0 0,0 0,1 0,-1 0,0 1,0-1,0 0,0 0,0 0,0 0,0 0,1 1,-1-1,0 0,0 0,0 0,0 0,0 1,0-1,0 0,0 0,0 0,0 0,0 1,0-1,0 0,0 0,0 0,0 0,0 1,0-1,0 0,0 0,0 0,-1 0,1 1,0-1,-25 20,-88 51,-176 82,220-119,21-10,-513 260,11 20,448-243,101-59,5-1,12-2,378-67,-174 27,947-103,-1091 136,-23 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00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0 550,'1'-13,"0"1,1 0,0 0,0 0,2 0,-1 0,2 0,8-16,3-2,36-49,-31 51,0 2,2 0,1 2,1 0,1 2,1 0,1 2,1 2,1 0,61-26,-68 35,0 1,0 1,1 1,0 1,0 2,0 0,0 1,1 2,-1 0,0 2,0 0,1 2,-2 1,1 0,0 2,27 12,-28-9,-1 2,0 1,0 0,-1 2,-1 0,-1 2,0 0,24 28,-23-20,-1 1,-2 0,0 1,-1 2,-2-1,13 39,-14-28,-2 0,-1 1,-3 1,-1 0,-2 0,-1 0,-3 0,-1 0,-2 0,-15 77,13-98,0 0,-1 0,-1 0,-1-1,-1 0,-1 0,0-1,-1-1,-1 1,0-2,-2 0,0 0,0-1,-2-1,0-1,0 0,-1-1,-30 16,11-11,0-2,-2-1,1-2,-2-2,-73 11,19-12,-124-2,90-13,107 4,0-1,0-1,0-1,-20-8,39 13,0-1,-1 1,1-1,0 1,0-1,-1 0,1 0,0 1,0-1,0 0,0 0,0 0,0 0,0 0,1 0,-1 0,-1-2,2 2,0 1,0-1,0 0,0 0,0 0,0 1,0-1,0 0,0 0,0 1,0-1,1 0,-1 0,0 1,1-1,-1 0,0 1,1-1,-1 0,1 1,0-2,3-2,1 0,0 0,-1 1,1 0,0 0,10-5,14-4,1 1,0 2,1 0,47-5,131-5,-78 17,166 18,127 39,-366-47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01.5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0,'0'0,"9"11,64 108,-5-5,-39-74,64 69,-81-97,0-1,1 0,0-1,1 0,0-1,0 0,1-1,0-1,24 8,-33-14,0 1,0-1,0 0,1 0,-1-1,0 0,1 0,-1 0,0-1,1 0,-1 0,0-1,0 0,0 0,0 0,7-4,-4 0,0 0,0 0,-1-1,0 0,0-1,-1 0,0 0,11-17,57-102,-54 88,1 1,53-68,-69 99,0 0,0 0,1 1,0 0,0 1,1 0,0 0,0 0,0 1,0 0,0 1,1 0,0 0,0 1,0 0,0 0,0 1,0 0,0 1,0 0,0 0,0 1,0 0,0 1,0 0,13 5,12 5,-1 1,-1 2,-1 1,0 1,-1 2,47 37,-14-2,96 108,-50-31,-96-115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08.59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563 14,'0'0,"0"0,-18-13,15 13,0 0,0 1,0-1,1 1,-1 0,0 0,0 0,0 0,0 0,1 0,-1 1,1 0,-4 2,-30 29,31-27,-31 32,2 3,-46 72,-43 101,83-138,3 3,-32 101,59-147,1 1,1 0,2 1,1-1,2 1,1 0,2 0,6 51,-2-66,1 0,0 0,1 0,1-1,1 0,1 0,1-1,15 22,-9-17,2-1,1-1,0-1,2 0,33 24,-10-14,3-1,0-3,1-1,2-3,97 30,-37-23,2-5,0-4,202 8,-97-26,228-28,306-78,-2-39,-139 25,478-68,3 59,-892 113,199 14,-383 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09.01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1,'0'13,"23"349,32-4,-40-278,0-3,8 116,-22-169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13.60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41 973,'-4'-5,"-1"0,1-1,1 1,-1-1,1 0,0-1,0 1,1 0,-1-1,2 1,-1-1,1 0,0 1,0-1,0-8,1-12,2 1,6-40,-6 52,3-17,1 0,2 0,1 1,1 0,1 1,2 0,1 1,2 0,0 1,2 1,0 1,2 0,1 2,41-36,-21 26,1 2,2 2,1 2,1 2,1 2,1 2,1 2,1 2,0 3,1 1,1 3,88-6,-86 14,0 1,0 3,0 2,0 3,0 2,-1 2,-1 3,0 2,-1 2,0 2,-2 3,58 35,-48-17,-1 2,-3 2,-1 3,-3 1,-2 4,-2 1,64 98,-59-69,-3 3,-4 2,-4 1,-4 2,25 98,-46-134,-4 1,-2 0,-2 0,-3 1,-2 0,-2 0,-4 0,-10 69,7-92,-2 1,-1-1,-1-1,-2 0,-1 0,-2-2,-1 1,-1-2,-2 0,-1-1,-2-2,0 0,-2-1,-38 34,27-34,-1-1,-1-1,-1-3,-1 0,0-3,-2-1,0-3,0-1,-1-1,-57 6,50-11,-1-3,1-2,0-2,-1-2,1-2,0-3,0-1,-89-29,96 21,1-2,0-2,2-1,1-3,-43-32,2-8,-83-86,109 96,2-2,2-2,4-2,2-3,-60-113,84 136,2-1,1 0,3-2,1 1,2-2,2 1,1-1,3 0,2-1,1 1,7-48,1 46,24-86,-9 64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14.27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988 1,'0'3,"-1"0,0 0,1 0,-1-1,-1 1,1 0,0 0,-1-1,1 1,-3 3,-5 8,-408 702,294-521,-175 304,271-448,3 0,2 1,-28 101,46-134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15.62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1,'11'17,"32"68,-3 2,31 102,35 190,-6 104,-82-352,2 229,-20-346,1-11,-1 0,0 1,0-1,0 0,0 0,-1 1,1-1,-1 0,0 0,-1 4,1-7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15.98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1,'17'311,"-5"-156,-4-36,34 429,-21-368,47 182,-62-336,-2-12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16.58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31,'0'0,"0"0,21 11,306 118,-199-81,74 28,582 226,-775-298,17 6,-20-9,-10-7,-38-29,-70-43,56 41,-7-6,-266-174,224 153,-136-58,214 112,25 12,6 3,6 3,1 0,16 9,248 132,-50-29,177 97,-360-195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17.7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1624 1,'-34'22,"8"-7,-38 28,-107 97,-50 75,-283 365,50 47,439-604,-38 51,46-66,0 1,-1-1,0 0,-1-1,-14 10,3-7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18.54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262 1,'3'3,"-1"1,1 0,-1 0,1 0,-1 1,2 5,3 7,53 133,50 199,72 429,-77-297,-97-449,35 172,-50-265,-38-211,-46-316,88 571,-97-905,99 902,-1-51,2 71,0-1,-1 1,1-1,0 1,0-1,0 1,0-1,1 1,-1-1,0 1,0-1,0 1,0 0,0-1,0 1,1-1,-1 1,0-1,0 1,1 0,-1-1,0 1,1 0,0-1,6 8,8 24,-14-28,81 205,54 224,71 415,-198-806,1 1,-2 0,-2 0,-1 0,-2 44,-3-85,0 0,0 0,0 0,0 0,0 0,0 1,0-1,0 0,-1 0,1 0,0 0,-1 0,1 0,-1 0,0 0,1 0,-1 0,0 0,1 0,-1 0,0-1,0 1,0 0,0 0,1-1,-1 1,0-1,0 1,0-1,-1 1,1-1,0 1,0-1,0 0,0 0,-2 1,-2-2,0 0,0 1,0-1,0-1,1 1,-1-1,-8-4,-40-21,1-3,-86-66,83 56,-438-333,424 320,51 39,-6-4,-27-26,50 43,0 0,0 0,0 0,0 0,0 0,0 0,0 0,0 0,1 0,-1 0,0 0,1 0,-1-1,1 1,-1 0,1-1,-1 1,1 0,0-1,0 1,0 0,0-1,0 1,0 0,0-1,0 1,0 0,1-1,0-1,1 0,0 1,0 0,1-1,-1 1,1 1,-1-1,1 0,0 0,0 1,0 0,0-1,4 0,39-12,0 3,1 1,90-6,-82 10,595-28,2 51,-532-11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44.0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44.7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505 1,'-6'20,"-192"456,-35 99,182-419,34-107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45.7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179 540,'0'0,"3"5,57 98,57 134,20 120,-121-309,-2 0,-2 1,8 77,-19-121,1-5,3-13,5-25,9-61,8-107,-7-105,-17 244,1-6,9-638,8 863,-8-73,14 92,48 360,-58-355,-6 184,-11-352,0-2,0 1,-1-1,1 1,-1-1,0 0,-4 12,4-17,0 1,0-1,0 1,0-1,0 0,0 1,0-1,0 0,-1 0,1 0,-1 1,1-2,-1 1,1 0,-1 0,1 0,-1-1,0 1,1-1,-1 1,0-1,1 0,-1 1,0-1,0 0,1 0,-1 0,0-1,0 1,-2-1,-17-3,0-1,0 0,1-2,0 0,-36-20,-92-62,-84-78,190 132,1-3,2-1,-40-51,75 85,1 0,-1 0,1 0,0 0,0 0,1-1,0 1,-3-8,5 11,0 0,0 0,0 0,0 0,0 1,0-1,0 0,0 0,1 0,-1 0,1 0,0 1,-1-1,1 0,0 0,0 1,0-1,0 1,0-1,0 1,1-1,-1 1,1 0,-1 0,0-1,1 1,0 0,-1 0,3 0,9-6,0 2,0 0,1 0,-1 1,1 1,0 0,27-1,104 4,-67 6,82 17,76 26,-159-31,-18-6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46.1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763 1,'-1'3,"0"1,0 0,0 0,-1-1,1 1,-1-1,0 0,0 1,0-1,-5 5,-3 7,-23 38,-262 403,-36-26,317-414,-26 23,23-26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46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1,'0'0,"0"0,3 3,6 11,13 20,13 24,12 20,9 23,6 20,-3 12,-5-3,-9-13,-10-15,-8-20,-6-18,-6-17,-6-17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3.6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477 8,'0'0,"0"0,-13-6,7 5,1 1,-1 0,0 0,1 0,-1 1,0 0,1 0,-1 0,-8 4,-48 23,52-23,-30 16,1 1,-57 44,80-53,0 1,0 0,2 1,0 1,0 0,2 1,-20 33,29-45,1 1,-1 0,1 0,0 0,0 0,1 0,0 0,0 0,0 1,1-1,0 0,0 0,2 12,0-14,-1 0,0 0,1 0,0 0,0 0,0-1,0 1,0-1,1 0,0 0,-1 1,1-2,0 1,1 0,-1-1,0 1,1-1,-1 0,1 0,0 0,7 2,18 4,0-2,1 0,-1-2,42 1,-34-3,1 1,45 12,-61-9,0 2,-1 0,0 1,0 2,-1 0,-1 1,0 1,0 0,-2 2,0 0,0 1,-1 1,-1 0,-1 1,-1 1,0 0,-2 0,11 25,-12-23,-1 1,-1 0,-1 1,0 0,-2 0,-1 0,-1 0,-1 1,-1 0,-1-1,-2 1,0-1,-1 1,-1-1,-1 0,-1 0,-15 34,16-45,-2 0,1 0,-2-1,1 0,-2 0,1-1,-2 0,1-1,-15 12,8-10,0 0,0-1,-1-1,0-1,-1 0,-19 5,8-4,-2-2,1-1,-1-2,1-1,-1-1,0-2,-61-6,60 0,0 0,-58-22,35 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4.1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0,'11'15,"41"78,79 192,-67-135,-23-58,97 157,-119-219,2-1,1-1,1-1,2-1,0-1,2-2,0 0,57 34,-64-47,0-1,1 0,0-2,1 0,0-1,0-2,0 0,0-1,0-1,1-1,44-5,-62 4,0-1,-1 1,1-1,-1 0,1-1,-1 1,1-1,6-4,-6 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4.6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1 729,'0'0,"13"-6,68-42,104-45,92-22,-5 3,-165 63,-1-5,150-101,-245 147,35-28,-43 33,0 1,0-1,0 0,-1 0,0-1,1 1,-1 0,0-1,-1 0,1 1,1-6,-3 9,0-1,0 1,0 0,0-1,0 1,0 0,0-1,0 1,0 0,0 0,0-1,0 1,0 0,0-1,0 1,-1 0,1 0,0-1,0 1,0 0,0 0,-1-1,1 1,0 0,0 0,-1 0,1-1,0 1,0 0,-1 0,1 0,0 0,-1 0,1 0,0 0,0-1,-1 1,1 0,0 0,-1 0,1 0,0 0,-1 0,1 0,0 1,0-1,-1 0,-16 3,17-3,-10 3,0 0,0 1,0 1,1-1,-1 2,1-1,1 1,-1 0,1 1,0 0,0 1,1-1,0 1,0 1,1-1,0 1,1 0,0 1,0-1,1 1,0 0,1 0,-3 11,2 0,0 1,2-1,0 0,1 1,1-1,1 0,1 1,1-1,1 0,10 32,30 65,-38-105,0 0,1-1,0 0,1 0,0-1,20 20,-25-29,0 1,0-1,0 0,0 0,0 0,1 0,-1 0,1-1,-1 0,1 1,7 0,9-1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5.1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7,'3'13,"13"21,33 50,-17-29,293 569,-160-300,-155-314,-10-10,0 0,0 0,1 0,-1 0,0 0,1-1,-1 1,0 0,0 0,1 0,-1 0,0-1,0 1,0 0,1 0,-1 0,0-1,0 1,0 0,0 0,1-1,-1 1,0 0,0 0,0-1,0 1,0 0,0-1,0 1,3-32,-2 27,-1-48,-9-87,-20-54,15 107,4 25,-22-164,29 181,1 0,8-89,-5 123,0 0,2 0,-1 0,1 1,0-1,7-11,-9 20,0-1,0 1,1 0,-1 0,1 0,0 0,-1 0,1 0,0 1,0-1,0 0,1 1,-1 0,0-1,0 1,1 0,-1 0,1 0,-1 1,1-1,-1 1,1-1,-1 1,1 0,0 0,-1 0,1 0,-1 0,1 1,4 0,11 5,0 1,0 0,-1 1,-1 1,1 0,-1 1,-1 1,0 1,0 0,-1 1,-1 0,22 29,-31-36,0 0,0 0,-1 0,1 1,-1 0,-1-1,0 1,0 0,0 0,1 9,-3-11,0-1,0 0,0 0,-1 0,1 1,-1-1,0 0,-1 0,1 0,-1 0,1-1,-1 1,0 0,0 0,-1-1,1 0,-1 1,-4 3,-7 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5.8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360 165,'1'-45,"-2"-51,1 95,0 0,0 1,0-1,0 0,0 0,-1 0,1 0,0 0,0 0,-1 0,1 0,0 0,-1 1,1-1,-1 0,1 0,-1 0,1 1,-1-1,0 0,1 1,-1-1,0 0,0 1,1-1,-1 1,0-1,0 1,0 0,0-1,0 1,0 0,1 0,-1-1,0 1,0 0,0 0,0 0,0 0,0 0,0 0,-1 1,-5 0,0 1,1 1,-1-1,-11 7,16-8,-24 12,1 2,1 1,1 1,0 0,1 2,1 1,0 0,2 2,-33 46,48-61,0 0,0 1,1-1,0 1,0-1,1 1,0 0,-2 15,3-19,1 1,0-1,1 0,-1 0,1 0,0 0,0 1,0-1,0 0,1-1,0 1,0 0,0 0,0-1,0 1,1-1,-1 0,6 6,0-3,1 1,0-1,-1 0,2-1,-1 0,1 0,-1-1,1-1,1 1,-1-2,14 3,17 1,66 0,-45-3,-32-1,0 1,-1 1,1 2,43 14,-59-15,-1 1,0 0,0 1,-1 0,0 1,0 0,-1 1,0 0,-1 1,0 0,14 19,-15-16,-1 0,0 1,-1 1,-1-1,0 1,-1 0,0 0,-1 0,-1 1,-1 0,0-1,-1 1,-1 0,0 0,-1 0,-1 0,-3 16,2-21,1 1,-2-1,1 1,-2-1,1 0,-2-1,1 1,-2-1,1 0,-1-1,-1 1,1-1,-2-1,1 1,-1-1,0-1,-1 0,0 0,0-1,0 0,-1-1,0 0,-13 4,-80 12,59-14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6.1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0,'11'14,"142"237,-17 10,-116-221,-16-32,7 12,-1 1,-1 0,12 43,-19-53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6.5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0,0 0,3 0,3 0,4 0,0 0,-2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6.8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1 141,'1'0,"0"-1,0 1,0-1,0 1,0-1,0 0,0 1,0-1,0 0,0 0,-1 0,1 1,0-1,0 0,-1 0,2-2,2-3,6-3,0-1,0 1,1 1,0 0,1 0,0 1,0 1,25-10,-12 7,0 1,0 1,48-5,-56 10,0 1,0 1,0 0,0 2,0 0,0 1,0 0,0 1,25 11,-21-6,0 2,-1 0,0 1,-1 1,0 1,21 21,-6-2,-2 2,35 48,46 83,-71-103,0 1,2-2,3-2,64 62,-90-103,1-1,0-1,1-1,47 25,-52-33,0 0,1-1,0-1,1-1,-1-1,1 0,36 1,79-10,-122 1,-13 4,0 0,1 0,-1-1,0 1,0 0,0-1,0 1,0 0,1-1,-1 1,0 0,0-1,0 1,0 0,0-1,0 1,0 0,0-1,0 1,0 0,0-1,0 1,-1 0,1-1,0 1,0 0,0-1,0 1,0 0,-1 0,1-1,0 1,-5-7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8:57.2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1 881,'21'-7,"726"-294,-196 30,-103 47,-424 213,99-50,-114 55,-23 12,-21 13,0 2,2 0,-31 27,-84 89,68-48,71-77,0 1,1-1,0 2,1-1,-9 24,14-31,1-1,-1 0,1 0,1 1,-1-1,1 1,0-1,0 0,0 1,1-1,-1 1,1-1,1 0,-1 0,4 7,-1-4,0-1,0 0,1 0,0 0,0 0,1-1,0 0,13 11,4-1,1-1,1-1,0 0,47 16,-4-6,2-3,0-3,121 15,-76-22,181-6,-262-7,-14 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55.8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62 500,'0'-29,"-2"-3,-1 0,-2 0,-2 1,0 0,-19-48,24 75,2 2,-2-3,0 0,1 0,-1 0,1-1,0-9,1 13,0 1,0-1,0 0,1 1,-1-1,1 1,-1-1,1 1,0-1,-1 1,1-1,0 1,0 0,0-1,0 1,0 0,0 0,0 0,1 0,-1 0,0 0,1 0,-1 0,3-1,16-6,0 2,0 0,1 1,0 1,33-3,-28 4,638-32,-324 27,726-62,-1455 138,346-59,-620 152,17 62,578-195,2 3,-109 70,173-100,-19 16,15-9,6-8,0 1,0-1,0 0,1 0,-1 0,0 1,0-1,0 0,0 0,0 0,0 1,1-1,-1 0,0 0,0 0,0 0,0 1,1-1,-1 0,0 0,0 0,0 0,1 0,-1 0,0 0,0 0,1 1,-1-1,0 0,0 0,0 0,1 0,-1 0,0 0,1 0,25 1,0 0,33-4,-12 1,394-23,98-3,-301 25,-149 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19:56.8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393 237,'0'26,"-4"3,-1-1,-2 0,-16 44,10-32,-168 484,64-195,115-323,-8 21,1 1,1 0,-5 41,13-69,0 0,0 1,0-1,-1 1,1-1,0 0,0 1,0-1,0 1,0-1,0 0,0 1,0-1,0 1,0-1,0 1,1-1,-1 0,0 1,0-1,0 0,0 1,1-1,-1 1,0-1,0 0,1 1,-1-1,0 0,0 0,1 1,0-1,0-1,-1 1,1-1,0 0,0 1,-1-1,1 1,-1-1,1 0,-1 0,1 1,-1-1,1 0,-1 0,1-1,16-38,-2 0,12-54,-11 38,116-426,67-218,-197 690,0 4,-1 0,1 1,0-1,5-8,-6 14,-1-1,1 0,-1 0,1 1,-1-1,1 0,-1 0,1 1,0-1,0 1,-1-1,1 1,0-1,0 1,0-1,-1 1,1 0,0-1,0 1,0 0,0 0,0 0,0 0,0-1,0 1,0 1,-1-1,1 0,0 0,0 0,0 0,0 1,0-1,0 0,1 1,9 6,-1 0,0 0,0 1,0 0,-1 0,0 1,11 14,-6-6,208 243,-45-51,17 21,190 204,-281-343,-94-83,-9-8,1 1,-1-1,1 0,-1 1,1-1,-1 0,0 1,1-1,-1 1,0-1,1 1,-1-1,0 1,0-1,0 1,1-1,-1 1,0-1,0 1,0-1,0 1,0-1,0 1,0-1,0 1,0 0,0-1,0 1,0-1,0 1,0-1,-1 1,1-1,0 1,0-1,-1 1,1-1,0 1,-1-1,1 0,0 1,-1-1,1 1,-1-1,1 0,-1 1,1-1,-1 0,1 0,-1 1,1-1,-1 0,1 0,-1 0,0 1,-37 11,35-11,-391 59,327-52,-866 78,864-83,55-3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21.6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04.9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299 166,'0'0,"0"10,-3 153,-8 1,-48 254,20-237,-9-2,-85 208,140-424,-3 8,213-1115,-193 1026,8-46,-27 125,-1-1,-1-43,-3 83,0-1,-1 1,1-1,0 1,0 0,0-1,0 1,0 0,0-1,0 1,0 0,0-1,0 1,0-1,0 1,0 0,0-1,0 1,0 0,0-1,0 1,1-1,-1 1,0 0,0 0,0-1,1 1,-1 0,0-1,0 1,1 0,-1 0,0-1,1 1,-1 0,0 0,1 0,-1-1,0 1,1 0,-1 0,0 0,1 0,-1 0,1 0,-1 0,0 0,1 0,-1 0,0 0,1 0,-1 0,1 0,-1 0,0 0,1 0,-1 1,0-1,1 0,-1 0,0 0,1 0,-1 1,25 20,-22-18,15 16,-1 0,-1 0,26 45,33 75,-65-118,216 470,-20 13,-117-281,-51-115,-34-95,-1 1,0-1,-2 1,1-1,-1 1,-2 18,1-30,-1 1,1 0,-1 0,0 0,0-1,0 1,0 0,0-1,-1 1,1-1,-1 1,0-1,1 0,-1 0,0 0,0 0,-1 0,-2 2,-4 2,1-2,-1 1,0-1,-11 4,-36 9,1-2,-2-2,-104 9,-177-7,338-15,-324-3,307 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05.5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0 118,'0'0,"27"0,729-39,-617 28,0 1,891-45,-1006 54,-17 0,-1 0,1 1,-1 0,1 0,-1 1,11 2,-18-3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05.9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0 324,'158'-7,"193"-33,-227 22,629-91,159-21,-763 114,-108 12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08.4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1520 1,'-6'13,"-113"146,40-57,-229 339,129-181,-210 331,246-370,-89 105,224-318,5-3,-1 0,0 0,-1 0,1-1,-1 0,0 0,0 0,-11 5,11-8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08.7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0,'13'14,"538"622,-459-512,-5 5,-6 3,-6 3,95 237,-123-244,17 42,-56-151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09.8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1,'20'20,"32"44,59 95,-69-95,90 107,-121-159,0-1,25 19,-33-27,1-1,0 1,0-1,0 0,0 0,0-1,0 1,0-1,1 0,-1 0,0 0,1 0,-1-1,1 0,5 0,-8-1,-1 1,1-1,-1 1,1-1,-1 0,0 1,1-1,-1 0,0 0,0 0,1 0,-1 0,0 0,0 0,0 0,0-1,-1 1,1 0,0-1,0 1,-1 0,1-1,-1 1,1-1,-1 1,0-1,1-1,0-7,0 1,0-1,-1-12,0 11,-1-53,0 21,8-71,-6 101,1 1,1 0,0-1,1 1,0 0,1 1,1-1,-1 1,2 0,8-12,-13 21,0-1,0 1,0 0,0 0,1 0,-1 0,0 0,1 0,0 1,0-1,-1 1,1 0,0 0,0 0,0 0,6-1,-5 2,1 0,0 0,0 1,0-1,0 1,0 0,0 0,-1 1,9 3,4 3,0 2,0 0,-1 1,17 16,16 15,-31-25,1-1,1-1,0 0,36 18,-54-32,0 0,0 0,1 0,-1-1,0 1,0-1,1 1,-1-1,0 0,0 0,1 0,-1 0,0 0,1-1,-1 1,0-1,0 1,1-1,1-1,0 0,-1 0,1 0,-1-1,0 0,0 1,0-1,-1 0,1 0,0-1,1-3,4-7,-1 1,-1-1,0-1,6-25,-5-7,-7 40,0-1,1 1,0-1,1 1,0-1,0 1,0 0,5-8,-7 14,1 1,-1-1,1 0,-1 0,1 0,0 1,-1-1,1 0,0 1,0-1,-1 1,1-1,0 1,0-1,0 1,0-1,0 1,-1 0,1 0,0-1,0 1,0 0,2 0,-1 0,0 1,0-1,-1 1,1-1,0 1,0 0,0-1,-1 1,1 0,0 0,1 2,3 2,0 1,0 0,-1 0,9 11,5 14,22 47,-38-74,7 18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1.0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1 130,'0'0,"10"1,1 1,0 1,-1 0,0 0,1 1,-1 0,-1 1,1 0,13 10,-23-15,22 13,-2 1,0 0,-1 2,0 0,-1 2,-1-1,-1 2,15 22,-21-26,0 1,-2 0,0 1,0 0,-2 0,0 1,-1-1,-1 1,-1 0,0 0,0 29,-3-28,-1 1,-1-1,0 0,-2 0,0 0,-1-1,-1 1,-1-1,0 0,-13 22,30-61,0 1,8-30,2-2,-13 35,192-511,-194 512,-2 7,0 0,0 0,0-1,-1 1,-1-1,0 1,0-1,-1-16,-6 48,5-4,0 1,1 0,1 0,1-1,1 1,0-1,2 0,0 0,0 0,2-1,0 1,1-1,16 23,-9-16,2-1,0-1,2 0,0-2,2 0,0-1,1-1,31 19,-15-14,1-2,56 22,-68-33,0-1,1-1,0-1,48 4,-57-10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1.9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281 41,'-9'-19,"7"17,1 1,0-1,-1 0,1 1,-1-1,0 1,1 0,-1 0,0-1,0 1,0 0,0 0,0 1,0-1,0 0,0 1,0-1,0 1,0 0,-1 0,1 0,0 0,0 0,0 0,0 0,-1 1,1-1,0 1,0-1,-3 3,-4 1,-1 0,1 1,1 0,-1 0,-9 9,4-2,0 0,1 1,0 0,2 1,-1 1,2 0,-16 29,20-34,2 0,-1 0,1 0,1 1,0-1,1 1,0 0,0-1,1 1,1 0,-1 0,2 0,0 0,3 14,-4-21,1-1,0 0,0 1,1-1,-1 0,1 0,-1 0,1 0,0 0,0 0,0-1,1 1,-1-1,0 1,6 3,-6-5,0 0,0-1,0 1,1 0,-1-1,0 1,0-1,1 1,-1-1,0 0,1 0,-1 0,0-1,0 1,1 0,-1-1,0 0,0 1,0-1,0 0,1 0,-1 0,0 0,2-2,7-5,-1 0,1-1,-2 0,1-1,-1 0,-1 0,0-1,0 0,-1-1,0 1,5-14,-6 11,-1 1,0-1,-1 0,0 0,-1 0,-1 0,0-1,-1 1,-1-1,-1-17,1 32,0 0,0 0,0 0,0 0,0 0,0 0,1 0,-1 0,0 0,0 0,0 0,0 0,0 0,0 0,0 0,0 0,0 0,0 0,0 0,0 0,0 0,0 0,0 0,0 0,0 0,0 0,0 0,0 0,0 0,0 0,0 0,1 0,-1 0,0 0,0 0,0 0,0 0,0-1,0 1,0 0,0 0,0 0,0 0,0 0,0 0,0 0,0 0,0 0,0 0,0 0,0 0,4 7,8 15,-10-19,41 81,12 25,77 112,-107-186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2.5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82,'0'0,"3"0,6 0,12 0,23 0,27-3,24-3,18-4,14 0,10 2,3-1,-2-1,-8 1,-16 2,-19 2,-23 2,-23 2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3.2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1380 0,'-21'23,"-40"35,3 3,-85 113,-78 150,-151 291,-80 121,422-692,9-17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3.5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1,'11'14,"188"231,-115-146,553 718,-562-711,346 455,-385-520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4.6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1,'2'1,"0"0,0 1,-1-1,1 1,0-1,-1 1,1 0,-1 0,0-1,2 4,1 1,201 301,-184-273,39 69,36 56,-79-135,1 0,0-1,2-1,26 22,-43-42,0 2,1-1,0 0,0 0,0-1,0 1,0-1,5 2,-8-4,-1 0,0 0,0 0,0 0,1 0,-1 0,0 0,0 0,0 0,0 0,1 0,-1 0,0 0,0 0,0 0,1 0,-1-1,0 1,0 0,0 0,0 0,0 0,0 0,1-1,-1 1,0 0,0 0,0 0,0 0,0-1,0 1,0 0,0 0,0 0,0 0,0-1,0 1,0 0,0 0,0 0,0-1,0 1,0 0,0-13,0 9,-5-496,5 490,1-1,0 1,1-1,0 1,4-11,-6 19,1 0,0 0,-1 0,1 0,0 0,0 0,1 0,-1 0,0 0,1 1,-1-1,1 0,-1 1,1-1,0 1,-1 0,1 0,0 0,0-1,0 2,0-1,0 0,0 0,0 1,1-1,-1 1,0-1,0 1,0 0,4 0,5 2,0 1,0-1,-1 2,1 0,-1 0,0 0,0 2,11 6,72 56,-80-57,-5-4,1 0,0 0,19 10,-26-16,0 0,0 0,0 0,0-1,1 1,-1 0,0-1,0 0,0 1,0-1,1 0,-1 0,0 0,0-1,0 1,1 0,-1-1,0 1,0-1,0 0,0 0,0 0,0 0,0 0,3-2,4-7,0 0,0 0,-1-1,0 0,7-15,22-30,-23 37,-10 13,0 0,0 0,1 1,0-1,7-5,-10 10,-1 1,0 0,0-1,0 1,0 0,0-1,0 1,1 0,-1 0,0 0,0 0,0 0,1 0,-1 0,0 1,0-1,0 0,0 1,0-1,0 1,0-1,0 1,2 1,24 18,-25-18,13 11,-2 1,1 1,-2 1,13 19,38 71,-40-64,-12-21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4.9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1,'9'19,"17"26,-3 1,27 73,-13-29,-34-83,4 9,0-1,-2 1,8 30,-13-42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5.3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5.6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1,'3'26,"50"166,-40-155,2 0,2-1,22 35,-37-67,1 0,-1-1,1 1,0 0,0-1,1 0,-1 0,1 0,-1 0,1 0,0-1,0 0,0 0,0 0,6 2,-5-3,1 0,0 0,-1-1,1 1,0-1,0-1,-1 1,1-1,0 0,0 0,8-3,3-3,1 0,-1-1,0 0,-1-2,0 0,28-23,80-87,-43 38,-78 79,0 1,-1 0,1-1,0 1,0 0,0 1,1-1,-1 0,7-1,-8 2,0 1,0 0,0 0,1 0,-1 0,0 0,0 0,0 1,0-1,0 1,0 0,0-1,0 1,0 0,0 0,0 0,3 3,6 4,-1 1,0 0,0 1,-1 0,8 11,39 61,-33-47,-7-11,92 144,-87-133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6.9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0 630,'0'0,"0"0,481 0,1629-4,-1-30,432-62,1-31,-1082 52,871-89,-2325 163,1051-82,-3 39,-1036 44,-11-1,1 1,-1 0,1 1,-1-1,10 3,-16-2,-1-1,1 0,-1 0,0 0,1 0,-1 0,0 0,1 0,-1 1,0-1,1 0,-1 0,0 0,1 1,-1-1,0 0,1 0,-1 1,0-1,0 0,0 1,1-1,-1 0,0 1,0-1,0 0,0 1,1-1,-1 1,0-1,0 0,0 1,0-1,0 0,0 1,0-1,0 1,0-1,0 0,-1 1,1-1,0 0,0 1,0-1,0 1,0-1,-1 0,1 0,0 1,0-1,-1 0,1 1,0-1,-1 0,1 0,-1 1,-9 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19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1,'1'4,"-1"0,1 0,0-1,0 1,0 0,1 0,1 3,6 18,24 118,-7 1,9 168,-15 297,-14-457,-1 52,41-189,-16-10,0-1,-1-1,40-3,89-12,-110 8,357-42,-6-32,-360 67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26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6134 0,'16'0,"-1"1,0 0,0 0,0 2,0 0,0 1,15 6,-26-9,34 10,-1 3,-1 1,0 2,-1 1,-1 1,0 2,-2 2,34 30,-43-31,-1 0,-2 1,0 1,-1 0,-2 2,0 0,-2 1,-1 1,-1 0,-1 1,7 31,-8-17,-3 2,-2-1,-1 1,-2 0,-3 0,-1 0,-3 0,-16 84,-1-44,-3-2,-4 0,-65 132,30-92,-150 216,-130 78,113-186,-342 266,189-205,-466 268,-477 141,919-513,-189 89,14 24,423-209,-179 137,258-167,2 5,4 2,-117 141,160-170,2 2,-31 58,48-76,0 0,2 1,2 0,0 0,1 1,-4 30,10-45,0 0,1 1,0-1,0 0,1 0,1 0,0 1,0-1,1-1,1 1,0 0,0-1,1 0,0 0,1 0,0-1,0 0,1 0,0 0,1-1,0 0,17 12,-5-4,1-2,1 0,0-1,31 12,-5-7,66 18,125 11,-36-25,272-4,206-46,151-34,43-4,-424 53,-402 14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27.3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1 149,'10'-13,"-3"1,1 1,1 0,0 0,1 1,0 0,0 1,1 0,1 0,20-11,-24 16,0 0,1 1,-1 0,1 1,-1 0,1 0,0 1,0 0,0 0,0 1,0 0,0 1,-1 0,1 0,0 1,14 5,-4-1,-1 2,0 0,-1 1,0 1,0 1,-1 0,0 1,-1 1,0 0,-1 1,-1 1,0 0,20 33,-20-27,-2 0,-1 1,-1 0,0 1,-2-1,0 1,-2 1,0-1,-2 1,-1 0,0 29,-4-21,-1 1,-1-1,-2 1,-1-1,-1-1,-23 56,22-67,0 0,-2-1,0-1,-1 1,-1-2,-1 0,0 0,-1-2,-1 0,0 0,-23 14,11-11,-1-1,-1-2,-1-1,0-2,-1 0,0-3,-1 0,0-2,-39 3,60-11,32-5,97-22,217-23,-250 41,569-31,-600 42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28.9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165 465,'14'-20,"12"-11,2 2,1 1,1 2,39-27,144-77,-167 105,2 2,0 3,2 1,0 3,1 2,53-8,-77 18,0 2,1 0,-1 2,0 1,0 1,0 1,0 2,0 0,0 2,-1 1,0 1,-1 1,36 20,-24-7,-2 2,-1 1,0 2,-2 1,37 44,-18-11,85 133,-85-106,-5 1,-3 3,-4 1,-4 2,-5 2,-4 0,-4 2,-5 0,6 131,-20-160,-4-1,-2 1,-19 102,15-140,-1 0,-1-1,-2 1,-1-2,-1 0,-2-1,-1 0,-2-1,-28 36,30-47,-1-1,0 0,-2-1,0-1,-1-1,0-1,-1-1,0 0,-1-2,0 0,-1-2,0 0,-36 6,13-6,-1-2,1-2,-1-2,0-3,0-1,-50-10,34 1,1-3,0-3,1-2,1-3,1-3,2-2,0-3,2-2,1-3,2-2,2-2,-60-59,63 50,2-1,2-2,3-3,2 0,2-3,3-1,3-1,2-2,3 0,2-2,-24-111,36 116,3 1,2-2,3 1,2-1,3 1,3-1,2 1,2 1,31-103,-19 103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30.6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134 556,'33'-19,"14"-17,-1-2,-2-2,-2-2,-2-2,59-82,-89 112,-1 0,-1-1,10-24,-16 35,-1-1,1 1,-1-1,0 0,-1 0,1 1,-1-10,-1 12,1 0,0-1,-1 1,0-1,1 1,-1 0,0-1,0 1,0 0,-1 0,1 0,0 0,-1 0,1 0,-5-3,-1-1,-1 1,0 0,0 1,0 0,0 0,-1 1,0 0,1 1,-1-1,0 2,0-1,-18 0,0 2,1 0,-1 2,-30 6,38-5,1 1,1 1,-1 1,1 0,0 1,-21 12,30-15,1 1,-1 0,1 1,0 0,0 0,1 0,0 1,0 0,0 0,1 1,0-1,1 1,-1 0,-4 15,5-9,1 1,0 0,1 0,1 0,0 0,1 0,1 0,0 0,1 0,6 22,0-7,1-1,2-1,1 0,19 33,-14-31,2-1,1-2,1 0,2-1,33 31,-36-40,-1 0,2-2,0 0,1-2,1 0,0-1,42 14,-44-20,-6-4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31.2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0 338,'27'-10,"-11"5,0 1,0 0,0 2,0 0,20 0,85 7,-97-3,1 2,-1 0,1 2,-1 0,-1 2,45 20,-57-23,-1 1,0 1,-1-1,1 2,-1-1,-1 1,0 0,0 1,0 0,-1 0,0 1,-1 0,0 0,-1 0,0 1,7 21,-8-16,-1 0,-1 0,0 0,-1 1,-1-1,0 1,-1-1,-1 0,-5 20,3-17,-1-1,-1 0,-1 0,0-1,-2 1,0-2,-18 27,25-40,-2 2,1-1,-1 1,0-1,-7 6,11-10,-1 1,1-1,-1 1,1-1,0 0,-1 1,0-1,1 0,-1 0,1 0,-1 1,1-1,-1 0,1 0,-1 0,0 0,1 0,-1 0,1 0,-1 0,0 0,1 0,-1 0,1 0,-1 0,1-1,-1 1,1 0,-1 0,1-1,-1 1,1 0,-1-1,1 1,-1 0,1-1,-1 1,1-1,0 1,-1-1,1 1,0-1,-1 1,1-1,0 1,0-1,0 1,-1-1,1 0,0 1,0-1,0 1,0-1,0 0,-3-12,1-1,0 1,1 0,0-1,1 1,2-18,17-85,-15 95,32-148,-13 70,-4-2,5-104,-23 199,-1 1,0-1,0 0,0 0,-1 0,0 0,0 1,0-1,-1 0,0 1,-4-11,6 16,-1 0,1-1,0 1,0 0,0-1,0 1,0 0,0 0,-1-1,1 1,0 0,0 0,0 0,-1-1,1 1,0 0,0 0,-1 0,1-1,0 1,-1 0,1 0,0 0,0 0,-1 0,1 0,0 0,-1 0,1 0,0 0,0 0,-1 0,1 0,0 0,-1 0,1 0,0 0,-1 0,1 0,0 0,0 0,-1 1,1-1,0 0,0 0,-1 0,1 0,0 1,0-1,-1 0,1 0,0 1,0-1,0 0,0 0,-1 1,1-1,0 0,0 1,0-1,0 0,0 0,0 1,0-1,0 1,-6 22,6 1,0 0,2 0,0-1,2 1,8 30,43 113,-47-146,1 4,71 182,-59-158,3 0,32 48,-49-88,-1 0,1 0,1 0,0-1,11 10,-16-15,1 0,-1-1,1 0,0 0,-1 0,1 0,0-1,0 1,0-1,0 0,0 0,1 0,-1-1,0 0,0 0,8 0,12-6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31.5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3,0 4,0 0,0-1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31.9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78 0,'0'0,"2"3,5 3,3 9,5 11,3 8,-1 7,-4 5,-4 2,-6 2,-10 0,-8 0,-8-3,-7-4,-5-2,1-4,7-9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33.9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747 323,'0'0,"0"0,0 0,0 0,-4 4,-3 6,0 0,1 1,0 0,0 0,-4 14,1-4,-174 451,25 10,85-230,-7 20,69-318,-5-107,5-242,48-155,3 224,-26 248,3-1,29-78,-33 120,20-36,-33 72,0 1,0-1,1 0,-1 1,1-1,-1 1,0-1,1 1,-1-1,1 1,0-1,-1 1,1 0,-1-1,1 1,-1 0,1-1,0 1,-1 0,1 0,0-1,-1 1,1 0,0 0,0 0,-1 0,1 0,0 0,-1 0,1 0,0 0,-1 1,1-1,0 0,-1 0,1 1,0-1,-1 0,1 1,-1-1,2 1,25 22,-23-19,20 22,-2 0,31 46,32 68,-48-76,217 347,90 155,-44 24,-271-525,-10-25,-2 1,-1 1,-2 1,8 46,-21-85,0 0,0 1,-1 0,1-1,-1 1,0 0,-1 5,1-8,-1-1,1 0,-1 0,1 1,-1-1,1 0,-1 0,0 0,0 0,1 0,-1 0,0 0,0 0,0 0,0 0,0 0,0 0,0-1,-1 1,1-1,0 1,0-1,0 1,-1-1,1 1,0-1,-3 0,-14 3,0-2,0 0,-29-3,22 1,-424-26,27 1,19 14,269 8,77 2,21-1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34.7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0 211,'0'0,"5"0,254-20,-156 9,-51 6,1764-155,-1423 146,-390 14,-1 0,1 0,0 0,-1 0,1 0,-1 1,1-1,0 1,-1 0,4 1,-6-2,0 0,0 0,0 1,0-1,0 0,0 0,1 0,-1 1,0-1,0 0,0 0,0 0,0 1,0-1,0 0,0 0,0 1,0-1,0 0,0 0,0 0,0 1,0-1,-1 0,1 0,0 1,0-1,0 0,0 0,0 0,0 0,-1 1,1-1,0 0,0 0,0 0,-1 1,-16 11,-236 111,162-83,-937 403,478-211,548-231,-77 32,2 3,-99 63,174-98,1-1,0 1,0 0,0-1,0 1,0 0,0 0,0 0,0 0,0 0,0 0,0 0,0 0,-1 2,3-2,0 0,0-1,1 1,-1-1,0 1,0-1,0 1,0-1,0 0,0 1,1-1,-1 0,0 0,0 0,0 0,1 0,-1 0,0-1,2 1,132-11,-106 8,58-6,885-90,4 29,-549 49,-392 18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57.6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0,'0'0,"11"14,37 60,-3 3,-3 2,-4 1,-3 2,27 98,87 440,-96-366,-43-213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58.4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0 137,'0'0,"0"0,3 0,4 0,8 0,19-3,25-3,30-4,21 0,12-1,7-1,3-2,1-1,-6 0,-8-1,-16 2,-25 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58.9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83,'0'0,"0"0,0 0,6 0,9 0,16 0,20-3,19-3,18-1,18-2,18-2,10-2,2 1,-9 3,-15 3,-16 2,-21 2,-24 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59.3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1,'3'14,"35"136,22 191,-52-290,10 73,4 197,-23-302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0:59.6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1,'6'1,"-1"0,0 0,1 1,-1 0,0 0,0 0,0 1,0 0,-1 0,9 6,-2-1,44 32,-1 3,-3 1,91 103,-71-59,98 156,-135-189,-2 1,-3 2,-3 0,-2 2,-3 1,14 64,-29-91,-1 1,-1 0,-2 0,-2 0,-5 41,2-47,-3-1,0 1,-1-2,-2 1,-1-1,-1 0,-15 25,12-29,-1-1,-1 0,-1-2,-1 1,0-2,-2 0,0-2,-1 0,0-1,-36 19,-27 9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00.0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530 0,'-5'4,"-18"8,1 1,0 1,1 1,1 1,0 1,-24 27,10-4,3 1,1 2,2 1,2 1,2 1,-22 59,17-27,4 2,4 1,-14 95,24-98,3 2,4-1,3 0,4 1,17 105,-12-138,3 0,1-1,2-1,3 0,1-1,2-1,2-1,2 0,1-2,37 44,7-11,-11-21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00.4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0 413,'1688'-28,"1017"-140,-204 10,-2149 143,159 2,-98 3,-384 9,32-1,73-12,-115 11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3.1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0 229,'0'0,"11"0,54-10,86-25,-71 15,204-42,315-28,-535 83,0 3,82 5,-146-1,0 0,1 0,-1 0,0 0,0 0,1 0,-1 0,0 0,1 0,-1 0,0 1,0-1,1 0,-1 0,0 0,0 0,1 0,-1 0,0 0,0 1,0-1,1 0,-1 0,0 0,0 1,0-1,1 0,-1 0,0 1,0-1,0 0,0 0,0 1,0-1,0 0,1 0,-1 1,0-1,0 0,0 1,0-1,0 0,0 0,0 1,0-1,-1 0,1 0,0 1,0-1,0 0,0 0,0 1,0-1,0 0,-1 1,-11 15,9-13,-30 30,-3-1,0-2,-48 31,42-31,-29 21,-120 89,138-97,-69 72,117-110,-19 24,23-28,1 0,-1-1,1 1,-1 0,1 0,0-1,-1 1,1 0,0 0,0 0,-1-1,1 1,0 0,0 0,0 0,0 0,0 0,0-1,0 1,0 0,1 0,-1 0,0 0,0-1,1 1,-1 0,0 0,1-1,-1 1,1 0,-1 0,1-1,-1 1,1-1,1 2,4 1,0 0,1-1,-1 0,0 0,1-1,0 0,-1 0,1 0,10-1,-6 1,119 2,139-16,-121 4,261-4,-347 12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4.5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96,'1'0,"1"0,-1 0,1-1,-1 1,1-1,-1 1,1-1,-1 0,1 0,-1 0,0 1,3-4,0 1,17-9,0 1,0 0,1 2,0 0,0 2,1 0,0 2,39-5,-42 9,0 0,0 1,0 2,0 0,-1 0,1 2,-1 1,0 0,0 1,32 16,-30-11,-1 1,0 1,-1 1,0 0,-1 2,-1 0,0 1,-1 0,-1 2,-1-1,0 2,-2 0,0 1,-1 0,-1 0,-2 1,0 1,-1-1,-1 1,-1 1,-1-1,-1 1,0 43,-5-36,0 1,-2-1,-1 1,-2-1,-1 0,-2-1,0 0,-2-1,-1 0,-2-1,-33 49,27-48,-1-1,-2-2,0 0,-2-1,0-2,-2-1,-1-1,0-1,-2-1,-45 19,62-32,-30 7,12-4,120-33,168-22,-198 37,786-70,-760 77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4.8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1 323,'9'0,"1"-1,0 0,14-4,3-1,2117-288,-1668 279,-388 18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6.1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914 106,'0'-26,"0"-50,1 76,-1 0,0 0,0 0,0 0,0 0,0-1,0 1,0 0,0 0,0 0,0 0,0 0,0 0,0 0,0-1,0 1,0 0,0 0,0 0,0 0,0 0,0 0,0 0,0 0,0-1,0 1,0 0,-1 0,1 0,0 0,0 0,0 0,0 0,0 0,0 0,0 0,0-1,0 1,0 0,-1 0,1 0,0 0,0 0,0 0,0 0,0 0,0 0,0 0,0 0,-1 0,1 0,0 0,0 0,0 0,0 0,-8 7,-49 50,-65 86,57-63,-163 186,-76 90,299-350,-91 122,92-123,0 1,1 0,0 0,0 0,1 0,0 1,-3 10,5-14,0 0,0-1,0 1,0 0,0 0,1-1,-1 1,1 0,-1 0,1-1,0 1,0-1,1 1,-1-1,0 1,1-1,-1 0,1 0,0 0,4 4,5 2,0 0,1 0,0-1,1-1,-1 0,1-1,1 0,16 4,72 19,141 21,114-7,256-21,-581-22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6.5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0,'0'0,"0"6,0 14,3 27,4 35,0 39,0 37,-2 22,-2 7,-1 0,-1-6,-1-7,0-19,0-26,-1-36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7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1 293,'8'-1,"133"-21,-29 2,698-75,4 26,-360 32,-292 23,419-21,-567 37,-11 1,-5-1,1-1,-1 1,0-1,1 0,-1 0,0 1,0-1,0 0,-4 1,-115 43,81-31,-810 288,-359 124,1131-402,76-22,11-2,25-1,-23 0,322-20,585-16,-164 78,-638-30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0.9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1097 0,'-6'10,"-45"31,-24 23,2 14,-113 155,-40 107,172-254,-79 116,-104 168,226-351,3-7,1 0,0 1,1 0,-9 25,15-36,-1-1,1 1,0 0,0-1,-1 1,1-1,0 1,1 0,-1-1,0 1,0 0,1-1,-1 1,1-1,-1 1,1 0,0-1,-1 0,1 1,1 1,0-1,0 0,1 0,-1 0,0 0,1-1,-1 1,1 0,-1-1,1 0,5 2,6 1,0-1,1-1,25 2,-30-3,657 1,-496-8,265-1,-400 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1.9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223 0,'0'15,"-37"594,33-564,-102 784,47-410,58-409,-13 126,13-113,0-1,2 1,7 40,-2-38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9.0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0 296,'0'-12,"1"0,0-1,1 1,0 0,1 0,0 0,1 1,0-1,1 1,0 0,1 0,0 0,1 1,13-16,-11 16,1 0,0 1,1 0,0 1,0 0,1 1,0 0,0 1,1 0,-1 1,1 1,26-6,-22 7,0 0,1 2,-1 0,1 1,-1 1,1 0,27 6,-20 0,-1 0,0 1,-1 1,39 22,-21-7,-2 3,0 1,-2 2,-2 2,37 41,-41-38,-1 2,-2 1,-1 1,28 58,-38-62,-1 0,-2 1,-2 1,-2 0,11 67,-19-85,0 0,-1 0,-2 0,0 0,0 1,-2-2,-1 1,0 0,-13 33,13-40,-2-1,0 0,0 0,-1 0,-1-1,1 0,-2 0,1-1,-1 0,-1-1,1 0,-2 0,1-1,-1 0,-19 9,20-12,0 0,0-1,-1 0,1 0,-1-1,0 0,0-1,0-1,0 1,0-2,1 1,-1-2,-12-2,9 1,1-2,-1 0,1 0,-1-2,2 1,-1-2,1 1,0-2,-15-13,-2-6,0-1,2-2,2-1,0-1,3-1,0-1,-28-63,28 43,1 0,3-1,3 0,-15-103,26 125,0-55,5 71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19.4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1,'0'0,"0"0,0 0,0 0,0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20.3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299 1,'-2'0,"0"0,0 0,0 0,0 1,0-1,1 1,-1-1,0 1,0-1,1 1,-4 2,0-1,-13 6,0 1,1 1,0 0,1 2,0 0,0 0,1 1,1 1,0 1,1 0,1 1,1 0,0 0,0 1,2 1,0 0,1 0,-5 22,10-32,1 0,0 1,1-1,0 1,0 0,1-1,0 1,0 0,1-1,0 1,1-1,0 1,0-1,1 0,6 13,-3-10,0 0,1-1,1 1,0-1,0-1,1 0,0 0,1-1,0 0,11 7,11 4,0-2,2-1,55 18,41 19,-114-44,0 0,0 1,-1 0,0 1,22 23,-27-24,0 1,-1 1,0 0,-1 0,-1 1,0 0,-1 0,0 1,-1-1,0 1,-1 1,3 18,-5-16,-1 1,0-1,-1 1,-1-1,-1 0,0 0,-2 1,0-1,0-1,-9 20,-1-3,-1-1,-1-1,-24 34,29-49,-1-1,-1 0,0-1,0 0,-1-1,-1 0,-23 14,26-21,0 0,0-1,-1-1,0 0,0-1,0 0,-1-1,1 0,-1-1,-22-1,5-1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20.6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0 401,'0'0,"3"-5,4-8,3-7,5-11,6-11,5-6,3-4,0 2,0 4,-2 7,-6 7,-6 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1:21.6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1 308,'15'-1,"342"-40,-181 18,920-83,11 32,-498 36,-540 33,314-14,-361 19,-16 2,-8 1,-11 3,-70 15,47-12,-444 98,-9 3,65-8,-1064 235,1483-336,-103 21,-113 6,205-27,21-3,32-5,-33 6,1739-240,63 93,-1688 141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12.1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0,'0'0,"3"4,35 50,-3 0,-2 3,-2 1,35 94,56 255,-30 75,-45-208,-38-226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12.5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0 281,'12'0,"0"-2,-1 1,1-2,14-4,10-2,569-113,-198 42,-189 37,-140 30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12.9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0 170,'1'0,"1"0,7 0,10 0,16 0,14-3,17-3,15-7,16-6,14-5,6-5,1 1,-13 1,-23 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13.8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0,'2'2,"-1"0,0 0,1 0,0 0,-1 0,1 0,0-1,3 3,4 4,41 45,-3 2,54 81,63 135,-73-98,-8 4,-7 4,72 265,-141-422,0 0,0 0,-1 1,-2-1,-1 1,1 30,-4-53,0 0,-1 0,1 0,-1 0,1 0,-1 0,1 0,-1 0,0 0,0-1,0 1,0 0,0-1,-1 1,1-1,0 1,-1-1,1 0,-1 1,1-1,-1 0,0 0,0 0,1 0,-1 0,0-1,0 1,-3 0,-5 1,0 0,0 0,0-2,-15 1,18-1,-39-1,0-1,0-3,1-2,0-1,0-3,1-1,0-3,-77-37,111 47,0 0,1-1,0-1,0 1,1-2,0 1,0-1,-8-11,13 16,1-1,0 0,0 0,0 0,0 0,0 0,1 0,0 0,0 0,0-1,0 1,1 0,0-1,-1 1,2-1,-1 1,0 0,1-1,0 1,0 0,0 0,1-1,2-4,0 0,1 1,1 0,0 0,0 0,0 1,1 0,0 0,0 1,1-1,10-5,6-3,0 1,34-14,-22 13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15.0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36 528,'22'-7,"0"-2,-1-1,0 0,-1-1,25-19,-23 16,36-24,60-51,-97 71,-2 0,0-2,-1 0,0-1,-2 0,14-25,-26 38,0 1,0-1,-1 0,0-1,4-14,-6 20,-1 1,0 0,0-1,0 1,0 0,0-1,0 1,0 0,-1-1,1 1,-1 0,0-1,1 1,-1 0,0 0,0 0,-1 0,1 0,0 0,-1 0,1 0,-1 1,0-1,1 0,-1 1,-2-2,-4-1,1 0,-1 1,0 0,0 1,0-1,0 1,0 1,0 0,0 0,-1 0,-12 2,2 0,0 1,0 1,0 0,-19 7,19-3,0 1,0 0,1 2,0 0,0 1,1 1,1 0,0 2,1 0,0 0,1 1,0 1,2 0,-12 20,17-24,0 1,0 1,1-1,1 1,1 0,0 0,0 0,2 1,-2 15,4-19,0 1,0 0,1-1,1 1,0-1,1 0,0 1,0-1,1-1,1 1,0 0,9 13,-3-8,0 0,1 0,1-1,1-1,0 0,1-1,23 15,-15-13,0-1,1-2,1 0,46 14,-21-12,1-3,0-2,1-2,-1-3,59-1,-59-5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16.4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0 522,'11'-20,"0"5,1 0,0 0,1 1,0 1,1 0,0 1,2 0,-1 1,1 1,18-9,-11 8,0 1,0 1,1 1,0 1,0 1,1 2,28-3,-37 6,1 1,0 0,0 1,0 1,0 1,-1 0,1 1,-1 1,0 1,-1 0,1 1,-1 0,21 15,-25-14,-1-1,-1 2,0-1,0 1,0 1,-1-1,-1 1,0 1,0 0,-1 0,0 0,-1 0,0 1,-1 0,-1 0,1 0,-2 0,2 22,-3-14,-1 1,-2-1,0 0,-1 0,-1 0,0-1,-12 28,8-24,-2-1,0 0,-2 0,0-1,-29 35,27-44,13-12,1 0,0 0,0 0,0 0,-1 0,1 0,0 0,0 0,-1 0,1 0,0 0,0 0,0 0,-1 0,1-1,0 1,0 0,0 0,-1 0,1 0,0 0,0-1,0 1,0 0,0 0,0 0,-1-1,1 1,0 0,0 0,0-1,0 1,0 0,0 0,0 0,0-1,0 1,0-1,3-37,-2 35,13-86,5 1,3 1,4 1,4 1,4 2,59-108,7 7,-111 206,1 0,2 0,0 1,1 0,1 1,2-1,0 1,1 0,2 0,0 0,2 0,0 0,9 40,-5-35,3-1,0 0,2 0,0-1,2 0,2-1,0 0,1-1,2-1,0 0,22 21,-12-18,2-2,2 0,0-2,1-1,1-2,1-1,0-2,2-1,0-2,1-1,0-2,0-1,60 6,-41-11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18.2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0,'11'14,"282"398,-285-401,-6-7,0-1,1 1,0-1,0 0,-1 0,7 5,-9-8,1 1,0-1,0 0,-1 0,1 1,0-1,0 0,0 0,-1 0,1 0,0 0,0 0,0 0,-1 0,1 0,0 0,0 0,0 0,-1-1,1 1,0 0,0-1,-1 1,1-1,0 1,-1 0,1-1,0 0,-1 1,1-1,-1 1,1-1,-1 0,1 1,-1-1,1 0,-1 1,0-1,1-1,20-36,-1 0,25-74,20-38,-63 145,0 1,1-1,-1 1,1 0,0 0,0 1,1-1,-1 0,1 1,7-5,-9 7,1 0,-1 0,1 0,0 0,0 0,0 1,0-1,-1 1,1 0,0 0,0 0,0 0,0 0,0 1,0-1,-1 1,1 0,0 0,4 2,25 13,0 2,-1 1,-1 2,35 30,-38-29,27 22,-3 3,-2 3,-1 1,47 68,-69-83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0.9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0 151,'12'10,"-7"-7,97 75,132 130,-69-56,67 39,-184-156,2-2,106 53,-139-78,0-1,1-1,-1 0,1-2,0 0,37 3,-45-7,0 0,0-1,-1 0,1 0,0-1,-1-1,1 1,-1-2,0 1,0-1,0-1,0 0,-1 0,13-10,-3-1,0-1,-1-1,-1 0,-1-1,0-1,-2 0,0-1,10-24,-8 13,-2-1,-1 0,-2-1,-1 0,4-36,-10 38,-1 0,-1 0,-1 0,-10-61,-2 34,-31-95,38 141,3 8,0-1,0 0,0 0,1 0,0 0,0 0,1 0,-1-6,2 11,-1 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1.4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368 1,'-8'11,"-44"38,-120 125,154-153,1 1,0 1,2 0,1 1,1 1,-16 44,26-60,0 0,1 0,0 0,1 1,0-1,0 1,1-1,0 1,1-1,2 13,-2-18,0-1,0 1,0-1,1 0,-1 0,1 1,-1-1,1 0,0-1,0 1,1 0,-1 0,1-1,-1 0,1 1,0-1,0 0,-1 0,2 0,-1-1,0 1,0-1,0 0,1 0,-1 0,1 0,-1 0,1-1,-1 1,6-1,3-1,0 0,0 0,-1-1,1-1,-1 0,1 0,-1-1,0 0,20-12,-10 3,0 0,-1-1,34-32,-32 24,-1-1,21-29,-32 38,-1 0,0-1,-1 0,-1-1,9-24,-13 28,-3 12,0-1,0 0,0 0,0 1,1-1,-1 0,0 0,0 0,1 1,-1-1,0 0,1 1,-1-1,1 0,-1 1,2-2,-1 3,0-1,0 1,0 0,0 0,0 0,0-1,-1 1,1 0,0 0,0 0,-1 0,1 0,0 1,-1-1,1 2,53 100,50 136,-15-28,-70-171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1.8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0,'11'18,"324"629,-56 24,-221-489,28 82,-81-250,-2-9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2.5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1,'0'0,"3"4,129 188,-7-11,-107-152,16 24,50 62,-80-111,-1 0,1 0,-1-1,1 1,0-1,0 0,7 4,-9-6,0 0,0-1,-1 1,1-1,0 0,0 1,-1-1,1 0,0 0,0 0,0 0,-1-1,1 1,0 0,0-1,-1 1,1-1,0 0,-1 1,1-1,0 0,-1 0,1 0,1-2,8-6,0-1,-1 0,0-1,-1 0,11-17,37-67,-41 66,81-162,-26 50,-69 137,0 0,0 1,0-1,0 1,1 0,0 0,3-3,-6 5,1 0,0 1,0-1,0 1,0-1,0 1,0 0,0-1,0 1,0 0,0 0,0 0,0-1,0 1,0 0,0 0,0 1,0-1,0 0,0 0,0 0,0 1,0-1,0 0,0 1,0-1,0 1,0 0,0-1,0 1,1 1,7 5,0 1,-1 1,0 0,-1 0,8 11,31 56,-26-42,59 104,71 112,-138-234,0 0,1-1,1 0,1-1,0 0,29 19,-34-27,0 0,1-1,-1 0,1-1,0 0,0-1,0 0,1-1,-1 0,1-1,-1 0,1-1,13-1,-3-2,1-1,-1-1,0-2,0 0,-1-1,0-1,0-1,-1-1,0 0,-1-2,30-24,-14 6,-2-1,-1-2,-1-1,45-67,-58 76,-2 0,0-1,-2-1,-1 0,-2-1,10-36,-19 59,-1 0,0-1,0 0,-1 1,1-1,-1 1,-1-1,-1-6,2 11,-1 0,1 0,-1-1,0 1,0 0,0 0,0 0,0 1,0-1,-1 0,1 0,0 0,-1 1,0-1,1 1,-1-1,0 1,0 0,0 0,0 0,0 0,0 0,0 0,0 0,0 1,-3-1,-2 0,-1 0,1 1,-1 0,1 0,0 1,-1 0,1 0,0 1,0 0,0 0,-14 6,-1 3,1 1,-28 19,31-18,0 1,1 0,0 1,1 1,1 1,0 0,2 1,-13 20,20-27,0 0,1 0,0 1,1-1,0 1,1 0,0 0,1 1,0-1,1 0,1 1,0-1,0 0,1 1,1-1,4 15,0-6,2 0,1 0,0-1,2 0,0 0,1-1,1-1,1 0,0-1,21 19,1-3,1-2,1-1,74 42,-45-36,87 35,76 14,-124-47,-78-28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2.9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0,'1'1,"0"0,0-1,-1 1,1 0,0 0,0 0,-1 0,1-1,0 1,-1 0,1 0,-1 0,1 1,0 0,1 4,279 583,-199-379,93 363,-165-531,-1 0,5 67,-14-95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3.3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0 332,'18'1,"-1"-2,31-4,-14 1,517-75,0-22,-224 39,-304 58,296-62,-282 55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3.6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1 384,'35'-2,"0"-2,0-2,61-17,-30 7,305-76,360-71,-280 91,-414 66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4.0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0,'8'1,"-1"0,0 1,0 0,0 0,0 1,11 5,2 0,31 15,-1 2,-2 2,0 2,-2 2,70 61,-46-27,-2 3,86 114,-96-104,-4 2,-3 2,-4 3,-3 2,37 105,-59-126,-3 0,-3 2,8 70,-19-85,-2 0,-2 1,-2-1,-12 77,6-95,0 0,-2-1,-2 0,-27 59,26-70,-1 0,-1-1,0-1,-2 0,0-1,-2-1,-22 20,-19 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4.3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194 1,'0'4,"0"0,0 0,-1 0,0 0,0 0,0 0,0 0,-2 3,-6 23,-49 219,10 3,-17 306,59-180,12-283,3 0,24 97,-19-133,3 0,2-1,2-1,36 65,-35-83,1-1,2 0,2-2,1-2,2 0,49 43,-46-50,2-1,0-3,1 0,1-3,1 0,1-3,1-1,0-2,74 15,-46-18,-1-2,1-4,1-2,-1-4,86-11,-1-9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5.3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1,'1'0,"0"1,0 0,0-1,-1 1,1 0,0-1,-1 1,1 0,0 0,-1 0,1 0,-1 0,1 2,3 5,63 107,244 466,-54 29,-83-22,-44 8,-114-508,-14-70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5.7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0 345,'0'0,"3"0,9 0,19 0,23-3,30-6,33-8,36-8,26-8,11-5,0-1,-5 1,-8 2,-14 1,-18 3,-27 9,-35 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6.2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1 258,'14'0,"276"-38,-168 19,721-93,1 30,-740 75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6.7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0 245,'0'0,"14"0,47-3,-1-3,63-15,-11 3,1045-128,-892 116,-61 11,-173 17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27.1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0 640,'29'-8,"-8"3,898-231,9 36,-191 43,-649 137,-27 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0.0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49,'26'24,"10"11,-2 2,44 61,50 92,-115-171,58 98,-5 4,-6 2,-5 2,47 161,-101-285,6 19,-1 1,-1 0,-1 0,3 37,-8-58,1 0,0 0,0-1,0 1,0 0,-1 0,1 0,0 0,0 0,0 0,0-1,-1 1,1 0,0 0,0 0,-1 0,1 0,0 0,0 0,0 0,-1 0,1 0,0 0,0 0,-1 0,1 0,0 0,0 0,-1 0,1 0,0 0,0 0,0 1,-1-1,1 0,0 0,0 0,0 0,0 0,-1 1,1-1,0 0,0 0,0 0,0 0,0 1,-1-1,1 0,0 0,0 1,0-1,0 0,0 0,0 0,0 1,0-1,0 0,-15-22,13 19,-64-115,5-2,6-3,-78-255,114 310,2-1,4 0,2-1,4 0,2-1,7-94,1 148,3 11,-4 7,0-1,0 1,0 0,0 0,0 0,0 0,0 0,-1 1,1-1,2 3,2 0,30 25,-2 1,-1 2,-1 1,53 73,-69-83,0 1,-2 1,-1 0,-2 0,0 2,-1-1,-2 1,-1 1,5 35,-11-53,0 0,-1 1,0-1,0 0,-1 0,-3 13,4-20,-1 0,0 0,0-1,0 1,0 0,-1-1,1 1,-1-1,0 1,1-1,-1 0,0 0,0 0,-1 0,1 0,0 0,-1 0,1-1,-1 1,1-1,-1 0,0 0,1 0,-1 0,0 0,-3 0,-6 1,1 0,-1-1,0-1,1 0,-1-1,0 0,1 0,-1-1,1-1,-1 0,-14-6,24 7,9 3,14 6,609 236,-610-235,-1-1,1 0,0-2,0 0,41 3,-60-8,-1 0,1 0,-1 0,1-1,-1 1,1 0,0 0,-1-1,1 1,-1 0,1-1,-1 1,0-1,1 1,-1 0,1-1,-1 1,0-1,1 1,-1-1,0 0,1 1,-1-1,0 1,0-1,0 1,0-1,1 0,-1 1,0-1,0 1,0-1,0 0,-1 0,0-31,0 17,2-44,2 0,3 1,3-1,17-61,-22 102,2 1,0 0,1 0,1 0,1 1,0 0,1 1,12-16,-13 21,0 1,0 0,1 1,0 0,1 0,-1 1,1 1,1 0,-1 0,1 1,0 0,16-3,-9 4,0 0,0 1,0 1,0 1,0 0,0 2,0 0,0 1,0 1,0 1,0 1,-1 0,34 15,-37-12,0 0,-1 0,0 2,0 0,-1 0,0 1,-1 1,0 0,-1 1,0 0,-1 1,-1 0,0 0,-1 1,0 0,5 17,-9-22,-1 0,0 0,-1 1,0-1,0 1,-1 0,-1-1,0 1,0 0,-1 0,0-1,-4 15,3-18,-1 0,0 0,0 0,0 0,-1-1,0 0,0 1,-1-1,0-1,0 1,0-1,0 1,-1-2,0 1,0-1,-1 1,1-2,-9 5,4-3,-1-1,0 0,1-1,-1 0,0-1,-1-1,1 1,0-2,0 0,-1 0,1-1,0-1,0 0,0 0,-14-6,1-1,0-1,1-1,1-1,0-1,-42-31,36 21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0.5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1,'4'1,"-1"0,1 0,-1 0,1 1,-1 0,0-1,0 1,1 1,-1-1,-1 0,1 1,3 3,4 3,46 41,86 98,36 73,-81-97,-92-118,-1 0,0-1,1 0,-1 0,1-1,6 5,-10-8,0 0,0-1,0 1,1 0,-1-1,0 1,0-1,0 0,1 1,-1-1,0 0,1 0,-1 0,0 0,0 0,1 0,-1 0,0 0,1 0,-1-1,0 1,0-1,0 1,1-1,-1 1,0-1,0 1,0-1,0 0,0 0,2-1,3-5,1-1,-1 1,-1-1,1 0,-2 0,1-1,6-16,-1-3,8-38,-8 13,-2 0,-2-1,-3 0,-5-67,2 119,0 0,0 0,-1 0,2 0,-1 0,0 0,0 1,1-1,-1 0,2-3,-2 5,1-1,-1 1,1 0,0-1,-1 1,1 0,0 0,-1-1,1 1,0 0,-1 0,1 0,0 0,-1 0,1 0,0 0,-1 0,1 0,0 0,-1 0,1 0,0 1,-1-1,1 0,0 0,-1 1,1-1,0 0,-1 1,1-1,-1 1,1 0,26 14,-1 1,41 33,41 47,-99-88,50 48,-2 2,61 82,-109-128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0.9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0,'8'13,"-6"-9,213 378,-210-374,-3-3,1 0,-1-1,1 1,1-1,4 6,-7-9,0 0,0-1,0 1,0 0,0-1,0 1,0-1,0 1,0-1,0 1,0-1,0 0,0 0,0 1,1-1,-1 0,0 0,0 0,0 0,0 0,1-1,-1 1,0 0,0 0,0-1,0 1,0-1,0 1,0-1,2 0,6-6,1 0,-1 0,0-1,-1 0,0-1,9-11,41-64,-42 59,132-210,-147 233,1 0,-1 0,0 0,1 0,-1 0,1 0,0 1,-1-1,1 1,0-1,0 1,0-1,0 1,0 0,0 0,3-1,-3 2,1 0,-1 0,1 0,-1 1,0-1,1 1,-1-1,0 1,1 0,-1-1,0 1,0 0,0 1,0-1,0 0,2 2,29 23,-1 0,-1 3,38 45,-9-10,-50-55,25 28,2-2,46 33,-60-52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1.4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1,'11'14,"62"86,156 234,47 169,-107-189,-123-231,-1-5,57 136,-100-210,2 6,-1 0,0 0,4 20,-7-28,0 1,0-1,0 1,0-1,0 0,0 1,-1-1,1 1,-1-1,1 1,-1-1,0 0,0 0,0 1,0-1,-1 0,1 0,0 0,-1 0,0 0,1-1,-3 3,-3 1,-1-1,0 1,0-2,0 1,0-1,0 0,0-1,-1 0,-15 2,-11-1,-36 0,39-4,0 0,0-2,0-2,-55-14,75 16,0-1,0-1,0 1,0-2,1 0,0 0,0-1,1 0,-1-1,2 0,-1-1,1 0,1 0,-15-20,19 21,0 1,1-1,0 0,0 0,1 0,0 0,0-1,1 1,0 0,0-1,1 1,0-1,1 1,0 0,0-1,1 1,0 0,0 0,1 0,0 0,0 0,1 0,6-9,0 3,0 0,0 0,1 1,1 0,0 1,1 0,0 1,1 0,0 1,23-11,-6 6,64-22,-64 28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3.7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558 1,'0'8,"-1"0,-1 0,1 0,-1 0,0 0,-1 0,-5 9,1 1,-271 776,198-493,-52 392,107-485,9 0,21 391,7-472,5-1,6-1,6-1,5-1,5-2,5-2,6-2,5-2,4-2,6-4,4-2,94 110,-76-118,4-3,171 139,-180-173,2-3,3-4,184 86,-217-119,2-2,1-3,0-2,104 14,-72-22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4.2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839 0,'0'2,"-1"-1,1 1,-1-1,1 1,-1-1,0 1,0-1,0 0,0 1,0-1,0 0,-2 2,-5 5,-60 92,-101 199,157-277,-110 229,11 5,11 5,-74 308,165-536,0 4,-2 0,-16 37,23-66,2-6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4.6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0,'3'1,"-1"1,1-1,-1 0,0 1,1 0,-1-1,0 1,4 4,3 3,508 458,-431-376,-5 3,-4 5,102 169,-155-224,-13-22,0-1,2-1,0 0,1-1,22 23,-13-25,-4-7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5.0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94,'7'-1,"-1"0,0 1,0-1,1 1,8 2,10-1,647-48,-562 35,148-18,-227 26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5.4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830 0,'0'7,"-1"0,-1 0,1-1,-1 1,0-1,-1 1,-5 10,-3 8,-289 657,64-160,97-167,64-157,69-182,4-11,1 1,-1-1,-1 1,1-1,-1 0,0 1,0-1,0-1,-1 1,-6 6,2-7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5.7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0,'0'0,"4"4,204 190,-125-113,569 600,-552-565,212 230,-290-324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8.4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1,'9'16,"42"113,-13-31,4 2,85 147,-121-237,0-1,0 0,1 0,13 12,-19-20,0 0,0 0,0 0,1 0,-1 0,0 0,1 0,-1 0,0 0,1-1,-1 1,1 0,0-1,-1 0,1 1,-1-1,1 0,0 0,-1 1,1-2,0 1,-1 0,1 0,0 0,-1-1,1 1,-1-1,1 1,-1-1,1 1,-1-1,1 0,-1 0,0 0,1 0,-1 0,0 0,0 0,0-1,2-1,2-3,-1-1,0 0,0 0,0-1,-1 1,0-1,-1 1,1-1,1-11,6-79,-6 52,1-13,-2 18,2 0,18-72,-21 107,-1 1,1 0,1-1,-1 1,7-9,-9 13,1 0,0 0,0 0,0 0,-1 0,1 1,0-1,0 0,1 0,-1 1,0-1,0 1,0-1,0 1,0 0,1-1,-1 1,0 0,0 0,0 0,1 0,-1 0,0 0,0 0,1 0,-1 0,0 1,0-1,0 0,0 1,1-1,-1 1,1 0,6 4,1 1,-1 0,-1 0,1 1,-1 0,0 0,-1 1,0 0,9 14,-8-11,1 0,0-1,1 0,16 15,-23-24,-1 0,0 0,1-1,-1 1,1-1,-1 1,0-1,1 0,-1 1,1-1,-1 0,1 0,-1 0,1 0,-1 0,1 0,-1 0,1-1,-1 1,1-1,-1 1,1-1,-1 1,0-1,1 0,-1 1,0-1,1 0,-1 0,2-2,4-4,1 0,-1-1,9-11,-10 11,41-53,43-48,-89 107,0 0,1 0,0 1,-1-1,1 1,0-1,0 1,-1 0,1-1,0 1,0 0,1 0,-1 0,0 1,0-1,0 1,1-1,-1 1,0-1,0 1,1 0,-1 0,0 0,0 1,1-1,-1 0,0 1,0 0,1-1,-1 1,0 0,0 0,0 0,0 0,0 1,0-1,-1 0,4 4,7 6,0 1,-1 1,-1-1,17 28,28 63,-40-72,1 1,37 50,-43-70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8.8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1,'9'23,"56"104,5-4,91 121,-157-239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9.1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0,0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9.5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0,'18'26,"68"151,-36-71,6 25,-39-89,-17-42,1 1,-1-1,0 0,0 0,0 1,0-1,0 0,0 0,0 1,1-1,-1 0,0 0,0 1,0-1,0 0,1 0,-1 0,0 0,0 1,1-1,-1 0,0 0,0 0,1 0,-1 0,0 0,0 0,1 1,-1-1,0 0,0 0,1 0,-1 0,0 0,1 0,-1 0,0 0,0-1,1 1,-1 0,0 0,0 0,1 0,-1 0,0 0,0 0,1-1,-1 1,0 0,0 0,1 0,-1-1,11-13,14-28,32-75,-23 41,-23 50,-9 20,0 0,0 1,1-1,0 1,0-1,0 1,0 0,1 0,6-7,-9 12,1-1,-1 0,0 1,0 0,0-1,0 1,0 0,1-1,-1 1,0 0,0 0,1 0,-1 0,0 0,0 0,0 0,1 1,-1-1,0 0,0 1,2 0,23 14,-22-13,35 25,0 2,-3 2,61 64,-47-37,72 107,-105-138,-14-22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39.9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0,'17'4,"14"4,0 2,0 2,-1 1,-1 1,0 1,-1 1,27 23,11 12,92 92,-85-66,-3 2,-4 4,-3 3,-4 2,-4 2,-3 3,-5 2,-5 2,-3 2,-5 2,-4 0,-5 2,-4 1,12 170,-28-133,-5 0,-7 0,-6 0,-43 192,19-180,-6-2,-8-2,-118 246,32-152,103-194,-1-2,-66 70,39-58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40.5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78,'42'-5,"-13"1,575-29,-544 32,1060 0,-356 5,1048-23,-315 1,-1105 18,-50 2,-53 4,408 30,-671-34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42.1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691 78,'0'-19,"-1"-39,-282 865,253-726,-175 531,199-588,3-16,0 1,1 1,0-1,0 0,1 0,1 1,0 15,8-52,73-437,-9 46,-55 328,25-119,-28 153,34-88,-43 130,16-33,-20 44,0 1,1-1,0 0,0 1,-1-1,1 1,1 0,-1-1,0 1,1 0,-1 0,5-2,-5 4,0-1,-1 1,1 0,0 0,0 0,0 0,0 0,0 0,0 0,0 1,0-1,0 1,0-1,0 1,-1 0,1 0,0 0,0 0,2 2,32 27,-34-28,137 156,-83-88,461 624,-473-629,2-2,65 70,-117-128,0 0,-1-1,0 1,-8 3,-36 10,0-2,-1-2,-64 9,45-10,-17 5,-657 142,704-149,1 0,1-2,-1-2,-51 3,75-10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48.2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3116,'4'-1,"0"0,-1 0,1-1,0 1,-1-1,1 0,-1 0,0 0,0-1,0 1,4-5,6-3,545-355,-354 238,396-244,-133 83,688-355,-74 152,-88 148,-757 278,94-30,-317 90,36-9,-52 13,1 0,0 1,0-1,0 0,0 0,0 0,0 0,0-1,0 1,0-1,-2-2,-10-6,-155-91,33 22,124 73,1-2,0 1,1-1,0-1,-16-17,27 23,6 3,10 3,2 3,0 1,-1 0,0 1,0 2,-1-1,17 14,-1 2,57 54,-71-60,-1 0,-1 2,0 0,-2 1,0 0,11 26,-20-35,0 1,-1 0,-1 0,0 0,-1 1,0-1,-1 1,-1-1,-1 1,0 0,0-1,-5 25,-6 4,-2-2,-1 0,-28 55,12-33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54.2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55.6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502 1,'-19'0,"0"2,0 0,0 1,0 1,1 1,-1 0,1 1,-33 17,30-11,0 1,1 0,0 2,1 0,1 1,-28 32,30-28,0 0,2 0,1 2,0 0,2 0,-13 36,17-39,1 0,2 1,0 0,1 0,1 0,0 0,2 0,2 27,0-36,-1 0,2 1,0-1,0 0,1 0,0-1,1 1,0-1,0 0,1 0,1-1,0 0,0 0,1 0,0-1,11 10,-7-9,1-1,0 0,0-1,0 0,1-1,0-1,0 0,1-1,-1 0,1-1,0-1,15 1,131-2,6 0,-140 2,-1 0,0 1,0 2,34 12,-42-12,-1 1,0 1,0 1,-1 1,0 0,-1 0,0 2,14 14,-24-21,0 0,0 1,0 0,-1-1,0 2,0-1,-1 0,0 1,0-1,0 1,-1 0,0 0,0 0,-1 0,0 1,0-1,0 0,-1 0,0 1,-1-1,0 0,0 0,-3 11,-2-2,0-1,-1-1,0 1,-1-1,-1-1,0 1,-1-1,0-1,-19 17,6-8,-1-1,0-1,-2-2,-28 16,35-23,0-1,0-1,-1-1,0 0,-1-2,1 0,-31 2,25-5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56.40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1,'10'13,"267"437,-272-442,3 6,-1 1,-1-1,7 19,-10-30,2-8,4-10,2-12,0 0,7-34,-10 30,23-54,-26 76,0 0,0 1,0-1,1 1,0 0,1 0,0 1,0 0,0 0,9-6,-13 11,1 0,-1 1,0-1,1 0,-1 1,1 0,0 0,-1 0,1 0,0 1,0-1,-1 1,1 0,0 0,0 1,4 0,5 2,1 0,-1 1,15 7,27 8,-45-17,1-1,-1 0,0-1,0 0,0 0,0-1,0-1,1 0,-2 0,1-1,0 0,0 0,17-10,3-5,0-1,46-40,7-5,-80 63,-1 0,0-1,1 1,0 0,-1 0,1 0,0 1,-1-1,1 1,0-1,0 1,-1 0,1 0,0 0,0 0,-1 1,1-1,0 1,0 0,-1-1,1 1,-1 0,1 1,-1-1,1 0,-1 1,0-1,1 1,-1 0,3 4,7 6,-1 0,-1 0,0 1,9 16,-11-16,62 106,-39-64,-20-36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57.91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300 263,'0'-22,"0"15,1-40,0 30,0 0,-1 0,-1-1,0 1,-2 0,-5-22,8 37,-1-1,0 1,1 0,-1 0,0-1,0 1,0 0,-1 0,1 0,0 0,-1 1,1-1,-1 0,0 1,0-1,1 1,-1-1,0 1,0 0,0 0,-1 0,1 0,0 0,0 0,0 0,-1 1,1-1,0 1,-1 0,1 0,0 0,-1 0,1 0,0 0,-1 1,1-1,0 1,-1-1,-2 2,-3 2,-1 0,1 0,0 1,0 0,1 1,-1-1,1 1,-12 13,4-1,1 1,1 0,0 1,1 0,2 1,0 1,1-1,1 1,1 1,1 0,1 0,-2 24,5-28,1 0,1-1,1 1,0 0,2-1,8 35,-7-40,1 1,0-1,1 0,1-1,0 0,0 0,1 0,1-1,16 18,-17-22,-1-1,1 1,0-2,1 1,-1-1,1 0,0-1,0 0,1 0,-1-1,1 0,0-1,0 0,-1-1,1 1,1-2,-1 0,0 0,0-1,0 0,0-1,-1 0,1 0,0-1,-1 0,1-1,-1 0,0 0,-1-1,1-1,-1 1,0-1,0-1,8-7,0-4,-1-1,0-1,-2 0,0-1,-1 0,-1-1,-2-1,13-39,-10 18,-1-1,-3 0,4-78,-13 74,0 39,1-1,-1 1,2-1,2-17,-3 27,0 1,1-1,-1 1,0 0,0-1,0 1,1 0,-1-1,0 1,1 0,-1-1,0 1,1 0,-1-1,0 1,1 0,-1 0,1 0,-1-1,0 1,1 0,-1 0,1 0,-1 0,0 0,1 0,-1 0,1 0,-1 0,1 0,-1 0,1 0,-1 0,0 0,1 0,-1 0,1 0,-1 1,1-1,-1 0,0 0,1 1,-1-1,0 0,1 0,0 1,19 15,-5-2,-1 1,-1 1,0 0,10 19,42 77,-33-52,-4-13,57 110,-71-126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59.2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90,'0'0,"21"25,27 57,-3 1,66 173,-109-250,2 6,1 0,-2 0,0 1,2 18,8-90,19-309,-32 367,0 0,0 0,0 1,0-1,-1 0,1 0,0 0,1 0,-1 0,0 0,0 0,0 0,1 0,-1 0,0 0,1 1,-1-1,0 0,1 0,-1 0,1 1,0-1,-1 0,1 0,0 1,1-2,-1 2,1 1,0-1,0 1,0-1,-1 1,1 0,0-1,-1 1,1 0,-1 0,1 0,-1 0,3 3,41 32,-29-22,2 0,0 0,22 11,-34-22,0 0,1 0,-1-1,1 0,-1 0,1 0,0-1,0 0,0-1,-1 1,1-1,0-1,0 1,10-3,-3-1,-1 0,-1-2,1 1,-1-1,0-1,0 0,-1-1,0-1,0 1,-1-1,18-22,5-9,49-78,-75 107,-5 8,0 0,1 0,-1 0,0 0,1 0,0 0,4-3,-6 5,0 1,-1 0,1-1,0 1,0 0,0 0,0-1,0 1,0 0,0 0,-1 0,1 0,0 0,0 0,0 1,0-1,0 0,0 0,0 1,-1-1,1 0,0 1,0-1,0 1,-1-1,1 1,0-1,0 1,-1-1,1 1,-1 0,1 0,0-1,-1 1,1 1,17 25,-2 1,0 1,-2 0,18 56,-16-44,22 64,-25-67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2:59.8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0 252,'10'16,"211"405,-139-230,-35-75,86 152,-127-258,-1-1,1 0,0 0,9 10,-24-56,-126-393,104 311,-26-205,52 276,2-64,3 97,1 0,1 0,0 0,2 0,-1 1,2-1,-1 1,11-19,-11 26,0 1,0 0,1 0,-1 0,1 1,1-1,-1 1,1 0,0 1,0 0,10-6,-6 5,0 1,1 0,0 0,0 1,0 1,21-3,-7 4,0 1,0 1,0 1,0 1,0 1,26 9,-31-8,0 2,-1 1,1 0,22 14,-37-19,1 1,0-1,-1 1,1 1,-1-1,0 1,-1 0,1 0,-1 0,0 1,0-1,0 1,-1 0,0 0,0 0,3 13,-6-14,1 0,-1 0,-1 0,1 0,-1 0,0 1,0-1,0-1,-1 1,1 0,-1 0,0 0,-1-1,1 1,-1-1,0 0,0 0,0 0,-1 0,-6 5,-4 4,0-1,-1-1,-1 0,-20 11,-5-2,6-6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0.17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0,'1'11,"0"-1,0 0,1 1,4 10,2 15,231 942,-84-380,-151-585,1 15,-5-28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0.58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0 487,'21'-7,"29"-22,70-54,-74 50,46-33,155-143,-245 208,4-5,1-1,-1 0,0 0,-1 0,6-10,-11 17,0 0,0 0,0 0,0-1,0 1,0 0,0 0,0 0,0 0,0-1,0 1,0 0,0 0,0 0,0 0,0-1,0 1,0 0,0 0,0 0,0 0,0-1,0 1,0 0,0 0,0 0,0 0,0-1,-1 1,1 0,0 0,0 0,0 0,0 0,0 0,0 0,-1-1,1 1,0 0,0 0,0 0,0 0,-1 0,1 0,0 0,-14-1,-13 5,15-2,1 1,0 1,0 0,0 0,1 1,-1 1,1-1,0 2,1-1,-14 13,11-7,0 0,1 1,1 0,0 1,1 0,-14 28,14-22,0 1,2-1,0 1,2 1,0-1,2 1,0 0,1 0,2 0,0 0,5 34,1-28,1 0,1-1,2 0,1-1,1 0,1 0,1-2,24 34,-18-32,1-1,1-1,0-1,2 0,1-2,1-1,30 18,-46-32,0-1,-1 0,2-1,-1 0,0 0,12 1,-17-4,-1 0,0-1,1 1,-1-1,1 0,-1-1,0 1,1-1,-1 0,0 0,0 0,1 0,-1-1,0 0,0 0,0 0,5-4,8-9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1.06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0,'13'10,"21"19,-1 1,-2 1,31 41,72 111,187 358,-228-374,-58-105,78 152,-110-207,1 0,-1 0,-1 1,1-1,2 15,-5-21,0 1,0-1,0 1,0-1,0 1,0-1,0 1,0-1,-1 1,1-1,-1 1,1-1,-1 1,1-1,-1 0,0 1,0-1,0 0,0 0,1 1,-2-1,1 0,0 0,0 0,0 0,0 0,-1-1,1 1,0 0,-3 0,-5 2,-1 0,0 0,0-1,0-1,0 0,0 0,0-1,-15-1,-4-3,-48-11,45 7,1-2,0 0,1-3,-32-17,46 21,1 0,0-1,0-1,1-1,0 0,1 0,1-2,-21-27,30 37,0-1,0 1,0-1,1 0,0 0,0 0,1 0,-1 0,1 0,0 0,1-1,-1 1,1 0,0-1,0 1,0 0,1-1,0 1,0 0,2-5,0 3,0 1,1-1,-1 1,1 0,0 1,1-1,-1 1,1-1,0 1,1 1,-1-1,1 1,0 0,10-5,4-1,0 1,1 1,0 1,0 1,40-7,-11 7,71 0,-63 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1.81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0 198,'14'11,"112"67,-41-28,251 179,95 56,-397-265,68 28,-87-43,1 0,0 0,0-1,0-1,0-1,0-1,18 1,-28-3,0 1,1-1,-1 0,0 0,0-1,0 0,0 0,0 0,-1-1,1 0,-1 0,1 0,-1-1,6-5,-4 2,-1 0,0 0,0 0,-1-1,0 0,0 0,-1 0,7-16,-4 0,0 0,-2 0,-1-1,-1 0,0 1,-3-34,-2 1,-4 1,-15-69,-37-108,40 164,14 55,2 8,0 0,0 0,1 0,0 0,0-1,0 1,1 0,1-10,-1 15,1 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2.34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482 0,'-16'14,"-195"157,160-124,-86 101,128-137,1 1,0 0,0 0,2 1,-1 0,-7 24,12-33,1-1,0 1,0-1,1 1,-1 0,1 0,0-1,0 1,0 0,0 0,1-1,0 1,-1 0,1-1,0 1,1-1,-1 1,1-1,-1 0,1 1,0-1,0 0,1 0,-1 0,1-1,-1 1,1 0,0-1,0 0,6 4,-4-3,1 0,-1 0,1-1,-1 0,1 0,0-1,0 1,0-1,0 0,0-1,0 0,0 0,0 0,0 0,7-2,-5 0,0-1,0 0,0 0,0 0,0-1,-1 0,1-1,-1 0,12-10,-9 5,1 0,-2-1,1 0,-2-1,1 0,-2 0,1 0,-2-1,0-1,0 1,-1-1,4-20,-6-27,-3 61,0 0,0-1,0 1,0 0,1 0,-1 0,0 0,0 0,0-1,0 1,1 0,-1 0,0 0,0 0,1 0,-1 0,0 0,0 0,0 0,1 0,-1 0,0 0,0 0,1 0,-1 0,0 0,0 0,0 0,1 0,-1 0,0 0,0 1,0-1,1 0,-1 0,0 0,0 0,0 0,0 0,1 1,-1-1,0 0,0 0,0 0,0 1,0-1,12 9,8 11,0 1,-2 0,0 1,16 29,51 102,-78-139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2.68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0,'0'1,"1"-1,0 1,0 0,-1 0,1-1,-1 1,1 0,0 0,-1 0,0 0,1-1,-1 1,1 2,1 1,68 142,93 275,-73-121,16 48,-79-273,-24-69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3.3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1,'23'25,"115"166,-94-125,65 76,-106-138,0 0,1-1,-1 1,1-1,0 0,0 0,0 0,0-1,7 4,-9-6,1 1,-1-1,0 0,1 1,-1-1,0 0,1 0,-1-1,0 1,1 0,-1-1,0 0,1 1,-1-1,0 0,0 0,0 0,0 0,0-1,0 1,3-3,10-8,0-2,-1 1,-1-2,21-28,41-75,-46 70,-12 22,0 0,-2-1,0 0,13-34,-24 69,-1 0,0 0,0 0,1 10,9 35,-1 3,28 78,-34-119,0 0,1 0,1-1,0 1,1-2,1 1,0-1,1-1,20 20,-25-27,0 0,1-1,-1 0,1 0,0 0,0-1,0 0,0-1,1 1,-1-1,1-1,0 1,-1-1,13 0,-9-2,0 0,0-1,0 0,0-1,0 0,-1 0,0-1,1-1,10-6,7-7,-1-1,0-1,-2-1,-1-2,39-45,-57 61,20-23,25-37,-46 59,1-1,-1 0,-1 0,1 0,-1 0,-1-1,0 0,0 0,2-19,-5 28,0 0,0 1,0-1,0 0,0 0,0 1,0-1,0 0,0 0,-1 1,1-1,0 0,0 1,-1-1,1 0,0 1,-1-1,0 0,1 1,0-1,-1 1,1 0,0 0,-1 0,1 0,0 0,-1 0,1 0,0 0,-1 0,1 0,0 0,-1 0,1 0,0 0,-1 0,1 1,0-1,-1 0,1 0,0 0,-1 0,1 1,0-1,-1 0,-1 2,0 0,0 0,0 0,0 0,0 0,1 1,-1-1,-1 3,0 3,0 1,0-1,1 1,0 0,1 0,0 0,0 0,1 0,0 9,2 6,1-1,7 31,1-12,3 0,1-1,2 0,2-1,24 38,-6-19,3-2,68 76,-72-95,-28-31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3.72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7.92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85 342,'-4'-20,"-30"-70,26 73,1-1,0 1,1-1,1-1,1 1,0-1,0-21,3 26,1 9,-1-1,1 1,1-1,-1 1,1-1,1-7,-1 12,-1 1,0 0,1-1,-1 1,0 0,0-1,1 1,-1 0,1 0,-1-1,0 1,1 0,-1 0,1-1,-1 1,0 0,1 0,-1 0,1 0,-1 0,1 0,-1 0,1 0,-1 0,0 0,1 0,-1 0,1 0,-1 0,1 0,-1 0,1 1,-1-1,0 0,1 0,0 1,16 9,-8-2,0 1,0 0,-1 1,0 0,-1 1,0 0,0 0,-1 0,5 14,4 14,15 61,-14-31,-4 0,7 108,-14 144,-2-35,-1-238,2 1,3-1,21 84,-21-112,0 0,1 0,0-1,2 0,0 0,2-1,0-1,0 0,2 0,0-2,19 17,-8-12,1-2,1-1,1 0,0-3,1 0,1-2,-1-1,2-1,0-2,0-1,32 3,26-1,1-4,150-11,365-51,-3-24,-457 61,954-145,653-83,-99 89,-1579 152,-5 1,0-2,131 4,-195 5,-4-1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8.79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0 188,'2'0,"0"-1,0 0,0 1,0-1,0 0,0 0,-1-1,1 1,0 0,-1 0,1-1,0 1,1-4,9-6,9-4,2 1,0 0,1 2,0 1,30-10,129-29,-148 43,-1 1,1 2,0 1,0 1,0 3,0 0,47 10,-64-8,0 2,0 1,0 0,0 1,-1 1,24 15,-29-15,0 1,-1 0,0 0,-1 1,0 1,0 0,-1 0,-1 1,10 17,-10-14,-1 0,-1 0,-1 1,0 0,-1 1,0-1,-2 1,0-1,-1 1,0 0,-4 31,1-26,-2 0,-1 0,-1 0,0 0,-2-1,0 0,-2 0,-14 23,24-43,0-1,-1 0,1 0,0 1,0-1,-1 0,1 1,0-1,0 0,0 1,-1-1,1 0,0 1,0-1,0 0,0 1,0-1,0 1,0-1,0 0,0 1,0-1,0 0,0 1,0-1,0 1,0-1,0 0,0 1,1-1,-1 0,0 1,0-1,0 0,1 1,-1-1,0 0,0 0,1 1,-1-1,0 0,1 0,-1 1,0-1,1 0,-1 0,0 0,1 1,-1-1,0 0,1 0,-1 0,0 0,1 0,-1 0,1 0,28-1,-19 0,36-2,10-1,85 5,-125 1,0 0,1 0,-1 2,0 0,-1 0,1 2,-1 0,0 1,26 16,-38-21,1 0,-1 1,0-1,0 1,0 0,0 0,-1 0,1 1,-1-1,1 0,-1 1,0 0,-1-1,1 1,-1 0,0 0,1 0,-2 0,1 0,0 0,-1 0,0 1,0-1,0 0,0 0,-1 0,0 0,1 0,-4 6,1 0,-2 0,1 0,-1-1,-1 0,0 0,0 0,0-1,-1 1,-1-2,-11 11,-8 3,0-2,-2 0,0-2,-1-2,0 0,-1-2,-1-1,0-2,-1-1,0-2,0-1,0-1,-60 0,79-6,0 0,0-1,-20-5,6-2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09.5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112 1455,'0'-17,"5"-35,3 0,2 0,22-69,67-142,-67 189,3 3,4 1,2 2,3 1,105-120,-114 152,0 0,3 2,0 2,2 2,1 1,2 2,0 2,2 2,0 2,91-27,-93 38,0 1,0 1,1 3,0 2,0 2,0 1,0 3,0 1,-1 2,0 2,0 2,-1 2,-1 2,0 2,-1 1,-1 2,-1 1,42 32,-17-5,-3 2,-2 3,-2 3,94 121,-88-90,-3 2,-5 3,48 110,-75-138,-2 0,-3 2,-3 1,-3 0,14 127,-27-140,-2 0,-2 1,-2-1,-3 0,-3-1,-1 1,-36 101,25-100,-4 0,-1-2,-3-1,-3-1,-1-2,-2-1,-3-1,-2-3,-1-1,-72 57,71-68,-1-1,-2-3,-1-1,-1-3,-1-1,0-3,-2-2,-1-2,0-2,0-3,-1-2,-61 3,49-10,0-4,0-2,0-3,0-3,1-2,-106-37,91 20,1-3,1-4,2-3,-116-83,142 87,2-3,2-1,1-3,2-1,2-2,3-1,1-3,2 0,3-2,1-2,-35-93,25 26,13 20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0.26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1,'0'0,"0"0,0 0,0 0,0 0,0 0,0 0,0 0,0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5.09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551 172,'-10'-27,"5"17,0 1,0-1,-1 2,0-1,-1 1,0 0,0 0,-1 0,0 1,0 1,-1-1,1 1,-1 1,-1 0,1 0,-1 0,0 2,0-1,-16-3,14 5,0 0,1 1,-1 0,0 1,0 0,0 1,0 0,0 1,0 1,1-1,-1 2,1 0,0 0,0 1,0 0,1 1,-12 8,9-4,1 1,0 1,0 0,1 0,1 1,0 0,1 1,0 0,1 0,1 1,0 0,1 1,1-1,-6 25,9-30,0 1,0-1,1 1,1 0,0-1,0 1,1-1,0 1,1 0,0-1,1 0,0 1,0-1,1-1,1 1,0 0,0-1,1 0,0 0,0-1,1 0,0 0,11 10,-11-13,-1 0,1 0,0-1,1 1,-1-2,1 1,-1-1,1 0,0-1,0 0,1 0,-1 0,0-1,0-1,1 1,-1-1,1-1,-1 0,0 0,0 0,1-1,-1 0,0-1,-1 0,1 0,0-1,-1 0,0 0,0 0,0-1,10-9,-2 0,0 0,-1-2,0 1,-1-2,-1 0,-1 0,0-1,-1 0,-1-1,-1 0,-1-1,0 1,-2-1,0-1,-1 1,2-40,-6 48,2 22,2 11,77 586,-62-426,33 523,-52-700,0 3,0-1,0 1,-1 0,0-1,-3 12,4-17,0-1,-1 1,1 0,0 0,-1-1,1 1,-1 0,1-1,-1 1,1-1,-1 1,1-1,-1 1,0-1,1 1,-1-1,0 1,1-1,-1 0,0 1,-1-1,0 0,1 0,-1 0,1 0,-1 0,1 0,-1-1,0 1,1-1,-1 1,1-1,0 0,-1 0,1 1,0-1,-2-2,-12-8,1-2,0 1,1-2,0 0,-19-29,-44-85,65 105,0 0,1-1,1 0,1 0,-6-37,13 52,0 0,1 0,-1 0,2 0,-1 0,2 0,-1 0,4-11,-3 15,0-1,1 1,-1-1,1 1,0 0,1 0,-1 0,1 1,0-1,0 1,1 0,-1 0,9-6,5 1,0 0,0 1,0 1,1 0,0 2,1 0,-1 1,1 2,22-2,-3 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5.98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0,'0'0,"4"10,19 41,-2-4,3 0,1-1,36 48,-58-89,1 0,0 0,1-1,-1 0,1 0,9 6,-13-9,1 0,0 0,0 0,0 0,0-1,-1 1,1-1,0 1,0-1,0 0,0 0,0 1,0-2,0 1,0 0,0 0,0-1,0 1,0-1,0 1,0-1,0 0,0 0,2-1,13-11,0 0,-1-1,-1-1,22-26,-17 19,32-29,-48 48,-1 1,0-1,1 1,-1 0,1 0,0 0,0 1,0-1,-1 1,1 0,1 0,-1 0,0 1,0-1,8 1,-6 1,0 0,0 0,1 1,-1 0,0 0,0 0,-1 1,1 0,7 4,6 7,-1 0,-1 1,0 1,21 27,-18-19,-5-5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6.85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64,'0'0,"0"0,0 0,3 10,14 29,1-1,2 0,2-2,34 44,-39-58,2-1,0-1,1 0,1-1,1-2,1 0,35 20,-50-33,-1 0,1 0,0-1,0-1,0 1,1-1,-1-1,0 1,1-1,-1-1,1 0,15-1,-17-1,0 1,0-1,0-1,0 1,-1-1,1-1,-1 1,1-1,-1 0,0 0,-1-1,1 0,-1 0,0 0,6-8,8-13,-1-1,-1 0,-2-2,-1 0,-1 0,-1-2,-2 1,-1-1,-1-1,6-56,-14 30,3 57,2 6,7 10,26 45,33 70,23 70,-91-193,38 91,-28-63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7.33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1,'11'14,"21"37,-2 2,-2 1,24 67,-30-69,14 33,226 483,-238-523,2-1,2-2,50 61,-66-89,0-1,1-1,1 0,0 0,0-1,1-1,1-1,-1 0,2-1,-1 0,1-1,0-1,24 5,-32-10,1 0,0 0,0-1,16-1,-22 1,1-1,0 0,-1 0,1-1,-1 1,1-1,-1 0,0 0,1 0,-1-1,5-3,3-7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7.67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0 201,'0'0,"0"0,0 0,3 0,3-3,10-3,9-6,9-4,13-5,11-1,13 0,8 1,1 2,-2 1,-9 1,-13 3,-16 4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8.01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1,'0'0,"0"0,2 3,5 6,2 10,7 15,5 13,4 9,2 6,0 4,0-5,-3-6,-6-13,-5-14,-5-11,-5-9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8.39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1,'0'0,"0"0,0 0,0 0,3 0,3 0,1 0,-1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9.00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1 690,'17'-4,"220"-79,-101 33,303-132,-13-30,-389 193,15-5,-30 14,-1 0,0-1,0-2,23-18,-43 30,0 1,0-1,0 1,0-1,-1 0,1 0,0 1,-1-1,1 0,0 0,-1 0,1 0,-1 0,1 0,-1 0,0 0,1 0,-1 0,0 0,0 0,0 0,0 0,0-1,0 1,-1 0,1 0,-1 0,1 1,-1-1,1 0,-1 0,0 1,0-1,1 0,-1 1,0-1,0 1,0-1,0 1,0-1,1 1,-1 0,-2-1,-3-1,0 1,0 0,0 0,-1 0,1 1,-10 0,-2 3,0 1,0 0,1 1,-1 1,1 1,1 0,-17 10,9-3,1 1,1 0,1 2,-22 22,26-23,2 2,0 0,1 0,1 2,1 0,0 0,2 1,0 0,2 1,0 0,-9 43,14-49,1 1,1 0,0-1,1 1,0 0,2-1,0 1,1-1,0 1,2-1,0 0,0-1,2 1,0-1,0 0,2-1,13 20,-8-18,1 1,1-2,1 0,0-1,0-1,1-1,1 0,0-1,1-1,0-1,39 12,-23-11,-1-1,1-2,0-2,1-1,-1-2,51-3,-62-1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39.65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1,'10'11,"44"56,66 108,31 86,-77-130,-44-78,34 79,-56-111,-1-1,-1 2,-1-1,-1 1,-1 0,0 0,-2 29,-5 9,0 41,5-91,-1 1,2-1,-1 0,1 0,1 0,0 0,6 13,-7-19,0 0,1 0,-1 0,1-1,0 1,0-1,1 1,-1-1,1 0,-1 0,1-1,0 1,7 3,-3-3,1 1,0-1,-1-1,1 0,17 2,4-2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0.28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11 0,'1'12,"13"69,3-1,41 112,-44-149,79 238,39 128,-125-388,23 88,-27-92,0 1,-1-1,-1 0,-1 24,0-39,0-1,0 1,0-1,0 1,-1-1,1 0,0 1,-1-1,0 0,1 1,-1-1,0 0,1 0,-1 1,0-1,0 0,0 0,0 0,0 0,0 0,0 0,-1-1,1 1,0 0,0-1,-1 1,1 0,0-1,-1 0,1 1,-1-1,1 0,-1 1,1-1,0 0,-1 0,-1-1,-6 1,1-1,0-1,0 1,0-1,-9-4,-3-1,1-1,0-1,0-1,1-1,0 0,1-1,-21-20,25 20,0-1,1 0,1-1,0 0,1-1,0 0,2-1,-14-32,19 42,1-1,0 0,0 0,1 1,0-1,0 0,1 0,0 0,0 0,0 0,1 0,0 0,1 0,1-7,0 9,-1 0,1-1,0 1,0 0,0 0,1 0,0 1,0-1,0 1,0 0,1 0,0 1,0-1,0 1,0 0,10-4,11-3,0 2,1 0,1 2,-1 1,1 1,28 0,-6 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1.23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42,'1'1,"0"1,0-1,0 1,0-1,1 0,-1 1,1-1,-1 0,1 0,-1 0,1 0,2 1,1 1,15 12,-1 1,0 0,28 33,41 64,-72-91,150 231,-65-94,-101-158,0-1,0 0,0 0,0 0,1 0,-1 1,0-1,0 0,1 0,-1 0,0 0,0 0,1 0,-1 0,0 0,0 0,1 0,-1 0,0 0,0 0,1 0,-1 0,0 0,0 0,1 0,-1 0,0 0,0 0,1 0,-1 0,0 0,0-1,0 1,1 0,-1 0,0 0,0 0,0-1,1 1,-1 0,0 0,0 0,0-1,0 1,0 0,0 0,1-1,-1 1,0 0,0 0,0 0,0-1,0 1,0 0,0-1,0 1,0 0,0-1,6-17,0-25,-1-1,-1-76,4-44,-3 131,11-42,-12 62,0 0,1 1,0 0,1 0,0 0,11-14,-15 24,-1 0,1 0,0 0,0 0,1 0,-1 0,0 1,1-1,-1 1,1 0,-1-1,1 1,0 0,-1 1,6-2,-3 1,1 1,-1 0,1 0,-1 0,1 1,-1-1,9 4,5 1,-1 2,-1 1,26 14,-14-4,41 33,-51-36,0 0,1-2,1 0,40 19,-59-32,0 1,0-1,0 1,1-1,-1 0,0 0,0 0,0 0,0 0,0 0,1 0,-1-1,0 1,0-1,0 0,0 0,0 1,0-1,0-1,-1 1,1 0,0 0,0-1,-1 1,1-1,-1 1,1-1,-1 1,0-1,2-3,4-6,0-1,-1 0,8-24,-5 15,-1 3,28-58,-32 69,1 0,0 0,0 0,0 1,0-1,1 1,11-8,-15 12,0 1,0 0,0 0,0 0,0 1,0-1,0 0,0 1,0-1,0 1,0 0,0 0,0 0,0 0,0 0,4 0,-2 1,1 1,-1-1,0 1,0-1,1 1,-1 1,5 2,4 5,0 1,-1 0,14 15,-24-24,158 190,-147-176,1 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1.76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260 21,'-13'-16,"10"15,-1 0,1 0,-1 1,1-1,-1 1,1 0,-1 0,1 0,-1 1,0-1,1 1,0 0,-1 0,1 0,-1 0,1 1,0-1,0 1,0 0,-4 3,-5 3,0 1,1 0,-16 18,15-13,0 0,1 1,1 0,0 1,1 0,0 1,2 0,0 0,-6 22,11-29,-1 0,1 1,1-1,0 0,0 1,1-1,0 1,1-1,0 0,1 1,0-1,1 0,0 0,0 0,1-1,0 1,11 16,-11-21,0 1,0-1,1 0,-1-1,1 1,1-1,-1 0,0 0,1 0,0-1,0 0,0 0,0-1,0 1,1-1,-1-1,1 1,-1-1,1 0,-1-1,1 0,0 0,-1 0,1 0,0-1,9-3,-2 1,0-2,0 0,0 0,0-2,-1 1,0-2,0 1,-1-2,0 0,20-19,-8 1,-1 0,-1-1,-1-1,-2-1,19-39,-38 68,0 0,1 1,-1-1,0 0,1 0,-1 0,1 1,-1-1,1 0,-1 0,1 1,-1-1,1 1,0-1,-1 0,1 1,0-1,-1 1,1 0,0-1,0 1,0-1,-1 1,1 0,0 0,0 0,0-1,0 1,0 0,-1 0,1 0,0 0,0 0,0 0,0 1,0-1,-1 0,1 0,0 1,0-1,0 0,0 1,-1-1,1 1,0-1,-1 1,1-1,0 1,-1 0,1-1,0 2,4 3,-1 0,0 1,0-1,0 1,3 8,59 151,-21-48,-35-94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2.51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338 1,'-4'0,"-1"1,1 0,0 1,-1-1,1 1,0-1,0 1,0 0,0 1,-4 3,0-1,-15 10,0 2,2 1,0 0,1 2,1 0,0 1,2 1,1 1,0 0,2 1,1 1,1 0,0 0,2 2,-10 42,19-61,0 0,0 0,1 1,0-1,1 0,-1 1,2-1,-1 0,4 10,-5-16,1 0,-1 0,1 0,0 0,0 0,0 0,0 0,0 0,0 0,0-1,1 1,-1 0,1-1,-1 1,1-1,0 0,-1 1,1-1,0 0,0 0,0 0,0 0,0 0,0-1,0 1,0-1,0 1,0-1,1 0,-1 0,0 0,0 0,0 0,0 0,1 0,-1-1,0 1,0-1,0 0,2 0,5-4,0 1,-1-1,1 0,-1-1,0 0,-1 0,1-1,-1 0,10-13,5-10,22-36,-43 64,14-23,-10 14,1 1,0 1,0-1,1 1,1 0,11-11,-18 19,1 0,-1 0,1 0,-1 1,1-1,-1 0,1 1,-1-1,1 1,-1 0,1-1,0 1,-1 0,1 0,0 0,-1 0,1 0,-1 0,1 1,0-1,-1 0,1 1,-1-1,3 2,3 2,-1-1,-1 1,1 0,8 9,14 13,-1 2,-2 1,31 47,57 105,121 244,-166-284,55 164,-121-300,37 123,-35-112,-1 0,0 0,-2 0,1 0,-3 31,1-45,-1 1,1-1,0 0,-1 1,0-1,1 0,-1 0,0 0,0 0,0 0,0 0,-1 0,1 0,-1 0,1-1,-1 1,1 0,-1-1,0 1,0-1,0 0,1 0,-1 0,-1 0,1 0,0 0,0 0,0 0,0-1,-1 1,1-1,-4 0,-5 1,-1-2,1 1,-1-2,1 1,-15-5,-26-9,1-1,0-3,2-2,0-3,2-1,0-2,-44-36,69 47,1-1,-35-38,50 48,-1-1,2 0,-1 0,1 0,0 0,1-1,0 0,0 0,1 0,0 0,-2-14,4 18,1-1,0 1,1-1,-1 1,1 0,0-1,0 1,1 0,0 0,0 0,0 0,0 0,1 0,-1 1,1-1,1 1,-1 0,1 0,6-6,1-1,2 1,-1 1,1 0,1 1,21-11,22-3,1 2,0 2,82-13,-53 12,-32 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3.02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0,'10'26,"34"82,90 160,-120-244,-8-12,1 0,0-1,1 1,0-2,1 1,0-1,12 10,-19-19,0 1,1-1,-1 0,1 0,-1 0,1-1,0 1,-1-1,1 1,0-1,0 0,-1 0,1 0,0 0,0-1,-1 1,1-1,0 1,-1-1,1 0,-1 0,1 0,-1-1,0 1,1 0,-1-1,4-3,6-5,0 0,0-1,14-17,-23 24,31-38,49-82,-76 112,-6 11,0 0,-1 0,1 0,0 0,-1 0,1 1,0-1,0 0,0 0,0 1,-1-1,1 1,0-1,0 1,0-1,0 1,0-1,1 1,-1 0,0 0,0 0,2-1,-1 2,0-1,1 0,-1 1,0-1,1 1,-1 0,0 0,0 0,1 0,1 2,7 4,-1 1,0 1,10 11,-13-13,81 95,-66-74,1-1,2-1,41 36,-48-50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3.41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1,'0'0,"0"0,3 2,3 5,4 6,2 9,3 9,1 7,0 3,1 0,0-2,-1-2,-2-4,-4-9,-4-8,-2-6,-3-5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3.78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1,'0'0,"0"0,0 0,0 0,3 0,3 0,4 0,3 0,-1 0,-2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4.48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1291 0,'-7'11,"-80"98,-83 137,160-231,-250 423,23 16,173-330,-321 655,376-759,1-2,-1-1,0 0,-15 21,17-29,3-7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4.82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0,'14'14,"66"74,110 158,-164-210,224 318,31 44,23-19,-254-322,-10-10,1-2,90 75,-107-103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5.78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403 140,'0'-19,"0"14,0 0,0-1,-1 1,0 0,0 0,-1 0,1 0,-1 1,0-1,0 0,-1 1,1-1,-1 1,0 0,0 0,-1 0,1 0,-1 0,0 1,0 0,0-1,0 2,-1-1,1 0,-1 1,1 0,-1 0,0 0,0 1,-5-2,2 2,1 0,-1 0,0 1,1 0,-1 1,0-1,0 2,1-1,-1 1,1 0,-1 0,1 1,0 0,0 0,0 1,1 0,-1 0,-9 8,2 0,0 0,1 2,0-1,1 1,1 1,-16 26,19-28,1 1,1 0,0 1,1-1,1 1,-5 26,8-34,0-1,0 1,1-1,0 1,0-1,1 1,-1-1,1 1,1-1,0 0,-1 0,2 1,-1-1,1-1,0 1,0 0,0-1,7 9,-8-13,0 1,0 0,0 0,0-1,0 1,0-1,0 0,0 1,0-1,1 0,-1 0,1-1,-1 1,1 0,-1-1,1 1,3-1,-2 0,0-1,1 1,-1-1,-1 0,1 0,0-1,0 1,0-1,-1 0,5-2,3-4,0 0,-1 0,0-1,0-1,13-17,-8 8,-1 0,21-39,-31 50,0-1,0 1,-1-1,0 0,-1 0,0 0,0 0,-1-1,0 1,-1-12,2 18,2 10,5 13,7 29,-3 1,9 69,-12-60,3 7,84 505,-44 6,-52-551,0-6,0-1,-1 1,-1-1,-1 1,-8 30,10-47,-1-1,0 1,1-1,-1 0,0 1,-1-1,1 0,0 0,-1 0,1 0,-1 0,1 0,-1 0,0 0,0-1,0 1,0-1,0 1,0-1,0 0,-1 0,1 0,0 0,-1 0,1-1,-1 1,1-1,-1 1,1-1,-1 0,1 0,-5 0,-2-2,0 0,0 0,0-1,0 0,1 0,-1-1,-13-8,-20-16,0-1,3-2,0-2,2-1,-62-75,89 97,1 0,0-1,0 0,2-1,-1 0,2 0,-8-23,12 30,1 1,0-1,0 0,0 0,1 0,0 0,0 0,1 0,0 1,0-1,0 0,1 0,0 1,1-1,-1 1,1 0,0 0,1 0,6-8,1 0,1 1,0 1,1 0,1 1,0 1,0 0,1 1,0 0,1 1,29-10,1 2,1 2,80-12,-53 15,1 4,135 4,-183 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6.29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0,'38'21,"0"1,-1 2,36 32,92 94,-72-56,-5 4,-3 4,-5 4,-5 2,-4 4,83 181,-112-195,-4 2,-5 1,27 135,-45-149,-3 2,-4 0,-4 0,-10 117,1-148,-2 1,-3-1,-3 0,-2-1,-26 64,29-94,-1 0,-1-1,-1 0,-38 45,39-54,-1-1,-1-1,-1-1,0 0,0-1,-1-1,-32 15,24-15,-34 11,-20-2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6.71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429 1,'0'2,"0"0,-1 0,1 1,-1-1,1 0,-1 0,0 1,0-1,0 0,0 0,0 0,-2 2,-7 12,-93 182,45-75,5 2,6 2,-57 246,88-294,4 1,4 1,3 0,3 0,4 0,4 0,30 149,-15-153,3-2,3-1,3-1,4-1,2-2,4-2,3-1,2-3,4-1,2-3,90 84,-71-82,3-3,2-4,2-2,3-4,2-4,2-3,1-4,2-4,131 34,-106-43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7.92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1694 0,'0'0,"-13"4,-9 5,0 0,0 2,2 1,-1 1,1 0,-34 32,5 2,-51 62,-347 489,297-385,-58 75,-232 331,433-610,-26 34,31-40,-1-1,1 0,-1 1,0-1,0-1,0 1,1 0,-2-1,1 1,0-1,0 0,-7 1,-11-1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8.25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1,'2'0,"1"0,-1 1,0-1,0 1,0 0,0-1,0 1,0 0,0 0,0 0,3 3,4 2,545 370,-309-179,-8 10,-10 11,269 332,-453-495,-15-17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8.98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582 0,'-17'1,"11"-2,-30 2,1 1,-1 1,1 2,0 2,0 1,1 2,-46 19,61-21,1 2,1 0,0 0,1 2,0 0,-18 18,24-20,0 1,1 0,0 1,1 0,0 1,1-1,1 1,0 1,-6 18,9-22,0 1,2-1,-1 1,1-1,0 1,1-1,1 1,-1-1,2 1,-1-1,2 1,-1-1,7 14,-7-19,0 0,0 0,1 0,0 0,0-1,0 1,1-1,0 0,-1 0,1 0,1-1,-1 1,0-1,1 0,0 0,0-1,0 1,0-1,0 0,0 0,0-1,1 0,-1 0,1 0,-1 0,1-1,5 0,1-1,-1-1,0 0,0-1,0 0,0-1,0 0,-1-1,0 0,0-1,0 0,0 0,14-13,5-7,-2 0,35-43,-39 42,-1-1,-1 0,-2-2,-1 0,-1-1,24-65,-41 96,0 0,0 0,0 0,0-1,0 1,0 0,0 0,0 0,0 0,1 0,-1 0,0 0,0 0,0 0,0 0,0 0,0 0,0-1,0 1,0 0,0 0,0 0,0 0,0 0,0 0,0 0,0 0,0 0,1 0,-1 0,0 0,0 0,0 0,0 0,0 0,0 0,0 0,0 0,0 0,0 0,0 0,1 0,-1 0,0 0,0 0,0 0,0 0,0 0,0 0,0 0,0 0,0 0,0 0,0 0,0 0,0 0,0 1,1-1,-1 0,0 0,0 0,0 0,0 0,5 9,3 14,279 1113,-263-1011,15 228,-39-348,0 7,1 0,-2-1,0 1,-3 18,3-27,0 0,0-1,0 1,0 0,0-1,0 1,-1-1,1 1,-1-1,0 0,0 0,0 0,0 0,0 0,0 0,0 0,-1-1,1 1,-1-1,1 1,-1-1,1 0,-1 0,-3 0,-4 1,1 0,-1-2,0 1,1-1,-1 0,0-1,1 0,-12-3,-76-26,92 29,-57-22,-94-50,119 52,1-1,1-1,-51-47,75 61,1-1,1 0,0-1,0 0,1 0,-11-21,17 28,1 1,-1 0,1 0,0-1,0 1,0-1,0 1,1-1,0 1,-1-1,1 1,0-1,1 1,-1-1,1 1,-1-1,1 1,0-1,0 1,1 0,-1-1,1 1,0 0,-1 0,1 0,1 0,-1 0,0 1,1-1,-1 1,5-3,4-3,0 1,0 0,1 1,0 0,1 1,-1 0,1 1,24-4,112-10,-139 17,215-8,-129 6,-13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49.88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18,'0'0,"0"0,14 4,17 5,0-2,1-1,32 2,101 0,-143-7,829-24,-705 16,66-5,434-7,-646 19,0 0,0 0,-1 0,1 0,0 0,0 0,0 1,0-1,0 0,0 0,0 0,0 0,0 0,0 0,0 0,0 0,0 0,0 0,0 0,0 0,0 0,0 0,0 0,0 1,0-1,0 0,0 0,0 0,0 0,0 0,0 0,0 0,0 0,0 0,0 0,0 0,0 0,0 1,0-1,0 0,0 0,0 0,0 0,0 0,0 0,0 0,0 0,0 0,0 0,0 0,0 0,0 0,0 0,0 0,0 0,1 0,-1 0,-12 8,-19 6,-453 183,-11-20,-85 32,11 30,556-231,13-8,0 0,0 0,0 0,0 0,0 1,0-1,-1 0,1 0,0 0,0 0,0 0,0 0,0 0,0 0,0 0,0 0,0 0,0 1,0-1,0 0,0 0,0 0,0 0,0 0,0 0,0 0,0 0,0 0,0 1,0-1,0 0,0 0,0 0,0 0,0 0,0 0,0 0,0 0,0 0,0 1,0-1,0 0,0 0,0 0,1 0,-1 0,0 0,0 0,0 0,0 0,0 0,0 0,0 0,0 0,1 0,26 2,299-32,-154 12,1377-73,-1362 84,-132 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1.63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1850 1,'0'0,"-7"4,-67 42,2 3,-84 75,-114 134,-4 33,-418 578,617-759,-77 105,148-210,0 0,-1 0,0 0,-5 4,9-8,0 0,-1 0,1 0,0 0,-1-1,1 1,-1-1,1 1,-1-1,1 1,-1-1,1 0,-1 0,1 0,-1 0,1 0,-1 0,1 0,-1 0,1 0,-1-1,-1 0,-11-7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1.97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1,'181'199,"256"304,-300-323,-8 6,-8 5,155 335,-252-471,-9-16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3.03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1,'3'2,"1"1,-1 0,1 0,-1 0,0 1,0-1,0 1,3 5,7 9,49 56,66 105,37 91,-94-151,-63-103,-4-9,0 0,1 0,-1 0,1-1,11 12,-8-47,25-88,-24 77,3-1,1 2,1 0,23-42,-35 77,0 0,1 0,-1 0,1 1,0-1,0 1,0 0,1 0,-1 0,1 0,6-3,-8 5,1 0,0 0,0 0,0 0,0 1,0 0,0-1,0 1,0 0,0 1,0-1,0 0,0 1,0 0,0 0,0 0,-1 0,5 2,13 7,0 2,-1 0,28 24,3 1,-39-29,0 0,0 0,0-1,0-1,23 9,-31-14,-1 0,1 0,-1-1,1 1,0-1,0 1,-1-1,1 0,0 0,0 0,-1-1,1 1,0-1,-1 1,1-1,0 0,-1 0,1 0,-1 0,1-1,-1 1,0-1,0 1,1-1,-1 0,0 0,-1 0,4-4,17-26,21-41,-26 44,-17 27,1 1,0 0,-1 0,1-1,0 1,0 0,0 0,0 0,0 0,0 0,1 0,-1 0,0 0,0 1,1-1,-1 0,0 1,1-1,-1 1,1-1,-1 1,0 0,1 0,-1-1,1 1,-1 0,1 0,-1 1,1-1,-1 0,1 0,-1 1,1-1,-1 1,0-1,1 1,-1-1,2 2,5 3,1 1,-1 0,0 1,12 12,-8-8,44 42,-2 2,83 111,-122-144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3.48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0,'0'0,"20"21,315 345,-330-361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3.83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0,'0'0,"0"0,0 0,0 0,0 0,0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4.46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1,'0'0,"4"10,4 13,0 0,-1 0,-2 1,5 40,-4-25,55 470,9 55,76 91,-144-649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5.50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1,'10'16,"129"248,-103-204,3-1,59 67,-90-116,1 0,1-1,-1 0,2-1,-1 0,23 12,-29-18,0 0,0 0,0-1,0 1,0-1,1 0,-1 0,0-1,0 1,1-1,-1 0,0 0,1-1,-1 1,0-1,1 0,-1 0,0 0,0-1,0 0,0 1,0-1,0-1,5-3,3-4,0 0,-1-2,0 1,-1-2,0 1,-1-1,9-17,48-104,-56 111,67-167,-76 187,-1 1,1-1,0 1,0-1,1 1,-1 0,0-1,1 1,0 0,-1 0,4-3,-4 5,0 0,0-1,0 1,0 0,0 0,0 0,0 0,0 0,0 0,0 0,0 0,1 0,-1 0,0 1,0-1,0 0,0 1,0-1,0 1,0-1,0 1,-1-1,1 1,0 0,0-1,0 1,0 0,-1 0,1 0,0 1,41 43,-3 1,52 82,-73-101,33 50,-26-36,2-1,56 62,-77-96,0-1,0 0,0 0,1 0,-1-1,11 5,3-1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5.82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1 251,'14'0,"92"-3,152-24,101-40,-163 28,203-23,-149 25,-198 28,-14 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6.86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0,'0'0,"0"0,1 1,-1-1,1 1,0 0,-1 0,1-1,0 1,-1 0,1 0,-1 0,1-1,-1 1,0 0,1 0,-1 1,3 3,44 103,-4 2,30 124,93 448,-70-262,-50-253,-42-157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7.20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1 273,'0'0,"4"0,514-97,-44 7,-45 11,-391 73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7.56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0 301,'10'-1,"-1"0,1 0,-1-1,1 0,-1-1,12-5,13-3,723-177,-483 125,-190 43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3:58.36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215 0,'-10'154,"1"-65,7-50,-46 522,-41-4,82-528,-22 114,29-143,0 0,-1 0,1 0,0 1,0-1,0 0,0 0,0 1,0-1,-1 0,1 0,0 1,0-1,0 0,0 1,0-1,0 0,0 0,0 1,0-1,0 0,0 0,0 1,1-1,-1 0,0 0,0 1,0-1,0 0,0 0,0 1,1-1,-1 0,0 0,0 1,0-1,0 0,1 0,-1 0,7-13,3-19,-2 0,7-56,-5 28,126-681,-96 528,-30 155,16-73,-21 110,2 0,0 1,1 0,12-20,-19 37,1 0,0 0,0 0,0 1,0-1,0 1,1-1,-1 1,1 0,0 0,-1 0,1 0,0 0,0 1,0-1,1 1,-1 0,0 0,0 0,1 1,-1-1,0 1,1-1,-1 1,1 0,-1 0,0 1,1-1,-1 1,0 0,1 0,-1 0,4 2,9 3,-1 1,0 1,-1 1,0 0,19 16,11 12,-2 1,-2 3,63 81,85 153,-117-166,65 92,216 246,-331-426,-15-16,-1 0,0 0,0 1,0-1,-1 1,0 0,6 11,-10-16,0-1,1 1,-1-1,0 1,0 0,0-1,0 1,0-1,0 1,0-1,0 1,0-1,-1 1,1-1,0 1,0-1,0 1,0-1,-1 1,1-1,0 1,-1-1,1 1,0-1,-1 0,1 1,-1-1,1 1,0-1,-1 0,1 1,-1-1,0 0,-22 8,22-7,-42 8,-46 4,53-8,-883 122,841-116,-9 3,-159 4,212-21,17-1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00.37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289 2378,'0'0,"0"0,-1-7,-38-190,23 126,-51-218,-83-458,142 685,3 0,2 0,4 0,11-86,-7 114,1 1,2 0,2 0,1 0,1 1,2 1,1 0,1 1,31-42,-23 43,0 1,2 1,1 1,1 1,1 2,37-24,-42 32,1 1,0 1,1 2,1 0,-1 1,2 2,-1 1,49-6,-63 12,0 1,0 0,-1 0,1 2,0 0,-1 0,0 1,1 0,-1 1,18 9,-5 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00.88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506 0,'0'14,"-9"20,0-1,-28 62,22-57,-182 368,2-5,190-388,-3 7,0 0,1 1,-6 31,12-47,0 0,1 0,-1-1,1 1,0 0,0 0,1 0,0 0,0-1,0 1,0 0,1 0,-1-1,1 1,0-1,1 0,-1 0,1 0,0 0,0 0,4 5,1-3,0 0,0-1,0 0,1-1,0 1,0-1,0-1,0 0,18 4,8-1,46 2,-80-8,59 3,-1-2,69-8,-88 2,1-2,-1-2,-1-1,40-16,-42 10,-11 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01.28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1,'1'5,"-1"0,1 1,1-1,-1 0,1 0,3 8,6 15,105 471,-25 9,-61-334,-23-135,4 17,3 83,-14-127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01.98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59 1455,'-6'-21,"-8"-32,1 0,4-1,1 0,0-72,8 57,3 0,3 0,16-69,-12 90,2 2,3 0,1 0,2 1,2 1,2 1,36-51,-39 67,1 0,2 2,0 0,2 2,1 1,0 0,2 2,0 1,1 1,1 2,44-19,-43 23,1 2,0 1,0 1,1 1,0 2,0 2,42 0,-49 4,0 1,0 1,0 1,0 2,-1 0,0 2,0 0,-1 2,43 24,-25-7,-2 1,-1 2,-1 2,-2 1,-1 2,-2 2,-1 0,48 79,-33-34,-2 2,-5 1,47 148,-63-161,-4 1,-3 1,-3 1,3 82,-15-109,-1 1,-3-1,-2 0,-2 0,-2-1,-2 0,-25 68,16-66,-1-2,-3 0,-58 86,63-108,0-1,-2-1,0 0,-2-2,0 0,-1-2,-1-1,-30 17,33-24,-1-2,0 0,0-1,-1-2,1 0,-2-2,1 0,0-2,-1 0,-38-4,25-1,0-2,1-1,0-2,0-2,1-1,-41-19,38 11,1-2,0-2,2-1,0-2,2-2,1-1,2-1,1-2,-45-60,32 30,2-2,4-1,2-2,-46-126,53 112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1.04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1 774,'1'-1,"1"0,-1 1,1-1,-1 0,1 0,-1 0,1 0,-1 0,0 0,0 0,2-2,5-5,138-110,-39 34,164-168,-253 232,62-72,-69 78,-2 0,0-1,0 1,-1-2,5-15,-12 29,0 0,-1 0,1 0,-1 0,1 0,-1 1,0-1,0 0,1 0,-2 0,1 0,0 0,0 0,-1 0,1 0,-1 0,1 0,-1 1,0-1,0 0,1 0,-1 1,-1-1,1 0,0 1,0-1,-1 1,1 0,0-1,-1 1,0 0,1 0,-1 0,0 0,1 0,-3-1,-5-1,-1 0,1 0,-1 0,0 1,-20-1,-9 1,0 1,0 2,-78 12,95-9,-1 1,1 1,0 1,1 0,0 2,0 1,1 1,-25 17,36-22,0 2,0-1,1 1,0 1,1-1,0 1,1 0,-1 1,2 0,-1 0,1 0,1 1,0-1,0 1,1 0,-3 20,5-17,1 0,0-1,0 1,1-1,1 1,0-1,1 1,1-1,0 0,1 0,0-1,0 1,14 19,-1-6,0-1,2-2,1 0,0-1,2-1,35 25,-19-18,1-2,2-2,64 27,-73-39,1 0,1-2,0-2,49 6,-24-9,106-3,-118-5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2.55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0 307,'10'0,"0"0,1 1,-1 0,0 0,0 1,-1 1,18 5,-6-1,24 7,-1 2,-1 2,0 2,61 39,-73-38,0 1,-2 1,-1 2,0 1,-2 1,27 36,-44-51,0 1,-1 0,-1 1,0-1,-1 1,0 1,-1-1,-1 1,4 19,-7-25,0 0,-1 0,1 0,-2 1,0-1,0 0,0 0,-1 0,-1 0,1 0,-1-1,-1 1,0-1,0 0,0 0,-9 11,5-9,1-1,-2 0,-17 15,21-21,0 1,0-1,0 1,0-1,-1-1,1 1,-1-1,0 0,-9 2,14-4,-1 0,1 0,0 1,0-1,0 0,0 0,-1 0,1-1,0 1,0 0,0 0,0-1,0 1,-1 0,1-1,0 1,0-1,0 0,0 1,0-1,0 0,1 1,-1-1,0 0,0 0,0 0,1 0,-1 0,0 0,1 0,-1 0,1 0,-1-1,0-3,0 0,0 1,0-1,1 0,0 1,0-1,1-7,4-21,1 1,1 0,2 1,2 0,18-40,1 9,59-89,-19 56,151-161,-145 174,-71 77,7-7,-2 0,1-1,-2 0,16-27,-24 39,-1 0,1 0,-1 0,1 1,-1-1,1 0,-1 0,0 0,0 0,1 0,-1 0,0 1,0-1,0 0,0 0,0 0,0 0,0 0,0 0,-1 0,1 0,0 0,0 0,-1 1,0-2,0 1,0 0,1 1,-1-1,0 1,0 0,0-1,0 1,0 0,-1 0,1-1,0 1,0 0,0 0,0 0,0 0,0 0,0 1,-1-1,-7 2,0 1,0-1,-16 9,8-3,1 1,0 1,0 1,1 0,1 1,0 0,0 2,2-1,-23 31,21-23,2 0,1 1,0 0,1 1,2 0,0 0,-5 29,8-22,0 0,2 1,2-1,1 1,1-1,1 1,2-1,1 0,1 0,2-1,0 1,25 52,-23-65,0 1,1-1,1-1,0 0,1 0,1-2,0 1,1-2,1 0,30 19,-31-23,1 0,0-2,1 0,-1 0,2-2,-1 0,0-1,1-1,0 0,0-1,0-1,21-2,9-4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2.87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1,'0'0,"0"0,0 0,0 0,0 0,0 0,0 0,0 0,0 0,0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3.26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328 0,'10'10,"9"3,1-1,31 13,9 6,-50-25,33 19,75 56,-107-72,-1-1,0 2,0-1,-2 1,1 1,-1 0,0 0,-1 0,-1 1,1 0,-2 0,5 16,-8-19,0 1,-2-1,1 0,-1 0,0 1,-1-1,0 0,0 0,-1 0,0 0,-1 0,0 0,0-1,-1 1,0-1,-1 0,-5 8,-4 4,-1 0,0-1,-2-1,0 0,-24 17,6-7,-1-1,-1-3,-2 0,0-3,-1-1,-1-2,0-2,-2-2,0-1,0-3,-84 10,76-17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6.92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603 6,'-7'-1,"-12"-1,-1 1,1 0,-1 1,1 1,0 1,-1 1,1 0,0 2,1 0,-1 1,1 1,0 0,-27 16,22-8,1 1,1 1,0 1,2 1,0 0,1 2,0 0,2 0,1 2,1 0,0 1,2 0,-12 34,13-28,2 1,1 0,1 0,2 0,1 1,1 0,2 0,1 0,2 0,1 0,7 33,-8-57,0 0,0 1,1-1,0 0,1 0,-1 0,1-1,8 11,-10-16,0 1,0-1,1 0,-1 0,1 1,0-2,0 1,-1 0,1-1,0 1,0-1,1 0,-1 0,0 0,0 0,1-1,-1 1,0-1,1 0,-1 0,0 0,1 0,-1-1,4 0,6-2,0-1,0 0,-1-1,1-1,-1 0,0 0,-1-1,0-1,11-8,5-7,-1-1,30-35,-28 24,-2 0,-1-2,35-67,41-128,-100 230,0 0,0-1,-1 1,1 0,0 0,0 0,1 0,-1-1,0 2,1-1,-1 0,1 0,0 0,-1 1,4-3,-5 4,1 0,0 0,-1 0,1 0,-1 0,1 0,0 0,-1 0,1 0,-1 0,1 0,-1 0,1 0,0 0,-1 1,1-1,-1 0,1 0,-1 1,1-1,0 1,15 18,15 38,-2 0,38 111,-46-111,19 53,38 93,-67-179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7.39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313 0,'-3'2,"1"-1,-1 0,1 1,-1 0,1-1,-1 1,1 0,-3 3,1 0,-14 12,1 0,0 2,-22 34,-35 66,65-104,7-11,-63 116,57-102,0 0,1 1,1 0,-6 37,11-50,1 1,0 0,0 0,1 0,-1-1,2 1,-1 0,1-1,0 1,0-1,1 1,-1-1,1 0,1 0,-1 0,1-1,0 1,1-1,-1 0,1 0,0 0,7 4,11 8,1-1,1-1,51 22,-55-27,24 11,74 38,-105-51,-1 0,-1 1,0 0,0 1,0 0,12 17,-20-22,0 0,-1 1,0-1,0 1,0 0,-1 0,0 0,0 0,0 0,-1 1,0-1,0 0,-1 1,0-1,0 1,-1 8,0-9,0-1,0 0,-1 1,0-1,1 0,-2 0,1 0,0 0,-1 0,0-1,0 1,-1-1,1 0,-1 0,0 0,0 0,0-1,-1 1,-5 2,-2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7.76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156 1,'-7'10,"-13"14,0 1,2 1,1 1,2 1,-17 39,26-55,2 1,0 0,0 0,1 0,1 1,0-1,1 1,1-1,0 1,0-1,1 1,1-1,1 0,0 1,5 14,5-1,1 1,1-2,27 37,-28-43,0 0,-1 0,-1 2,-1-1,-1 1,11 34,-20-48,1 0,-1 0,-1 0,1 0,-1 0,-1 0,0 0,0 0,0-1,-4 13,3-15,0 1,0-1,-1 0,1 0,-1 0,0 0,-1-1,1 1,-1-1,0 0,0 0,0 0,0 0,-1-1,-6 4,4-3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8.14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1,'10'28,"16"44,3-1,3-2,3-1,4-1,76 101,-103-152,2 0,0-1,0-1,1 0,31 21,-40-31,-1-1,1 0,0 0,0-1,0 1,0-1,1-1,-1 1,0-1,1 0,-1 0,1-1,0 0,-1 0,1-1,-1 0,1 0,-1 0,0-1,1 0,-1 0,7-3,1-4,1 1,-1-2,-1 0,0-1,0 0,-1-1,-1 0,18-24,6-15,28-55,-44 73,42-78,-61 111,0-1,1 0,-1 1,0-1,0 1,1-1,-1 0,0 1,1-1,-1 1,0-1,1 1,-1-1,1 1,-1 0,1-1,-1 1,1-1,-1 1,1 0,-1-1,1 1,0 0,-1 0,1 0,0-1,-1 1,1 0,-1 0,1 0,0 0,-1 0,1 0,0 0,-1 0,1 0,0 1,-1-1,1 0,-1 0,1 1,0-1,-1 0,1 0,-1 1,1-1,-1 1,1 0,3 3,-1 0,1 0,-1 0,-1 1,4 5,-1-1,41 77,34 92,-68-149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9.09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54,'17'19,"24"34,-14-17,222 315,-223-307,-25-43,-1-1,0 0,0 0,1 0,-1 0,0 0,1 0,-1 0,0 0,0 0,1 0,-1 0,0 0,1 0,-1 0,0 0,0 0,1 0,-1 0,0 0,1 0,-1-1,0 1,0 0,1 0,-1 0,0 0,0-1,0 1,1 0,-1 0,0 0,0-1,0 1,0 0,1 0,-1-1,0 1,0 0,0-1,0 1,0-1,10-16,-9 15,84-167,-67 127,-2 0,14-53,-27 78,2 1,-4 17,0-1,0 1,0-1,-1 1,1-1,0 1,0-1,0 1,-1 0,1-1,0 1,-1 0,1 0,-1 0,1-1,-1 1,1 0,-1 0,1 2,25 45,-19-32,0-1,2-1,0 1,0-2,15 17,-22-28,1 0,-1 0,1-1,0 1,0-1,-1 0,1 1,0-1,0 0,0-1,0 1,0 0,0-1,0 0,1 0,-1 0,0 0,0 0,0 0,0-1,0 0,0 1,0-1,5-3,7-2,0-1,-1-1,20-13,-28 16,139-104,-55 38,-88 69,1 0,0 0,1 0,-1 0,0 0,0 0,1 1,-1 0,1-1,-1 1,1 1,0-1,4 0,-5 1,-1 1,1-1,-1 1,1 0,-1 0,1 0,-1 0,1 0,-1 1,0-1,1 1,-1-1,0 1,0 0,0 0,-1 0,1 0,0 0,1 2,19 29,25 48,-26-44,29 43,-42-70,0 0,1 0,0-1,0 0,1 0,0-1,1 0,15 8,-19-13,1 1,-1-1,1-1,0 1,0-2,0 1,0-1,0 0,0 0,15-2,-10 0,-1-1,1 0,0-1,-1-1,0 0,14-7,5-5,-1-1,-1-2,0-1,28-25,-17 10,53-57,-79 77,-1-1,-1 0,0-1,-2-1,0 0,15-36,-25 54,1-1,-1 0,1 1,-1-1,0 0,0 0,1 1,-1-1,0 0,0 0,0 0,0 1,0-1,0 0,0 0,0 0,0 1,0-1,0 0,0 0,-1 0,1 1,0-1,-1 0,1 1,-1-1,1 0,0 0,-2 0,1 1,0-1,-1 1,1 0,0 0,0 0,-1 0,1 0,0 0,-1 0,1 0,0 0,0 0,-1 1,1-1,-2 2,-7 2,1 0,0 1,-13 9,13-7,0 0,1 0,0 1,1 0,-1 1,1 0,1 0,0 0,0 1,1-1,0 2,1-1,0 0,1 1,0 0,0-1,0 14,1-9,2 0,0 0,1 0,1-1,0 1,1 0,0-1,1 1,1-1,0-1,1 1,11 19,1-4,2 0,1-2,1 0,1-1,52 44,-36-39,1-2,1-2,71 35,-94-53,1-1,0 0,30 6,-34-11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9.46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1,'0'0,"0"0,0 0,0 0,0 0,0 0,0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19.80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187 0,'0'0,"3"3,3 3,3 6,4 7,1 8,0 8,-4 3,-3 1,-8-1,-13-1,-14-2,-14-4,-15-4,-7-5,7-5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20.93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1837 1,'0'0,"-8"3,-24 13,0 2,0 1,-54 45,-76 84,151-138,-242 248,10 10,-228 331,424-534,-307 405,349-464,-34 38,35-41,1 0,-1 0,0 0,0 0,0-1,0 0,-1 1,1-2,-8 4,-2-3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21.36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0,'11'11,"16"18,-1 1,38 56,-20-23,68 89,482 666,-560-769,490 703,-392-563,-130-186,-2-4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4:23.38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18 292,'389'-24,"-5"-28,-284 37,964-175,-1053 187,22-4,-27 8,-17 8,-310 153,216-114,-535 257,14 24,338-149,287-180,0 1,0 0,0-1,0 1,0 0,0-1,0 1,0 0,1 0,-1 0,0 0,1 0,-1 0,1 0,-2 2,2-3,1 0,-1 1,0-1,0 0,0 1,1-1,-1 0,0 1,1-1,-1 0,0 0,1 1,-1-1,0 0,1 0,-1 0,0 1,1-1,-1 0,0 0,1 0,-1 0,1 0,-1 0,0 0,1 0,-1 0,1 0,0 0,47-4,538-123,-478 100,859-205,8 29,-822 170,-111 21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04.80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9 1,'0'3,"0"0,0-1,0 1,0 0,0 0,-1 0,0 4,0-1,-3 49,3 0,8 88,0-45,0 211,-4-125,3-96,-3-59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07.65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0 394,'20'-20,"16"-32,-11 12,2 2,59-63,-70 86,0 1,1 0,1 2,0 0,0 0,1 2,1 1,0 0,0 1,0 1,31-6,-31 10,0 1,0 0,-1 2,1 0,0 1,0 1,0 1,-1 0,1 2,-1 0,0 1,28 14,-21-6,0 0,-2 2,0 1,0 1,-2 1,0 0,-2 2,33 41,-40-45,-1 1,0 0,-1 1,-1 1,-1 0,0 0,-2 0,0 1,-2 0,0 0,-1 1,1 30,-5-41,-1 0,1-1,-2 1,0-1,0 1,0-1,-2 0,1 0,-1 0,-1-1,0 1,0-1,0 0,-1 0,-13 14,8-13,-1 1,1-2,-2 1,1-2,-1 0,-1 0,1-1,-1-1,0 0,-21 5,9-5,0-1,-1 0,0-3,1 0,-1-1,0-2,0-1,0-1,-33-8,27 3,0-1,1-2,0-1,1-2,0-1,-53-35,68 38,0-1,1 0,0 0,1-2,-19-24,27 30,0 0,0 0,1 0,0-1,0 0,2 0,-1 0,1 0,0-1,1 1,-1-21,3 10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07.99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1,'0'0,"0"0,0 0,0 0,0 0,0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08.74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0 219,'2'-1,"-1"0,1 1,0-1,-1 0,1 0,-1 0,1 0,-1 0,0-1,1 1,0-2,5-4,27-23,0 1,2 2,1 1,45-22,-70 42,0 0,1 1,0 0,0 1,0 1,1 0,-1 1,1 0,-1 1,1 1,0 0,-1 0,1 2,-1 0,1 0,-1 1,0 1,15 6,-12-3,0 2,-1-1,1 2,-2 0,0 1,0 1,-1 0,0 1,-1 0,13 19,-11-13,-2 1,0 0,-1 1,-1 0,-1 1,-1 0,10 40,-15-43,0-1,0 1,-2 0,-1-1,0 1,-1 0,-1 0,-1-1,-9 34,8-39,-1 0,0-1,-2 1,1-1,-1-1,-1 1,0-1,0 0,-1-1,-1 0,0-1,0 0,-1 0,-14 9,18-13,-1-1,0 1,0-1,0-1,0 1,0-2,-1 1,1-1,-1 0,1-1,-1 0,0 0,0-1,0 0,1 0,-1-1,0-1,0 1,1-1,-1-1,1 1,0-1,0-1,0 0,0 0,0 0,1-1,-12-10,2-1,0-1,1-1,-19-26,3-2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09.29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1 268,'0'0,"24"-2,0-1,0-1,0-2,0 0,40-16,-43 14,221-91,3-1,-235 96,1 1,-1 0,1 0,0 1,-1 1,1 0,0 0,19 3,-24-1,1 0,0 1,-1 0,0 0,1 0,-1 1,0 0,0 0,0 1,-1 0,1 0,-1 0,0 0,0 1,5 7,2 3,0 1,-2 1,0 0,0 1,8 23,30 99,-44-125,58 221,36 265,-91-455,-1 0,0 68,-7-106,1-4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10.32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1 197,'5'-1,"0"-1,0 1,0-1,0 0,0 0,0-1,0 1,-1-1,6-4,5-3,57-29,1 2,87-29,-148 62,0 0,1 1,0 0,-1 1,1 0,0 1,0 0,0 1,17 3,-20-2,1 2,-2-1,1 1,0 1,-1 0,1 0,-1 1,0 0,0 0,-1 1,0 1,11 9,5 10,0 1,-2 1,0 1,-3 1,24 46,-6 1,30 94,130 511,-191-659,-4-10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10.65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0 334,'3'-1,"0"1,0-1,0 0,0 0,0 0,-1 0,1 0,0-1,2-1,11-5,141-54,221-55,171-5,-486 110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11.06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0 243,'0'0,"0"0,0 0,3 0,6 0,12-6,23-7,21-7,21-5,10-4,9-3,6 2,0 3,-2 3,-7 6,-14 6,-22 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21.33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0 694,'27'-20,"4"4,1 1,55-19,74-11,-116 33,695-146,11 42,-510 81,1154-143,-1194 155,280-19,-466 43,-16-1,1 0,0 0,0 0,0 0,0 0,0 0,0 0,0 0,0 0,0 0,0 0,0 0,0 0,0 0,0 0,0 0,-1 0,1 1,0-1,0 0,0 0,0 0,0 0,0 0,0 0,0 0,0 0,0 0,0 0,0 0,0 0,0 0,0 0,0 0,0 0,0 1,0-1,0 0,0 0,0 0,0 0,0 0,0 0,0 0,0 0,0 0,0 0,0 0,0 0,0 0,0 0,0 0,0 1,0-1,0 0,0 0,0 0,0 0,1 0,-1 0,0 0,0 0,0 0,0 0,0 0,0 0,-26 8,-203 46,-129 33,-638 202,179-49,-10-34,700-178,-356 67,470-92,-3 0,-1-1,-27 0,73-11,159-25,-183 33,180-27,58-9,2 1,1340-193,7 47,-1531 176,387-20,-429 27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28.48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1822 8,'0'-1,"-1"1,1-1,0 1,-1-1,1 1,0-1,-1 1,1 0,-1-1,1 1,-1 0,1 0,-1-1,1 1,-1 0,1 0,-1 0,1-1,-1 1,1 0,-1 0,0 0,1 0,-1 0,0 0,-17 0,6 1,0 1,0 1,0 0,1 0,-1 2,1-1,-18 10,-73 51,21-4,2 4,-114 120,-117 174,-269 381,422-534,131-172,9-10,-1 0,-2-1,0-1,-37 32,37-41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28.84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0,'5'1,"-1"0,1 0,-1 1,0-1,1 1,-1 0,0 0,0 1,6 4,6 3,316 215,-288-193,345 267,-26 35,143 278,-429-515,-66-85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29.55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496 1,'-5'0,"-1"1,1 1,0-1,0 1,1-1,-1 1,0 1,0-1,-7 6,4-3,-23 15,0 1,2 2,-33 31,-70 89,103-109,-40 66,62-89,1 1,0-1,1 1,0 0,1 0,0 1,1-1,0 1,1 0,-1 22,3-31,1 0,-1 1,1-1,-1 0,1 0,1 0,-1 0,0 0,1-1,0 1,0 0,0-1,0 1,1-1,3 5,-3-6,-1 0,1 0,-1 0,1-1,-1 1,1-1,0 0,0 0,0 0,0 0,0 0,0 0,0-1,0 0,0 1,0-1,0 0,0-1,1 1,-1 0,4-2,6-2,-1 0,0-1,0 0,0-1,0 0,-1-1,0-1,0 1,-1-2,18-18,-8 6,-2 0,0-2,28-49,-41 63,0 1,-1-1,0 0,-1-1,0 1,0-1,-1 1,-1-1,1 0,-1 0,-1-12,15 47,21 57,44 156,-1 94,-5 112,-64-337,-5 1,-11 129,5-211,-2 0,0 0,-2-1,-16 48,18-66,0-1,0 1,0-1,-1 0,0 0,-1 0,1 0,-1-1,-9 8,9-9,1-1,-1-1,1 1,-1-1,0 1,0-1,0-1,0 1,-1-1,1 0,0 0,0 0,-1-1,-8 0,-1-2,0 0,0 0,0-2,1 0,-1-1,1 0,0-1,0 0,1-1,0-1,0 0,1-1,0-1,-17-16,10 7,0-2,1 0,1-1,1-1,1-1,1 0,-11-27,17 31,0 0,2 0,0-1,1 1,2-1,0 0,-1-38,5 45,0 1,0-1,1 0,1 1,0-1,1 1,1 0,0 0,0 1,1-1,1 1,16-22,-9 18,1 0,1 1,0 1,1 0,1 1,0 1,0 1,37-17,14 0,88-24,-143 48,213-64,-130 38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29.89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0 276,'0'0,"4"0,102-4,126-19,105-35,-201 33,380-59,-20 5,-478 76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0.24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1 447,'0'0,"0"0,4 0,20-1,0-1,-1-2,1 0,33-11,-9 2,442-114,353-84,-526 151,-248 50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1.97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1468 0,'-14'11,"-10"8,0 1,1 1,1 2,-22 27,-73 110,100-135,-400 661,49 28,339-656,6-13,-54 111,-103 151,173-296,-1 0,0 0,-1-1,0 0,-17 14,5-11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2.31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1,'0'0,"3"4,92 83,-24-25,777 834,-622-625,102 113,-291-346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3.00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1,'0'0,"1"1,0-1,0 1,-1 0,1-1,0 1,-1 0,1 0,-1 0,1 0,-1 0,1 0,-1-1,1 3,0 1,59 122,6-2,136 192,-201-315,17 23,27 28,-39-47,0 1,0-1,1 1,-1-2,1 1,0-1,1 0,-1 0,14 4,-18-8,-1 1,0-1,0 0,1 0,-1 0,0 0,1 0,-1 0,0-1,1 1,-1-1,0 1,0-1,0 0,1 0,-1 0,0 0,0 0,0-1,-1 1,1 0,0-1,0 0,-1 1,1-1,-1 0,2-3,4-5,-2 0,1 0,-1-1,4-12,-7 17,15-43,-3 0,-1-2,-3 1,-2-1,1-63,-9 113,0 0,0 0,0 0,0 0,0 0,1 0,-1 0,0 0,0 0,1 0,-1 0,1 0,-1 0,1 0,-1 0,1 0,-1 0,1 1,1-3,-1 3,0 0,-1 0,1 0,0 0,0-1,-1 1,1 0,0 0,-1 0,1 1,0-1,0 0,-1 0,1 0,0 0,-1 1,1-1,0 0,-1 1,1-1,1 1,4 4,1 0,-1 1,12 12,-11-11,13 15,-2-3,1 0,0-1,41 28,-53-42,-1 0,1-1,-1 0,1 0,0 0,0-1,0 0,0-1,1 1,-1-1,0-1,1 0,-1 0,1 0,-1-1,0 0,0 0,13-4,-5-1,-1 0,1-2,-1 1,-1-2,0 0,0 0,0-1,18-20,-30 29,0-1,1 1,-1 0,0 0,1 0,-1 1,1-1,-1 0,1 0,-1 1,1-1,0 1,-1 0,1-1,0 1,0 0,-1 0,1 0,0 0,-1 0,1 0,0 1,-1-1,1 0,0 1,-1-1,1 1,-1 0,1 0,-1-1,1 1,-1 0,1 0,-1 1,0-1,0 0,2 2,5 5,0 2,-1-1,0 1,7 13,-8-15,44 78,-39-67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3.34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0,'0'0,"9"11,96 157,-59-88,-26-46,43 64,-61-96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3.73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0,'0'0,"0"0,0 0,0 0,0 0,0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4.10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0,'2'3,"1"-1,0 1,-1-1,0 1,0 0,3 4,-5-7,16 28,-2 1,0 0,15 52,-3-9,-14-39,-7-19,0 1,1 0,0-1,1 0,1-1,0 1,14 15,-19-26,1-1,-1 1,1 0,0-1,0 0,0 0,0 0,0 0,1-1,-1 0,1 0,-1 0,1 0,-1-1,1 1,-1-1,1 0,-1-1,1 1,-1-1,1 0,4-1,9-4,0 0,-1 0,33-18,-1-5,63-49,-4 3,-102 71,-1 1,1 0,-1 0,1 0,0 1,0 0,0 0,0 1,0-1,1 1,8 0,-10 2,0-1,0 1,0 0,-1 0,1 1,-1-1,1 1,-1 0,1 0,-1 0,0 1,0 0,0 0,0 0,4 5,7 8,0 0,-1 1,-1 1,20 37,33 84,-52-107,-3-8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5.37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1,'0'0,"3"13,2 0,182 575,-30 5,-138-506,-4 1,-3 0,-1 147,-12-209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5.71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1 371,'0'0,"2"0,5-3,8-6,16-7,24-9,30-8,29-8,16-1,10 1,10 4,3 6,-3 6,-7 4,-12 3,-22 2,-30 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6.08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1,'0'21,"5"898,-11-363,6-547,1-19,-1 7,0 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6.42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1 242,'0'0,"0"0,2 0,4-3,10-4,17-5,23-7,24-3,17-3,11 0,7 2,0 1,-4 3,-3 1,-5 1,-13 1,-23 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6.78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0 421,'0'0,"3"0,6-3,13-6,15-7,19-9,19-6,15-3,17-4,13-4,7-3,4-1,-3-3,-16 4,-27 8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37.49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180 234,'-5'30,"0"-11,-111 713,97-585,16-127,-29 297,34-301,-1-17,-1 1,1-1,-1 1,1 0,-1-1,1 1,-1-1,1 1,-1-1,1 0,-1 1,0-1,1 1,-1-1,0 0,1 1,-1-1,0 0,0 1,0-2,14-41,-2 1,11-84,-14 76,41-308,16-85,-55 388,2-1,2 1,3 1,45-96,-60 144,1 0,-1 0,1 1,0-1,1 1,-1 0,1 0,7-5,-9 8,0 0,0 0,0 1,1-1,-1 1,0 0,1 0,-1 0,0 0,1 1,-1-1,1 1,-1 0,1 0,-1 0,1 0,5 2,3 1,-1 1,1 1,-1 0,0 0,0 1,-1 0,0 1,0 0,13 12,11 14,33 38,-65-69,238 308,-20 21,-161-239,234 379,-284-456,-5-10,-1 1,0 0,0-1,0 1,0 0,-1 0,0 1,1 8,-3-14,0 0,0 0,0 0,-1 1,1-1,0 0,-1 0,1 0,-1 0,1 0,-1 0,0 0,0 0,1 0,-1 0,0 0,0 0,0 0,0-1,0 1,0 0,0-1,0 1,0-1,-1 1,-36 13,27-11,-201 56,-331 46,536-103,-90 13,-192 5,273-21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40.59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0 504,'10'23,"14"31,26 84,12 27,-60-161,0 1,0-1,1 0,-1 0,1 0,0 0,0 0,0 0,1-1,-1 0,1 0,0 0,0 0,0 0,0-1,1 0,6 3,-3-3,0 0,1-1,-1 0,1 0,-1-1,0 0,1-1,-1 0,16-3,14-5,0-2,-1-1,42-20,105-61,-177 89,392-233,-9-22,-40 26,-259 174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46.95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42,'0'0,"0"0,3 4,3 7,0-1,-1 2,0-1,-1 1,5 17,9 68,-12-58,17 106,22 111,-41-236,1 0,1-1,14 30,-17-42,1-1,-1 1,2-1,-1 0,1 0,0 0,0-1,0 0,1 0,0 0,0-1,12 7,-9-7,0 0,0-1,0 0,1 0,-1-1,1 0,17 0,-7-2,-1 0,1-2,23-4,9-6,0-1,0-3,51-24,147-80,-224 106,606-346,-346 190,-106 70,-129 76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48.39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1 431,'0'-30,"0"10,1-1,1 0,1 1,1-1,0 1,2 0,15-35,-15 42,0 1,1 0,1 0,0 1,0 0,1 0,1 1,0 0,0 1,1 0,0 0,20-11,-13 11,0 1,0 1,0 0,1 2,0 0,0 1,0 1,36-2,-38 5,0 0,0 1,-1 1,1 1,0 0,-1 1,1 1,-1 0,-1 2,23 11,-32-15,1 1,-1 1,0-1,0 1,-1 0,0 1,1-1,-2 1,1 0,-1 0,0 0,0 1,0 0,4 13,-5-11,-1-1,-1 1,1 0,-1 0,-1 0,0 0,0 0,-1 0,0 0,0 0,-1-1,-3 12,-5 8,-1-2,-2 1,0-1,-1-1,-28 36,-102 106,-30-10,66-64,105-91,-8 8,1 0,-1 0,2 1,-12 16,19-24,1-1,-1 1,0 0,1 0,0 0,0 1,0-1,0 0,0 0,1 1,-1-1,1 0,0 1,0-1,0 0,1 0,-1 1,1-1,0 0,-1 0,1 1,1-1,-1 0,2 4,6 5,-1 0,1-1,18 17,-16-16,0 0,15 22,-18-21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48.78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2.18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1,'3'20,"90"347,-61-257,59 205,118 437,-168-559,-38-166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2.57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0 280,'0'0,"0"0,5 0,105-28,-26 6,733-118,-656 116,-37 5,244-27,-346 45,0 1,0 1,33 6,-20 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2.91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1 583,'11'-6,"40"-28,1 2,82-37,116-33,-210 87,482-163,15 52,-453 113,-20 6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3.54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1 326,'7'0,"61"-3,-1-4,72-16,-95 14,493-99,-76 14,0 23,-434 67,-5 1,0 1,34 1,-55 1,-1 0,0 0,1 0,-1 0,0-1,1 1,-1 0,0 0,1 0,-1 0,1 0,-1 0,0 1,1-1,-1 0,0 0,1 0,-1 0,0 0,1 0,-1 1,0-1,1 0,-1 0,0 1,1-1,-1 0,0 0,0 1,1-1,-1 0,0 1,0-1,0 0,1 1,-1-1,0 0,0 1,0-1,0 0,0 1,0-1,0 0,0 1,0-1,0 1,0-1,0 0,0 1,0-1,0 0,0 1,0-1,0 0,-1 1,1-1,0 0,0 1,0-1,-1 0,1 1,-21 20,-225 158,153-116,-441 295,235-158,86-52,206-140,9-5,19-3,-17 0,408-63,-236 32,243-32,304-57,-641 101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5.22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1 399,'17'1,"25"3,0 2,0 1,67 23,-42-6,90 44,-117-47,0 1,-2 3,0 1,-2 1,60 60,-74-64,-1 1,-1 1,-1 1,-2 1,0 0,-2 2,-1-1,-1 2,9 33,-20-58,0 1,0 0,-1 0,1 0,-1 0,-1 1,1-1,-1 7,0-13,0 0,0 0,0 1,0-1,0 0,0 0,0 0,0 0,0 0,0 1,0-1,-1 0,1 0,0 0,0 0,0 0,0 0,0 1,0-1,0 0,0 0,-1 0,1 0,0 0,0 0,0 0,0 0,0 0,0 0,-1 0,1 1,0-1,0 0,0 0,0 0,0 0,-1 0,1 0,0 0,0 0,0 0,0 0,-1-1,1 1,0 0,0 0,0 0,0 0,0 0,0 0,-1 0,1 0,0 0,0 0,0 0,0-1,0 1,0 0,0 0,-1 0,1 0,0 0,-9-10,7 8,-16-20,2-1,0-1,1 0,1-1,2-1,-16-44,11 16,2-1,-10-76,18 77,2-1,3 0,4-54,1 77,1 0,1 0,2 1,1-1,1 2,20-44,-20 58,0 1,1 1,0 0,1 0,16-14,-26 27,6-7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5.60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1,'0'6,"1"0,0 1,1-1,0 0,0 0,5 11,1 3,11 31,2-1,45 78,-45-95,1 0,2-1,1-1,40 38,-53-58,0 0,1-1,1-1,0 0,0-1,0 0,1-1,21 7,-30-12,-1-1,1 1,0-1,-1 0,1-1,0 1,-1-1,1 0,0-1,0 1,-1-1,1 0,0 0,-1-1,1 0,-1 0,0 0,0-1,0 0,0 0,0 0,0 0,-1-1,1 0,-1 0,0 0,3-5,0-1,0 0,0 0,-1-1,-1 0,0 0,0-1,-1 1,-1-1,0 0,0 0,-1 0,-1-1,0 1,-1 0,0-1,-3-16,1 16,-1-1,0 1,-1-1,0 1,-1 1,0-1,-2 1,1 0,-1 0,-1 0,0 1,-1 1,0-1,-15-13,4 8,-1 0,-1 2,0 0,-1 1,0 2,-1 0,0 2,-32-9,45 16,5 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6.02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1,'19'10,"-9"-2,0 1,0 0,-1 0,-1 1,8 11,35 60,-26-40,-3-7,1 4,29 36,-44-65,0 0,0 0,1 0,0-1,0-1,1 1,0-2,19 11,-24-15,0 0,0-1,0 1,0-1,0 0,0 0,0-1,1 1,-1-1,0 0,0-1,0 1,10-4,-7 2,0-1,0 0,-1-1,1 0,-1 0,0-1,12-10,2-5,-1-1,-1-1,30-45,-47 64,14-21,-1-1,15-36,-30 61,0 0,0 0,0 0,0 0,0-1,1 1,-1 0,0 0,0 0,0 0,0-1,1 1,-1 0,0 0,0 0,0 0,1 0,-1 0,0 0,0 0,1 0,-1 0,0 0,0 0,1 0,-1 0,0 0,0 0,0 0,1 0,-1 0,0 0,0 0,0 0,1 0,-1 0,0 1,0-1,0 0,1 0,-1 0,11 9,-9-6,22 19,-2 2,-1 0,24 37,-21-28,39 41,-37-51,-19-19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6.89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0,'20'25,"32"50,-17-22,54 73,211 310,-208-288,75 163,-165-308,52 126,-50-116,0 0,0 1,-1 0,-1 0,-1-1,0 1,-1 25,-1-35,1-1,-1 0,0 1,0-1,-1 0,1 0,-1 0,1 0,-1 0,0 0,0 0,0-1,0 1,-1-1,1 0,-1 1,1-1,-1 0,0 0,0-1,0 1,0-1,0 1,-4 0,-6 2,-1 0,1-1,-1 0,-20 0,17-2,0 0,0-1,0-1,0-1,1 0,-1-1,1-1,-1-1,-28-12,38 14,0 0,1-1,-1 0,1 0,0-1,0 0,0 0,1 0,-1-1,1 0,0 0,1 0,0-1,0 1,0-1,1 0,0 0,0 0,1-1,0 1,0 0,1-1,-2-13,3 11,0-1,1 1,0 0,1 0,0 0,0 0,1 0,0 1,7-15,-2 10,0 0,1 0,0 1,1 0,16-16,-1 6,0 1,2 1,0 1,1 1,34-15,13-1,-53 27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7.45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79,'22'26,"15"27,31 59,-45-69,3-2,1-1,46 53,-70-89,1 0,0-1,0 1,0-1,0 0,1 0,-1-1,1 1,0-1,9 3,-10-4,-1-1,1 1,0-1,0 0,0 0,0 0,-1 0,1-1,0 0,0 0,-1 0,1 0,0 0,-1-1,6-2,3-4,0 0,0 0,-1-2,-1 1,1-1,12-16,50-75,-62 84,156-243,-163 254,0 0,0 0,1 1,0-1,10-8,-12 13,-1-1,0 1,0-1,1 1,-1 0,1 0,-1 1,1-1,0 0,-1 1,1-1,0 1,-1 0,1 0,0 0,-1 0,1 1,4 0,4 3,-1 0,0 0,0 1,0 0,-1 1,0 0,0 0,0 1,-1 0,11 12,9 12,31 44,-58-74,137 203,-117-171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8.56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1941 1,'0'0,"0"0,-7 0,-16 5,0 0,1 2,-1 0,2 2,-1 0,1 1,0 2,-23 16,-13 13,-76 71,-15 31,6 5,-154 210,151-155,-182 336,243-377,7 5,8 2,-75 277,116-330,5 2,5 1,5 1,5-1,6 2,19 174,1-179,4-2,6 0,5-2,4-1,6-2,4-2,4-2,5-3,77 106,-60-107,5-4,4-2,4-5,4-3,3-4,4-5,3-3,152 84,-172-116,2-4,1-4,2-3,126 30,-146-48,1-3,0-2,1-4,-1-2,1-4,105-13,-56-7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9.25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1149 0,'0'0,"-19"10,3-1,0 1,1 0,0 1,1 1,-18 19,-61 76,92-106,-242 337,24 16,97-139,-149 367,261-555,6-17,1 1,-1-1,-1 0,0-1,0 1,-1-1,-12 16,6-16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9.59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1,'0'0,"10"3,16 9,-2 1,0 1,23 17,66 58,-90-70,176 151,-7 8,179 217,-201-175,-84-103,-72-99,0-1,17 15,-13-17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5:59.98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0 269,'2'1,"0"-1,0 0,0 1,0-1,0 0,0 0,0-1,0 1,0 0,4-2,5 0,583-97,-189 29,-280 50,133-40,-208 44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0.36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796 0,'0'0,"-1"5,-8 19,-20 39,6-15,-329 832,90-209,247-635,3-5,-1-1,-1 0,-33 49,29-58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0.69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0,'8'10,"-3"-3,37 41,93 79,-57-58,1041 1010,-1068-1029,11 10,-19-16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1.37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0,'2'1,"1"-1,-1 1,0 0,1 0,-1 0,0 0,0 1,0-1,0 0,0 1,0 0,0-1,2 4,3 1,26 25,-2 2,32 41,47 79,33 40,-142-192,3 4,0 1,1-1,-1 0,1 0,1 0,-1-1,0 0,1 0,0 0,0-1,12 6,-17-9,0 0,0 0,0-1,0 1,0 0,1 0,-1-1,0 1,0 0,0-1,0 1,0-1,0 1,0-1,0 0,0 1,0-1,-1 0,1 0,0 0,0 1,-1-1,1 0,0 0,-1 0,1 0,-1 0,1 0,-1-1,0 1,1 0,-1 0,0-2,8-42,-8 42,5-108,6-43,-8 136,0 1,1-1,1 1,1 0,1 0,13-25,-19 39,0 0,1 0,0 0,0 0,0 1,0-1,0 0,0 1,0 0,1-1,0 1,-1 0,1 0,0 0,0 1,0-1,0 1,0 0,0-1,0 1,1 1,-1-1,0 0,1 1,-1 0,0 0,1 0,-1 0,1 0,-1 0,0 1,1 0,-1 0,0 0,5 2,21 9,0 0,-1 2,37 24,-31-17,47 21,-77-40,1 0,-1-1,1 0,-1 0,1 0,-1 0,1-1,0 0,-1 0,1 0,0 0,-1-1,1 0,-1 0,1 0,-1 0,1-1,-1 0,8-4,3-3,-1-1,-1-1,1 0,12-15,22-18,-46 43,1-1,-1 1,1 0,0-1,-1 1,1 0,0 1,0-1,-1 0,1 1,0 0,0-1,0 1,0 0,0 1,0-1,-1 0,1 1,0-1,0 1,0 0,-1 0,1 0,0 1,-1-1,1 1,2 1,8 6,-1 1,0 0,20 22,-23-22,98 114,-99-115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1.71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1,'9'24,"74"103,-22-38,4 19,76 116,-139-222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2.08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2.45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1,'4'3,"-1"-1,1 1,-1 0,0 1,0-1,-1 0,1 1,0 0,2 5,4 5,109 173,14 19,-130-203,0 1,1-1,0 0,0 0,0 0,0-1,0 1,1-1,-1 0,1 0,-1 0,6 2,-6-3,0-1,-1 1,1-1,0 0,0 0,0 0,0 0,0-1,-1 1,1-1,0 1,0-1,-1 0,1 0,0-1,-1 1,1 0,2-3,23-17,0 0,45-48,-24 21,-34 33,-9 9,0 0,0 0,1 1,14-10,-20 14,1 0,-1 0,1 1,0-1,-1 0,1 1,0-1,0 1,-1 0,1 0,0 0,0 0,0 0,-1 0,1 0,0 0,0 1,-1-1,1 1,0-1,-1 1,1 0,0 0,-1 0,1 0,-1 0,1 0,-1 0,2 1,7 8,-1 1,0 0,0 0,12 23,24 57,-31-61,39 93,-50-111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2.80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1,'43'13,"-14"1,-1 1,0 2,49 38,70 77,-51-32,-4 4,-5 4,-5 4,-4 3,-6 4,-5 2,95 240,-124-253,-5 0,-5 2,-4 2,-6 0,6 128,-22-155,-3 1,-4 0,-4-1,-3-1,-4 1,-4-2,-43 115,21-96,-5-2,-4-2,-4-3,-4-2,-5-3,-3-2,-4-4,-3-2,-4-5,-103 80,9-29,20-28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3.17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1085 516,'-19'-1,"-373"-38,-274-20,658 58,11 1,21-2,-14 2,266-15,-26 3,67-4,1897-80,862-48,-2631 116,-46 3,-50 2,-52 5,-135 9,375-18,-515 26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4.00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343 233,'23'1,"-15"0,0 0,1 0,-1 1,0 0,-1 0,1 1,0 0,-1 1,1 0,-1 0,0 0,-1 1,1 0,9 9,-8-5,-1 0,0 0,0 1,-1 0,-1 0,1 0,-2 1,1 0,3 15,-1 8,-1 0,-2 1,-1-1,-1 1,-7 68,-5-17,-4 0,-26 91,-73 160,104-312,4-11,0 0,-1 0,-1 0,0-1,0 0,-11 13,17-25,1 0,0-1,-1 1,1-1,0 0,-1 1,1-1,-1 1,1-1,-1 0,1 1,-1-1,1 0,-1 1,1-1,-1 0,0 0,1 0,-1 1,1-1,-1 0,1 0,-1 0,0 0,1 0,-1 0,0 0,1 0,-1 0,1-1,-1 1,1 0,-1 0,0-1,1 1,-1 0,1 0,-1-1,1 1,-1-1,1 1,-1 0,1-1,0 1,-1-1,1 1,0-1,-1 1,1-1,0 1,-1-1,1 1,0-2,-13-35,3-9,2 0,-3-86,11-99,0 228,6-175,56-351,-57 500,1 1,2-1,1 1,22-46,-27 67,0 0,0 0,1 0,0 1,0 0,0 0,1 0,0 0,0 1,0 0,1 0,0 1,0 0,0 0,0 0,1 1,-1 0,1 1,0 0,0 0,15-1,-7 2,0 2,1 0,-1 1,0 0,-1 1,1 1,0 1,-1 0,0 1,18 9,8 7,-1 3,50 37,4 14,-3 3,141 160,-117-101,116 185,-184-252,-3 3,41 93,-82-159,2 3,-1 0,0 0,2 13,-5-22,-1-1,1 1,-1 0,0-1,1 1,-1 0,0-1,0 1,0-1,0 1,-1 0,1-1,0 1,-1-1,1 1,-1-1,0 1,1-1,-1 1,0-1,0 1,0-1,0 0,0 0,0 1,0-1,0 0,-1 0,1 0,-2 1,-7 1,0 0,0-1,0 0,0-1,0 0,0-1,-12 0,-2 0,1 0,-1052 50,935-35,-290 15,368-32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4.61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0,'0'0,"3"14,54 154,-11-38,44 188,-73-240,-4 1,5 90,-17-135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2.52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0 305,'11'-30,"0"12,0 1,1 0,1 1,1 0,30-26,-21 22,1 1,1 2,40-21,-47 29,1 0,0 2,0 0,1 1,0 1,0 1,1 1,-1 0,1 2,-1 0,1 2,-1 0,1 1,-1 1,0 1,1 1,-2 0,1 2,-1 0,0 1,0 1,-1 1,-1 1,17 12,-8-3,-1 1,-1 2,-1 0,-1 1,-1 1,19 29,-29-37,-1 0,-1 1,0-1,-1 2,-1-1,0 1,-2 0,0 1,-2-1,0 1,1 24,-4-38,0-1,0 1,-1 0,1-1,-1 1,-1 0,1-1,-1 1,0-1,0 0,0 0,-1 1,0-2,0 1,0 0,0 0,-1-1,0 0,0 0,0 0,0 0,-1-1,0 0,1 1,-1-2,0 1,-1 0,1-1,0 0,-1-1,1 1,-1-1,-5 1,-10 1,0-1,1-1,-1-1,0 0,0-2,0-1,1 0,0-1,-33-12,25 6,0-1,1-2,0-1,1-1,1-1,-25-21,36 25,1 0,0 0,1-1,1-1,0 0,1-1,-10-17,9 10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2.84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0,'0'0,"0"0,0 0,0 0,0 0,0 0,0 0,0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3.29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1 348,'16'-16,"-5"3,34-27,2 2,1 2,2 2,2 2,1 3,1 2,1 2,78-23,-123 45,0 1,0 0,0 1,0 0,0 0,0 1,0 1,0-1,0 2,0-1,10 4,-5 0,-1 0,0 1,-1 1,1 0,-1 0,22 18,-13-6,0 2,0 0,-2 1,-1 2,-1 0,30 51,-27-32,-2 0,-1 0,-3 2,15 67,-14-33,8 145,-22-204,-1-13,-1 0,1 0,-1 0,0 0,-1 0,-2 13,3-20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4.05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1 224,'26'0,"8"-5,0-1,0-1,34-13,-22 7,139-43,224-54,-400 108,1 0,-1 1,1 0,-1 0,1 1,0 1,-1-1,18 5,-21-3,0 0,0 1,0 0,0 0,-1 0,1 1,-1-1,1 1,-1 1,-1-1,1 1,-1 0,7 9,8 14,-2 1,-1 0,-2 1,-1 1,-1 0,16 65,-11-12,9 130,-19 325,-7-533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4.39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1 293,'24'-10,"79"-37,3 4,1 5,2 4,209-35,137 19,-416 49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5.32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98,'13'0,"393"-34,-275 18,211-28,-307 41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6.09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1 287,'0'-22,"0"11,0 0,1 0,1-1,0 1,0 0,1 0,0 0,1 1,7-15,-6 17,0-1,1 1,0 1,0-1,1 1,0 0,0 1,0-1,1 1,0 1,12-7,-2 3,1 1,-1 1,1 1,0 1,1 0,-1 1,1 1,0 1,0 1,0 1,-1 1,1 0,0 1,28 8,-13-2,1 3,-2 1,1 1,-2 2,0 2,59 39,-60-33,0 1,49 51,-68-61,0 1,-2 0,1 1,-2 0,0 1,-1 0,13 32,-20-44,-1 0,1-1,-1 1,0 0,-1 0,1 0,-1 0,0 0,0 0,0 0,-1-1,0 1,0 0,0 0,-1 0,-3 8,2-9,1 0,-1 0,0-1,-1 1,1-1,0 1,-1-1,0 0,0-1,0 1,0-1,0 0,-1 0,1 0,-1 0,1-1,-8 2,-9 1,0-1,0-1,-1 0,1-2,-1 0,1-2,-1 0,1-2,0 0,0-1,1-1,-1-1,-20-11,5 1,0-3,1-1,1-1,2-2,-60-55,55 42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8.70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68,'64'-3,"108"-20,-54 6,229-7,-316 24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9.08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0,'9'27,"27"81,37 182,-66-257,7 29,-4 1,4 73,-13-116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9.70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46 0,'-10'13,"4"-2,1 1,0-1,1 1,0 0,1 0,0 0,1 1,0-1,1 17,1 20,6 50,-4-85,8 86,5 0,53 186,-50-230,2-1,3-1,2-1,2-1,3-2,53 70,-71-104,1-1,1 0,1-1,0 0,0-1,1-1,1-1,32 17,-8-12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21.73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0,'28'10,"-3"3,-1 0,0 2,27 22,63 61,-102-88,47 45,-2 4,-2 2,-3 2,-3 2,-3 2,-3 2,52 113,-70-126,-3 2,-2 1,-3 0,-2 1,-3 1,-2 0,-4 1,-2 0,-2 0,-11 96,4-125,-1 0,-1-1,-2 0,-16 36,16-46,-1-1,-2 0,0-1,-1 0,-1-1,-25 27,10-18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22.78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1 436,'13'0,"1026"-21,-805 15,2255-97,-105-36,316-15,-2622 151,292-7,-359 11,-9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25.34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0 541,'1'-31,"1"1,1-1,2 1,1 0,1 1,1-1,2 1,1 1,26-49,-27 61,0 0,2 1,-1 1,2-1,-1 2,2 0,20-16,-22 21,0 0,1 1,0 0,0 1,1 1,-1 0,1 0,0 2,0-1,20 0,-18 2,-1 2,1 0,-1 0,1 2,-1 0,1 1,-1 0,0 1,0 1,-1 0,1 1,-1 1,23 14,-23-11,-1 1,0 0,0 0,-1 1,-1 1,0 0,-1 1,0 0,-1 0,0 1,-2 0,9 23,-6-11,-2-1,-1 1,-2 0,0 1,-2-1,-1 1,-1 0,-5 49,3-69,0-1,-1 1,0-1,0 0,-1 0,1 0,-2 0,1 0,-1-1,0 1,0-1,-1 0,0 0,0 0,0-1,-10 7,5-5,0-1,-1 0,0 0,0-2,0 1,0-1,-1-1,0 0,-19 2,6-1,0-2,0-1,0-1,0-2,1 0,-1-1,0-2,1 0,-24-9,36 9,-1 0,1 0,0-1,0 0,1-1,0-1,0 0,1 0,0-1,0 0,1-1,0 0,1-1,0 1,1-2,0 1,0-1,-6-18,5 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25.69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14,'0'0,"0"0,0 0,0 0,0 0,0 0,0 0,0-3,0-1,0 1,0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26.48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417 1,'-29'0,"-12"5,0 2,1 2,0 1,0 2,-50 23,87-34,-8 4,-1 0,1 1,0 1,-11 7,20-12,0-1,0 1,1-1,-1 1,0 0,1 0,-1 0,1 0,-1 0,1 0,0 0,0 0,0 0,0 1,0-1,0 0,1 1,-1-1,1 1,0-1,-1 1,1-1,0 0,1 1,-1-1,0 1,2 4,1 0,1 1,0-1,0 0,0 0,1 0,0 0,1-1,-1 0,1 0,8 6,7 4,43 26,156 67,-151-78,-1 2,67 45,-129-74,0 0,0 1,0 0,-1 0,1 0,6 9,-11-12,1 0,-1 0,0 0,0 0,-1 0,1 1,0-1,-1 0,1 0,-1 0,0 1,1-1,-1 0,0 0,0 1,-1-1,1 0,0 0,-1 1,0-1,1 0,-1 0,0 0,0 0,-2 3,-3 4,-1 0,0 0,0 0,-1-1,0-1,0 1,-1-1,-15 9,-2 0,0-2,-29 11,-21 4,-139 33,170-52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27.353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1,'13'-1,"-6"2,44 4,-1 2,0 3,0 1,-1 3,0 2,-2 2,67 35,-35-9,-2 3,-2 3,95 83,-99-68,-3 2,105 133,-100-100,101 185,-85-106,-9 4,92 304,-58-33,-91-326,10 212,-31-253,-4 1,-4 0,-22 112,14-134,-3-2,-3 0,-3 0,-60 118,52-129,-2-2,-2 0,-2-3,-2-1,-2-2,-3-1,-1-3,-2-1,-1-3,-2-2,-2-2,-1-2,-1-3,-1-2,-86 27,-1-17,19-14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7.83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76 34,'-68'0,"60"0,10 0,36 0,1595-18,-1549 15,402-9,-472 12,-11 0,0-1,1 1,-1 0,1 0,-1 1,1-1,-1 1,0 0,4 1,-7-2,0 0,1 0,-1 0,0 0,0 0,0 0,0 0,1 0,-1 1,0-1,0 0,0 0,0 0,0 0,0 0,0 1,1-1,-1 0,0 0,0 0,0 0,0 1,0-1,0 0,0 0,0 0,0 0,0 1,0-1,0 0,0 0,0 0,0 0,0 1,0-1,0 0,0 0,0 0,0 0,-1 1,1-1,0 0,0 0,0 0,0 0,0 0,0 1,0-1,-1 0,1 0,0 0,-5 5,0-1,0-1,-1 1,1 0,-1-1,0 0,0-1,-11 4,0 1,-478 161,374-132,-1223 426,1314-449,20-8,0-1,-21 6,332-45,-138 13,1042-48,-1106 70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8.29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1 190,'2'0,"0"-1,0 1,0-1,0 1,0-1,0 0,0 0,0 0,0 0,3-3,8-4,-2 4,1-1,1 2,-1-1,0 2,1 0,-1 0,20 1,1 1,58 10,-46-3,0 3,0 2,-1 2,-1 1,0 3,-2 1,0 2,-1 2,54 41,-68-44,-2 1,-1 1,0 2,-2 0,-1 1,19 31,-26-34,-1 0,-1 1,-1 0,-1 1,-1 0,-1 1,-1-1,4 37,-9-51,0-2,1-1,-2 1,1 0,-1 0,0 0,-1 0,0 0,0 0,-5 14,6-22,0 0,0 0,0 0,0 0,0 0,0 0,0 1,0-1,0 0,-1 0,1 0,0 0,0 0,0 0,0 0,0 0,0 0,0 0,0 0,-1 0,1 0,0 0,0 0,0 0,0 0,0 0,0 0,0 0,0 0,-1 0,1 0,0 0,0 0,0 0,0 0,0-1,0 1,0 0,0 0,0 0,0 0,-1 0,1 0,0 0,0 0,0 0,0 0,0-1,0 1,0 0,0 0,0 0,0 0,0 0,0 0,0 0,0-1,-4-7,-12-45,1-1,-12-93,21 107,3 1,0-1,3 1,1-1,2 0,12-60,-9 77,0-1,2 1,0 0,2 1,0 0,2 1,0 0,1 0,1 2,1-1,35-33,-39 44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8.83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1 129,'19'26,"-15"-20,85 144,-71-123,2-2,0 0,34 31,-33-36,1-2,1-1,40 23,-52-33,2-1,-1-1,1 1,-1-2,2 0,-1-1,0 0,0-1,25 1,-32-3,1-1,0 1,-1-1,1-1,-1 1,0-1,1 0,-1-1,0 1,0-1,-1-1,1 1,-1-1,1 0,-1 0,0 0,0-1,-1 0,0 0,1 0,-2 0,5-8,-4 6,-1 0,1 0,-2-1,1 1,-1-1,0 1,-1-1,0 0,0 0,-1 1,0-1,0 0,-1 0,0 0,0 1,0-1,-1 0,-5-10,0 2,-1 0,-1 1,-1 0,0 1,-1 0,-24-25,3 9,-58-42,41 38,-74-38,100 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09.79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2,'19'23,"11"15,1-2,1-1,2-1,2-2,69 49,-96-75,0 0,1-1,0 0,0-1,1 0,-1 0,1-1,0-1,0 0,17 1,-23-2,1-1,-1-1,0 1,0-1,0 0,0 0,0 0,0-1,0 1,-1-1,1-1,-1 1,1-1,-1 1,0-1,0 0,0-1,0 1,0-1,-1 0,0 0,1 0,-2 0,5-8,-3 5,-1-1,0 0,0 0,-1 0,0-1,0 1,0-13,-1 1,-4-40,3 60,0-1,-1 1,1 0,0-1,0 1,0 0,0-1,0 1,0 0,0-1,1 1,-1 0,0 0,0-1,0 1,0 0,0-1,0 1,0 0,1 0,-1-1,0 1,0 0,0 0,1-1,-1 1,0 0,0 0,1 0,-1-1,0 1,1 0,-1 0,14 1,17 14,-26-12,23 14,-1 1,29 23,-31-20,57 33,-80-53,-1 0,1 0,0 0,0-1,-1 1,1 0,0-1,0 1,0-1,0 1,0-1,0 0,0 0,0 0,0 0,0 0,0-1,0 1,-1 0,1-1,0 0,0 1,0-1,0 0,2-1,-1-2,1 1,-1-1,1 0,-1 0,0 0,-1 0,1-1,3-7,66-148,-49 105,-23 55,0-1,1 1,-1-1,0 1,1-1,-1 1,0 0,1-1,-1 1,1 0,-1-1,1 1,-1 0,0 0,1-1,-1 1,1 0,-1 0,1 0,-1-1,1 1,0 0,-1 0,1 0,-1 0,1 0,-1 0,1 0,-1 0,1 1,-1-1,1 0,-1 0,1 0,-1 0,1 1,-1-1,1 0,-1 0,1 1,-1-1,0 0,1 1,0 0,22 20,-20-18,26 29,-21-22,1 0,1 0,0 0,0-1,1-1,16 10,-23-16,0-1,0 0,0 0,0 0,0-1,0 1,1-1,-1 0,0-1,0 1,1 0,-1-1,0 0,0 0,0-1,0 1,0-1,0 0,6-3,6-5,1-1,26-23,-28 20,-11 9,1 0,-1 1,1-1,9-5,-13 9,0 1,0-1,0 1,0-1,0 1,1-1,-1 1,0 0,0 0,0-1,0 1,0 0,0 0,1 0,-1 0,0 1,0-1,0 0,0 0,0 1,0-1,0 0,0 1,0-1,0 1,0-1,0 1,0 0,0 0,0-1,0 1,0 1,10 11,0 1,-1 1,13 26,-17-29,0 0,1-1,0 0,0-1,1 1,1-1,0-1,13 12,-12-15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0.20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0,'7'8,"0"0,0 0,-1 1,0 0,0 0,-1 0,5 12,2 3,192 390,-144-273,42 152,-87-241,-2 1,-2 0,-3 1,2 56,-9-102,-2 0,1 0,-1 0,0 0,0 0,-1 0,0 0,-6 12,7-17,-1 0,0 0,1 0,-1-1,0 1,-1 0,1-1,0 0,-1 0,1 0,-1 0,0 0,0 0,1 0,-1-1,0 0,0 0,-1 1,1-2,0 1,0 0,0-1,-7 1,1-1,0-1,0 0,1-1,-1 1,0-2,1 1,-1-1,1-1,0 1,0-1,0-1,1 1,0-1,-8-6,-4-6,-1-1,2 0,-24-31,32 38,2-1,0 1,0-2,1 1,-7-19,12 26,0-1,1 1,0-1,0 0,0 1,1-1,-1 0,1 0,1 0,-1 1,1-1,0 0,0 1,1-1,3-9,3-2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10.63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799 0,'0'0,"-7"15,-24 27,-51 54,-1-1,9 2,4 4,4 2,5 3,4 3,6 2,4 2,-43 161,66-177,4 2,4 0,-3 170,19-181,5-1,3 1,4-2,36 135,-20-129,5-1,3-2,4-2,3-1,5-3,3-1,3-3,4-2,3-3,125 116,-139-149,2-2,2-3,2-2,1-2,1-2,65 24,-11-16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31.07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1,'0'0,"1"4,-1-1,1 1,0 0,0-1,1 1,-1-1,1 0,-1 1,4 3,2 7,300 742,-137-260,-158-464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31.50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0 402,'27'-9,"411"-127,10 34,-336 77,0 1,398-75,-459 92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31.97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60,'33'0,"598"-31,-240 5,-1 23,-321 6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32.68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1 245,'0'0,"0"0,26-10,77-26,201-42,-72 31,291-22,-363 65,-149 7,-11 3,-20 10,18-15,-277 183,18-13,202-130,-222 163,281-203,-1-1,0 0,1 1,-1-1,0 1,1-1,-1 1,0-1,1 1,-1-1,1 1,-1 0,1-1,-1 1,1 0,0-1,-1 1,1 0,0 0,0-1,-1 1,1 0,0 0,0 0,0-1,0 1,0 0,0 0,0 1,2-1,-1 0,0 0,0 0,1 0,-1 0,0-1,1 1,-1 0,1-1,-1 1,1-1,-1 0,1 1,0-1,2 0,38 5,1-3,44-2,92-13,-172 13,449-54,-146 16,-237 30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33.58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1 732,'10'-41,"-7"33,0 1,1-1,0 1,0 0,1 1,0-1,0 1,1 0,0 0,0 0,0 1,9-6,-4 4,0 1,1 1,0 0,0 0,0 1,0 0,16-1,-5 1,1 1,0 1,0 2,0 0,0 2,-1 0,1 1,46 14,-43-8,-1 1,0 1,0 2,-1 0,-1 2,0 0,27 24,-30-21,-2 0,0 1,-1 1,-1 0,0 2,-2 0,-1 1,0 0,-2 1,-1 0,-1 1,-1 0,-1 1,-1 0,-1 0,-2 1,3 44,-7-69,0 1,0-1,0 0,0 1,0-1,-1 0,1 1,-1-1,0 0,0 0,1 0,-1 1,0-1,-1 0,-1 2,2-3,0 0,0-1,0 1,-1 0,1-1,0 1,-1-1,1 1,-1-1,1 1,0-1,-1 0,1 0,-1 0,1 0,-1 0,1 0,-1 0,1 0,0-1,-1 1,1-1,-1 1,1-1,-2 0,-10-5,1 0,1 0,0-1,-1-1,2 0,-1 0,-17-20,5 2,-39-56,40 47,1-1,2-1,1 0,2-2,2 0,1 0,2-1,2-1,2 0,-3-58,9 64,1 0,2 0,1 0,2 1,1-1,2 1,1 0,1 1,3 0,0 1,2 0,33-50,-32 57,-3 8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34.06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71 0,'-1'2,"0"1,0-1,0 0,0 1,0-1,1 0,-1 1,0 2,-1 7,-18 59,-14 104,30-150,2 0,1 0,1 0,1 1,1-1,2 0,0-1,8 27,-8-42,-1 0,2 0,-1 0,1-1,0 0,1 0,0 0,0-1,1 1,0-1,0-1,0 0,1 0,0 0,0-1,1 0,-1 0,1-1,0-1,1 1,-1-1,0-1,1 0,-1 0,1-1,0 0,0 0,-1-1,1-1,0 0,0 0,-1-1,1 0,10-4,-14 3,1 0,-1-1,0 0,-1 0,1 0,-1-1,1 0,-1 0,-1 0,1-1,-1 0,0 0,0 0,-1 0,1 0,-1-1,-1 0,3-7,1-7,0-1,-2 0,0-1,0-31,-4 40,0-1,0 1,-2 0,0 0,0 0,-2 0,1 0,-2 1,0 0,0 0,-2 0,-10-18,4 13,0 1,-1 1,-1 0,0 0,-1 2,-1 0,-26-17,-22-9,42 29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34.851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1,'0'0,"10"9,8 11,-2 1,0 0,15 27,-5-9,-8-12,105 147,-94-139,0 0,58 50,-79-78,1 0,0 0,0-2,0 1,0-1,20 8,-26-12,0 0,0 0,-1-1,1 1,0-1,0 0,0 1,0-1,0 0,0-1,0 1,0 0,0-1,-1 0,1 0,0 0,0 0,-1 0,1 0,0-1,-1 1,0-1,1 1,-1-1,0 0,0 0,0 0,0-1,3-3,4-10,0 0,-2 0,0 0,0-1,-2 0,0 0,-1-1,-1 0,2-24,-1-24,-6-75,1 130,1 10,0 1,-1-1,1 0,0 0,0 0,0 1,0-1,0 0,0 0,0 0,0 0,1 1,-1-1,0 0,0 0,1 0,-1 1,0-1,1 0,0-1,17 13,0 5,0 0,-1 1,0 1,18 26,50 87,-9-13,-75-117,17 24,26 27,-38-45,0-1,1-1,-1 1,1-1,0 0,0-1,1 1,-1-2,14 6,-19-9,0 1,0-1,1 1,-1-1,0 0,1 0,-1 0,0-1,1 1,-1 0,0-1,1 0,-1 1,0-1,0 0,0 0,0 0,0 0,0-1,0 1,0 0,0-1,0 0,-1 1,1-1,-1 0,1 0,-1 0,2-3,4-6,-1-1,0-1,8-24,-10 25,27-88,12-30,-42 129,-1 0,1 0,-1 0,1 1,-1-1,1 0,0 0,-1 1,1-1,0 1,-1-1,1 0,0 1,0 0,-1-1,1 1,0-1,0 1,0 0,0-1,0 1,0 0,-1 0,1 0,0 0,0 0,0 0,0 0,0 0,0 0,0 0,0 1,0-1,0 0,-1 1,1-1,0 0,0 1,0-1,-1 1,1-1,1 2,5 2,0 1,-1 0,10 8,6 9,-1 1,-1 0,-1 1,-1 2,-1-1,-2 2,0 0,13 37,-25-53,-1-5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2.12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0,'0'0,"13"5,0 3,-2 0,1 1,-1 1,-1 0,0 0,0 1,12 20,-17-26,33 48,-3 2,-2 2,-2 1,-3 1,31 93,-12 2,28 169,-25-19,-44-246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2.49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0 316,'0'0,"6"-1,-1 0,1 0,-1 0,1-1,-1 0,1 0,9-6,10-3,754-222,-706 215,2 4,130-8,-157 22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2.82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1 340,'263'-88,"-114"35,440-114,-522 150,-15 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3.50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0 419,'4'0,"0"-1,-1 0,1 0,-1 0,0 0,1 0,-1-1,0 0,4-2,7-4,493-189,-415 165,40-13,2 5,260-41,-390 80,19 0,-23 1,0 0,0 0,1 0,-1 0,0 0,1 0,-1 1,0-1,1 0,-1 0,0 0,0 0,1 0,-1 0,0 1,0-1,1 0,-1 0,0 0,0 1,0-1,1 0,-1 0,0 1,0-1,0 0,0 1,0-1,1 0,-1 0,0 1,0-1,0 0,0 1,0-1,0 0,0 1,0-1,0 0,0 0,0 1,0-1,0 0,-1 1,1-1,0 0,0 1,0-1,0 0,0 0,-1 1,1-1,0 0,0 0,0 0,-1 1,1-1,0 0,-7 9,0-1,0 0,-1-1,-15 13,10-9,-558 409,213-167,340-239,18-14,0 0,0 0,0 0,0 0,1 0,-1 0,0 0,0 0,0 1,0-1,0 0,1 0,-1 0,0 0,0 0,0 0,0 0,0 0,1 0,-1 0,0 0,0 1,0-1,0 0,0 0,0 0,0 0,0 0,0 0,0 1,1-1,-1 0,0 0,0 0,0 0,0 1,0-1,0 0,0 0,0 0,0 0,0 0,0 1,0-1,0 0,0 0,-1 0,1 0,0 0,0 1,0-1,0 0,0 0,0 0,0 0,0 0,0 0,0 1,-1-1,1 0,0 0,0 0,0 0,0 0,0 0,-1 0,1 0,0 0,16 0,144-30,-86 14,440-101,152-30,-562 129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4.31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0 637,'4'-13,"1"1,0 0,1 1,1 0,0 0,0 0,1 1,0 0,1 0,0 1,1 1,0-1,0 2,0-1,24-11,-12 8,1 0,0 2,1 1,0 1,0 0,46-4,-42 9,-1 1,1 2,-1 1,1 1,-1 1,0 2,0 0,-1 2,0 1,0 1,-1 1,0 1,-1 2,-1 0,35 27,-39-25,0 0,0 2,-2 0,0 1,-1 0,-1 1,-1 1,-1 1,0 0,-2 0,-1 1,-1 1,0 0,-2 0,-1 0,-1 1,2 31,-6-49,-1 0,0 0,0 0,-1 0,0 0,0 0,-3 9,4-15,-1 1,1-1,-1 1,0-1,0 0,0 1,0-1,0 0,0 1,0-1,0 0,0 0,-1 0,1 0,0 0,-1 0,1-1,-1 1,1 0,-1-1,1 1,-1-1,1 1,-1-1,0 0,1 0,-1 0,0 0,1 0,-1 0,1 0,-1 0,0-1,1 1,-1 0,1-1,-3-1,-5-1,1-1,0 0,1 0,-1-1,1 0,0 0,0-1,0 0,1 0,0-1,0 0,-7-11,-5-9,1-1,-14-34,14 22,1-1,3-1,1 0,2-1,2 0,2 0,2-1,1 0,3 0,1 0,3 0,1 1,21-79,-1 43,-22 71,1 0,0 0,0 0,1 0,0 1,12-13,-16 18,1 0,-1 1,1 0,0-1,0 1,0 0,0 0,0 0,0 0,0 0,2 0,5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4.74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1,'0'16,"12"215,-6-185,2 0,2-1,17 45,-24-82,0 1,1-1,0 1,1-1,0-1,0 1,0 0,1-1,0 0,1-1,0 1,0-1,11 7,-12-9,0-1,1 0,-1-1,0 1,1-1,-1 0,1-1,0 0,0 0,-1 0,1-1,0 0,0 0,0 0,0-1,-1-1,1 1,11-4,-7 0,-1 1,1-1,-1-1,0 0,-1 0,1-1,-1 0,-1-1,1 0,-1 0,-1-1,1 0,-2 0,1-1,-1 0,-1 0,0 0,0-1,-1 0,0 1,-1-2,0 1,-1 0,0-1,-1 1,0-1,-1 1,0-1,-1 1,-4-22,1 19,-1 0,0 0,-1 0,-1 1,0 0,-1 0,0 1,-1-1,0 2,-1 0,-21-19,12 14,-1 1,0 1,-1 1,-1 1,0 1,-33-12,39 17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5.20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0,'10'16,"44"125,-20-48,-26-73,55 128,-48-119,0 0,37 49,-49-73,1-1,0 1,1 0,-1-1,1 0,0 0,0 0,0-1,1 0,-1 0,1 0,-1-1,1 1,0-1,0-1,12 3,-11-4,0 0,0 0,-1-1,1 0,-1 0,1 0,-1-1,1 0,-1 0,0-1,0 0,0 0,0 0,0-1,7-6,7-7,-2 0,0-2,-1 0,-1-1,-1 0,-1-1,0-1,-2 0,19-48,-28 61,0 0,0-1,-1 1,0-1,-1 0,0 1,0-1,-1 0,-1 0,-1-11,2 21,0 0,0 0,0 0,0 0,0 0,0 0,0 0,0 0,0 0,0 0,0 0,0 0,0 0,0 0,1 0,-1 1,0-1,0 0,0 0,0 0,0 0,0 0,0 0,0 0,0 0,0 0,0 0,0 0,0 0,0 0,0 0,1 0,-1 0,0 0,0 0,0 0,0 0,0 0,0 0,0 0,0 0,0 0,0 0,0 0,0 0,0 0,0-1,1 1,-1 0,0 0,0 0,0 0,0 0,0 0,0 0,0 0,0 0,0 0,0 0,0 0,0 0,9 8,8 15,37 93,-14-27,-30-68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5.62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49,'18'21,"-2"2,-2 1,-1 0,-1 2,-1-1,9 35,-1-8,-12-35,0 2,0 0,2 0,15 24,-23-41,0 0,1 0,-1 0,1-1,-1 1,1-1,0 1,0-1,0 1,0-1,0 0,0 0,0 0,0 0,0-1,0 1,0 0,1-1,-1 0,0 1,0-1,1 0,-1 0,0 0,1 0,-1-1,0 1,0-1,1 1,-1-1,0 0,0 0,0 0,3-2,8-4,-1-1,0-1,0 0,13-13,-18 15,37-35,-3-3,-1-1,-2-2,-2-1,48-90,-83 139,-1-1,0 1,0 0,0-1,0 1,0 0,0 0,1-1,-1 1,0 0,0 0,0-1,1 1,-1 0,0 0,0 0,1-1,-1 1,0 0,1 0,-1 0,0 0,0 0,1-1,-1 1,0 0,1 0,-1 0,0 0,1 0,-1 0,0 0,1 0,-1 0,1 1,8 9,4 22,-12-31,57 223,-43-152,49 136,-60-199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6.0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0,'0'0,"2"2,0-1,0 1,0-1,0 1,0 0,0 0,0 0,2 4,2 1,62 69,-4 2,-3 3,82 146,-73-93,95 253,-162-380,35 112,-34-103,-1 0,0 0,-1 0,-1 0,-1 25,-1-39,1-1,0 1,0-1,-1 1,1 0,-1-1,1 0,-1 1,0-1,0 1,0-1,1 0,-1 1,0-1,-1 0,1 0,0 0,0 0,0 0,-1 0,1 0,0 0,-1-1,1 1,-1 0,1-1,-1 1,1-1,-1 1,1-1,-4 0,-5 1,1-1,0 0,-1-1,-11-1,11 0,-19-2,1-1,-1-1,1-2,1-1,-1-1,1-1,1-2,0 0,1-2,-25-19,43 28,0 1,1-1,0-1,0 1,0-1,1 0,0-1,0 1,-5-14,7 15,2 0,-1 1,1-1,-1 0,2 0,-1 0,1 0,0 0,0 0,0 0,1 0,0 0,0 0,1 1,2-8,0 1,2 1,-1-1,2 1,-1 1,2-1,-1 1,1 1,1-1,-1 1,2 1,16-13,-11 10,1 2,0 0,0 0,1 2,0 0,0 1,26-5,-13 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6.53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646 0,'-17'14,"-23"22,1 2,2 1,2 1,-40 61,19-14,-58 122,72-121,4 2,3 2,5 0,4 3,-25 173,44-204,4 0,2 1,15 120,-6-135,3 0,1-1,3 0,2-1,34 68,-26-69,2-2,1-1,3-1,2-2,1-1,3-1,50 41,-41-43,2-2,1-3,1-1,2-3,1-3,71 25,196 43,-251-77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9.1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18 496,'0'0,"-6"-10,3 1,1 1,0-1,0 0,1 0,0 0,0 0,2-11,0 3,0-1,8-30,-6 38,1-1,0 1,1-1,0 1,1 1,0-1,0 1,1 0,1 0,-1 1,1 0,0 0,1 1,12-8,5-2,1 1,1 1,56-21,-22 13,0 4,71-12,-91 23,0 3,1 1,-1 2,54 5,-77-2,1 2,22 6,-37-8,-1 0,1 1,0 0,-1 0,1 0,-1 0,0 1,1 0,-1 0,0 0,-1 0,1 0,5 8,-8-9,0 0,0 0,0 1,0-1,0 1,0-1,-1 1,0-1,1 1,-1-1,0 1,0 0,0-1,-1 1,1-1,-1 1,1-1,-1 1,0-1,0 0,0 1,0-1,-2 4,-4 6,-1-1,0 0,-12 12,10-11,-13 12,17-18,-1 0,1 1,1 0,0-1,0 2,-5 8,10-16,0 1,0-1,0 0,0 1,0-1,0 0,1 1,-1-1,0 0,0 1,0-1,1 0,-1 1,0-1,0 0,1 1,-1-1,0 0,1 0,-1 0,0 1,1-1,-1 0,0 0,1 0,-1 0,0 1,1-1,-1 0,1 0,-1 0,0 0,1 0,-1 0,1 0,-1 0,0 0,1-1,23 2,-20-1,25 1,1 1,-1 2,0 1,-1 1,1 1,-1 1,0 2,45 23,-64-28,-1 0,0 1,0 0,-1 1,0-1,0 2,0-1,-1 1,0 0,0 0,-1 0,0 1,-1 0,0 0,0 0,-1 0,0 0,-1 1,0 0,0-1,-1 1,0 0,-1 0,0 0,-1 0,0 0,-2 9,0-5,0 0,0-1,-2 0,0 0,0 0,-1 0,-1-1,0 0,-1 0,0-1,0 0,-1-1,-1 0,0 0,0-1,-1 0,0 0,-22 11,23-15,-1 0,0-1,-1 0,1 0,-1-1,-16 2,10-4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6:59.52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0,3 0,3 0,3 0,1 0,-2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00.60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291 0,'0'0,"0"0,-4 26,-14 29,-45 94,23-63,-50 137,65-155,-19 94,42-154,0 0,1 0,0-1,1 1,0 15,0-21,1 1,-1-1,1 0,0 0,-1 0,1 0,0 0,0 0,1 0,-1 0,0-1,0 1,1 0,-1-1,1 1,0-1,-1 1,1-1,0 0,0 0,0 0,0 0,0 0,0 0,3 1,10 1,0 1,-1-2,1 0,0-1,28-1,80-12,-79 7,454-32,-472 37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00.96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0,'0'0,"4"5,30 54,37 89,15 71,-58-144,12 28,61 168,-94-251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01.34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0,'0'0,"0"0,11 17,14 38,-3 0,18 67,15 120,-43-173,4 84,-16-129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01.72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337 0,'-10'24,"-49"95,-58 174,103-257,-109 312,120-340,1-1,0-1,0 1,0-1,0 11,2-16,-1 1,1-1,0 0,0 0,1 0,-1 0,0 1,0-1,0 0,1 0,-1 0,1 0,-1 0,1 0,-1 0,1 0,0 0,-1 0,1 0,0 0,0 0,-1-1,1 1,0 0,0 0,0-1,0 1,0-1,0 1,0-1,0 1,2-1,14 3,0-1,0 0,-1-1,1-1,29-4,-17 1,138-10,300-10,-453 23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02.0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1,'0'0,"1"1,0 0,-1-1,1 1,0 0,-1 0,1-1,-1 1,1 0,-1 0,0 0,1 0,-1 0,1 1,0 1,176 390,-23-38,-80-178,-68-164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02.4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1,'9'1,"-1"0,0 1,0 1,0-1,0 1,-1 0,9 5,7 2,38 19,0 2,-2 3,-1 3,83 69,-49-26,139 158,-174-171,-2 4,-4 1,61 114,-87-138,-3 1,-1 1,-3 0,-2 2,-3 0,14 104,-25-124,-2-1,-1 1,-1-1,-2 1,-1-1,-1 0,-2 0,-1-1,-1 0,-2-1,0 0,-21 31,14-28,-2-1,-2 0,-1-2,-1-1,-1-1,-1-1,-2-2,0-1,-59 36,25-26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05.76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1 405,'0'0,"0"-19,7-11,-7 30,0-1,0 0,0 1,0-1,1 0,-1 1,0-1,0 0,1 1,-1-1,1 1,-1-1,0 0,1 1,-1-1,1 1,-1-1,1 1,0 0,-1-1,1 1,-1 0,1-1,0 1,-1 0,1-1,0 1,-1 0,1 0,0 0,0 0,-1 0,1 0,0 0,-1 0,2 0,27 15,42 31,-20-12,-13-12,1-2,0-2,1-2,1-1,1-2,0-2,71 9,-47-13,0-4,0-2,-1-2,91-15,167-47,-174 31,162-14,-202 38,0 5,182 18,-255-11,-1 3,0 0,0 2,51 21,-70-23,-1 1,1 0,-1 1,-1 1,0 0,0 1,-1 1,0 0,-1 0,-1 1,14 20,-13-13,-1 0,0 0,-2 1,0 0,-2 1,8 33,-12-42,0 1,-2-1,1 1,-2-1,0 1,0 0,-2-1,1 1,-2-1,0 0,0 1,-7 14,7-22,0-1,0 1,-1-1,0 0,0 0,0 0,0-1,-1 1,0-1,0 0,0-1,0 1,-1-1,1 0,-1 0,0-1,0 1,0-1,0-1,0 1,-7 0,8-1,-1-1,0 1,1-1,-1-1,0 1,1-1,-1 1,0-2,1 1,-1-1,1 0,0 0,-1 0,1 0,0-1,1 0,-1 0,0-1,1 1,0-1,-1 0,1 0,-5-7,5 4,0 0,0-1,0 1,1 0,0-1,0 0,1 0,0 0,0 0,0-13,2 8,0 1,0 0,2 0,-1 0,2 0,6-19,-2 11,1 2,0-1,2 1,0 0,1 1,1 0,1 1,19-20,-11 16,1 2,1 1,1 1,0 1,1 1,0 1,1 1,1 1,31-8,37-6,130-16,-114 24,586-119,-14-54,-670 186,4-1,-1-1,0 0,0-1,0-1,-1 0,0-1,17-14,-26 15,-6 7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10.95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0 407,'0'0,"0"0,1-2,0 0,0 0,0 0,0 0,0 0,0 1,0-1,1 0,-1 1,1-1,-1 1,1 0,0-1,-1 1,5-2,-4 1,20-12,0 1,0 2,1 0,37-12,103-23,-120 35,515-104,7 32,-442 66,-97 14,61-10,0 4,113 2,-200 7,0 0,1 0,-1 0,0-1,0 1,1 0,-1 0,0 0,0 0,1 0,-1 0,0 0,0 0,1 0,-1 0,0 0,0 1,1-1,-1 0,0 0,0 0,1 0,-1 0,0 0,0 0,0 1,1-1,-1 0,0 0,0 0,0 0,0 1,1-1,-1 0,0 0,0 1,0-1,0 0,0 0,0 0,0 1,0-1,0 0,0 0,0 1,1-1,-1 0,-1 0,1 1,0-1,0 0,0 0,0 1,0-1,0 0,0 0,0 1,0-1,0 0,0 0,-1 0,1 1,0-1,0 0,0 0,0 0,-1 1,-16 14,12-11,-29 23,-1-2,-54 29,-83 33,117-60,-896 399,836-375,-39 16,154-67,0 0,0 0,0 0,0 0,0 1,0-1,0 0,0 0,0 0,0 0,0 0,0 0,0 0,0 0,0 0,0 0,0 0,0 0,0 1,0-1,0 0,0 0,0 0,0 0,0 0,0 0,0 0,0 0,0 0,0 0,0 0,0 1,0-1,0 0,0 0,0 0,-1 0,1 0,0 0,0 0,0 0,0 0,0 0,0 0,0 0,0 0,0 0,0 0,0 0,0 0,-1 0,15 1,23-2,578-69,-207 16,-104 31,-208 21,110 11,-148-2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13.23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1 485,'0'-3,"1"0,-1 0,1 0,0 0,0 0,0 0,0 0,0 0,1 0,-1 1,5-6,25-28,-23 28,27-27,2 2,1 2,1 1,78-43,-50 38,1 2,105-33,-119 48,1 4,80-12,-104 23,0 0,0 2,0 2,0 0,0 2,31 8,-49-8,-1 0,1 1,-1 1,0 0,-1 0,1 2,-1-1,0 1,-1 1,0 0,15 14,-19-14,1-1,-1 2,0-1,-1 1,0 0,0 0,-1 0,-1 0,1 1,-1 0,-1-1,0 1,0 0,-1 0,0 12,-1-6,-2 1,0 0,-1 0,-1-1,0 0,-1 0,-1 0,0 0,-1-1,-1 0,-1 0,0-1,0 0,-13 13,6-8,-1-2,0 0,-1 0,-1-2,0-1,-1 0,0-1,-1-1,-29 11,40-18,0-1,0-1,-1 0,1 0,-1-1,0-1,1 0,-1 0,-13-1,24 0,1 0,-1 0,0 0,0 0,0-1,0 1,0 0,1 0,-1 0,0 0,0 0,0 0,0 0,0-1,0 1,0 0,1 0,-1 0,0 0,0-1,0 1,0 0,0 0,0 0,0 0,0-1,0 1,0 0,0 0,0 0,0 0,0-1,0 1,0 0,0 0,0 0,0 0,0 0,-1-1,1 1,0 0,0 0,0 0,0 0,0 0,0-1,0 1,-1 0,1 0,0 0,0 0,0 0,0 0,0 0,-1 0,1 0,0-1,0 1,0 0,0 0,-1 0,17-8,1 3,1 1,1 0,-1 1,0 1,1 1,21 0,5 4,63 11,-56-4,0 2,0 3,-2 2,0 2,-1 2,-1 2,83 55,-113-65,28 26,-42-35,0-1,-1 2,1-1,-1 0,0 1,0 0,0-1,0 1,-1 0,0 0,0 1,1 5,-3-8,0 0,0-1,0 1,-1-1,1 1,-1-1,0 1,0-1,0 0,0 1,0-1,0 0,-1 0,1 0,-1 0,0 0,1 0,-1 0,0 0,0-1,0 1,0-1,0 1,-4 1,-7 4,0 0,-1-1,-13 5,-15 2,-1-2,1-2,-72 7,-135-4,221-11,-174 1,129-3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13.93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 15,'-1'0,"1"-1,0 1,0-1,0 0,0 1,0-1,0 1,0-1,0 0,0 1,0-1,0 1,0-1,0 1,1-1,-1 1,0-1,0 0,1 1,-1-1,0 1,1 0,-1-1,0 1,1-1,1 1,0 0,0 1,0-1,0 1,0-1,-1 1,1 0,0 0,-1 0,1 0,0 0,-1 0,1 0,1 2,23 25,-15-16,38 44,-3 2,-2 2,-3 2,-2 1,53 124,107 364,-160-431,-28-88,-3-10,-1-1,0 1,-2 1,-1-1,3 41,-7-56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14.31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1 446,'0'0,"3"-10,3 1,0 1,0-1,1 2,0-1,0 1,1 0,0 0,0 1,17-10,7-1,50-20,-73 34,364-120,10 28,-92 30,-234 54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14.69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0 757,'19'-14,"229"-126,-170 100,561-276,-500 256,3 6,249-58,-286 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15.58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55 676,'-19'-19,"-13"-5,31 24,1 0,0 0,0 0,0-1,0 1,-1 0,1 0,0 0,0 0,0 0,0 0,0-1,-1 1,1 0,0 0,0 0,0 0,0 0,0-1,0 1,0 0,0 0,0 0,0-1,0 1,0 0,0 0,0 0,0-1,0 1,0 0,0 0,0 0,0 0,0-1,0 1,0 0,0 0,10-7,10-3,0 2,1 1,30-8,-42 13,366-77,16 23,-301 44,1217-134,8 38,-542 54,269-23,-547 31,-492 46,-16 3,-31 5,33-6,-435 74,-603 115,-1277 373,921-161,1395-400,-378 127,388-130,-1 0,0 0,0 0,1 1,-1-1,0 0,1 0,-1 0,0 1,1-1,-1 0,1 1,-1-1,0 0,1 1,-1-1,1 1,-1-1,1 1,-1-1,1 1,0-1,-1 2,27-3,189-37,-170 29,214-44,82-17,72-11,2545-389,-2520 418,-45 12,498-28,-704 58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19.71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1178 1,'-19'27,"-39"58,-86 173,97-168,-760 1608,793-1663,8-18,-1-1,0 0,-1-1,0 0,-2 0,-15 20,8-21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20.10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0,'0'0,"10"2,1-1,0 1,-1 1,1 0,-1 0,0 1,0 1,11 6,-6-4,59 30,113 79,61 68,156 171,-325-273,-3 3,109 164,-158-208,-2 1,-3 2,27 68,-42-88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20.7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537 20,'-22'-16,"16"15,0 0,0 0,0 1,0 0,-1 0,1 0,0 0,0 1,0 0,-11 4,1 0,0 1,-27 15,21-8,0 1,1 1,0 1,1 0,1 2,1 1,1 0,0 1,1 1,2 0,-15 26,24-36,1-1,-1 1,2 0,-1 0,-3 22,7-29,-1-1,1 1,0-1,-1 1,1-1,1 1,-1-1,1 0,-1 1,1-1,0 1,0-1,0 0,1 0,-1 0,1 0,0 0,-1 0,1 0,1 0,-1 0,0-1,5 4,-4-4,-1-1,0 0,1-1,-1 1,1 0,-1-1,0 0,1 1,-1-1,1 0,-1 0,1 0,-1-1,1 1,-1 0,1-1,-1 0,1 0,-1 1,0-1,0-1,3 0,6-4,0-1,19-15,-4-1,-1-2,-1 0,-1-2,-1 0,-2-1,25-46,-17 8,-21 76,1 14,-2-1,0 1,1 26,-1-13,127 1101,-119-809,-15-237,-18 143,19-233,-2 11,0-1,-1 1,0-1,0 1,-8 15,10-26,-1 1,1-1,0 0,-1 0,1 0,-1 0,0 0,0 0,0 0,0-1,0 1,0 0,0-1,0 0,-1 0,1 1,-1-1,1-1,-1 1,1 0,-1-1,1 1,-1-1,1 0,-1 0,0 0,1 0,-1 0,1 0,-1-1,0 1,-3-2,-10-3,0-1,0 0,0-2,1 0,-21-14,-69-57,68 47,1-1,1-2,-39-52,60 67,0 0,1-1,1 0,1-1,0 0,2-1,1 0,-9-39,15 50,1 1,0-1,1 0,0 1,1-1,0 0,0 1,2-1,-1 1,1 0,1-1,0 1,1 1,0-1,10-15,-6 13,2 0,-1 0,1 1,1 1,1 0,-1 0,1 1,1 1,0 0,23-10,5 1,1 2,1 2,85-17,140-4,-242 32,59-5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21.51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1 245,'381'-23,"-6"-28,-189 24,-77 11,844-101,-930 115,144-6,-159 9,-12 2,-15 5,17-8,-446 173,10 22,321-142,-334 161,15 25,389-210,1 2,-43 37,76-53,13-15,-1 1,1-1,0 0,0 0,0 1,0-1,0 0,0 0,0 1,0-1,0 0,0 0,0 1,0-1,0 0,0 0,0 1,0-1,0 0,0 0,0 1,0-1,0 0,0 0,0 1,0-1,0 0,1 0,-1 1,0-1,0 0,0 0,1 1,2 0,0-1,-1 1,1 0,0-1,0 1,0-1,0 0,0 0,5 0,396-42,-287 25,930-102,-1036 118,253-30,-209 20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29.94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871 1,'0'0,"0"0,-7 11,-67 73,-81 119,-44 103,199-306,-277 469,186-310,81-142,0-1,-20 24,13-22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0.30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1,'13'14,"1022"1166,-971-1097,-48-60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0.7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1,'3'1,"-1"2,1-1,-1 0,0 0,0 1,0-1,2 4,0-1,114 147,159 183,-277-335,6 7,1-1,-1 0,1 0,0 0,12 6,-17-11,-1 0,1 0,0-1,0 1,0 0,0-1,1 0,-1 1,0-1,0 0,0 0,0 0,0 0,0 0,0-1,0 1,0-1,0 1,0-1,0 0,0 0,0 0,0 0,0 0,-1 0,1 0,0-1,-1 1,2-2,7-7,-1-1,-1 1,0-1,13-23,21-54,-30 61,61-154,-73 181,0-1,0 1,0 0,0 0,0 0,0 0,0 0,0-1,0 1,0 0,1 0,-1 0,0 0,0 0,0 0,0 0,0-1,0 1,1 0,-1 0,0 0,0 0,0 0,0 0,0 0,1 0,-1 0,0 0,0 0,0 0,0 0,1 0,-1 0,0 0,0 0,0 0,0 0,1 0,-1 0,0 0,0 0,0 0,7 8,4 12,-11-19,7 13,-4-6,0-1,1 1,0-1,1 0,7 10,-10-15,0-1,-1 1,1-1,0 1,0-1,0 0,0 0,0 0,0 0,0 0,0-1,0 1,1 0,-1-1,0 0,0 1,1-1,-1 0,0 0,0-1,1 1,-1 0,0-1,0 1,3-2,60-23,-49 17,0 2,27-8,-36 12,0 1,0 0,0 1,0 0,0 0,-1 0,1 1,0 0,0 0,9 3,-2 1,0 1,-1 1,1 0,-1 0,0 1,-1 1,17 14,-12-6,0-1,-1 2,-1 0,13 21,-16-20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1.15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1,'0'0,"3"3,6 3,9 7,11 9,11 9,9 7,5 6,-1 0,-4-1,-9-3,-7-6,-9-8,-10-9,-6-7,-5-5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1.50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0,0 0,0 0,3 0,1 0,-1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1.84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0 947,'20'31,"26"60,43 78,-67-133,1-1,40 47,-61-79,0-1,0 0,0 0,0 0,1 0,-1 0,0 0,1-1,-1 1,1-1,0 0,0 0,-1 0,1 0,0 0,0 0,0-1,4 1,-3-1,0-1,0 0,0 0,0 0,0 0,0-1,-1 0,1 1,0-1,-1-1,1 1,5-5,16-16,-1-1,0-2,-2 0,22-35,17-19,-57 76,-1 0,1 0,0 0,0 1,0-1,1 1,-1 0,7-4,-8 6,-1 0,0 1,1-1,-1 0,1 1,-1 0,1-1,-1 1,1 0,-1 0,1 1,-1-1,1 0,-1 1,0 0,1-1,-1 1,0 0,1 0,2 2,9 7,0 1,0 0,-1 1,-1 1,0 0,-1 1,11 16,18 20,-11-18,-4-7</inkml:trace>
  <inkml:trace contextRef="#ctx0" brushRef="#br0" timeOffset="1">1767 0,'1'1,"0"-1,0 1,0-1,0 1,0 0,0 0,0 0,-1-1,1 1,0 0,-1 0,1 0,1 2,2 4,24 33,-1 1,27 59,33 95,-77-173,163 456,-27 11,-108-358,-19-63,-18-64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2.20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0 404,'0'0,"11"-4,296-137,-243 114,117-46,261-67,-370 121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2.57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1,'9'10,"-7"-5,46 87,48 136,16 103,93 404,-111-379,-92-345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2.91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1 577,'2'0,"-1"-1,1 1,0-1,0 0,0 0,-1 1,1-1,0-1,-1 1,1 0,2-2,6-5,61-33,123-54,86-16,-220 89,375-132,7 32,-383 110</inkml:trace>
  <inkml:trace contextRef="#ctx0" brushRef="#br0" timeOffset="1">836 1764,'0'0,"2"0,10 0,14-3,18-6,29-10,33-12,25-10,12-5,4-4,-1-1,-10 0,-10 0,-17 3,-21 8,-25 10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4.32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406 13,'0'11,"-4"15,-1-2,-8 26,3-13,-343 1213,334-1193,18-69,3-18,175-1091,-172 1097,7-44,24-73,-34 134,0 0,1-1,0 1,1 1,4-8,-7 12,0 0,1 0,-1 1,1-1,0 1,-1-1,1 1,0 0,0 0,0-1,0 1,0 0,0 1,0-1,0 0,0 1,0-1,0 1,1 0,-1-1,4 1,2 1,-1 0,1 1,-1 0,1 0,-1 0,0 1,0 0,0 0,0 1,6 4,11 9,28 26,-52-43,48 45,-3 1,-1 3,-3 2,38 60,125 236,-45-35,-89-171,-68-137,9 18,-1 0,13 38,-23-59,1 0,-1 0,0 0,1 1,-1-1,0 0,0 0,0 0,0 0,0 0,0 1,0-1,0 0,0 0,-1 0,1 0,0 0,-1 0,1 0,-1 1,1-1,-1 0,0-1,1 1,-1 0,0 0,1 0,-1 0,0 0,0-1,0 1,0 0,0-1,0 1,-1 0,-4 1,0 0,0-1,0 0,-1 0,-9 0,9-1,-443 5,291-8,87 3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5.65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1 293,'3'0,"1"-1,-1 0,1 0,-1 0,1 0,-1 0,1-1,3-2,11-4,129-42,2 6,245-39,316 3,-413 65,-283 18,-27 6,-269 117,40-19,-689 368,915-467,12-6,0-1,1 1,-1 0,1 1,0-1,-6 6,9-8,0 0,0 0,0 0,-1 0,1 0,0 0,0 0,0 1,0-1,0 0,0 0,0 0,0 0,0 0,0 0,0 0,0 1,0-1,0 0,0 0,0 0,0 0,0 0,0 0,0 0,1 1,-1-1,0 0,0 0,0 0,0 0,0 0,0 0,0 0,0 0,0 0,0 1,0-1,1 0,-1 0,0 0,0 0,0 0,0 0,0 0,0 0,0 0,1 0,-1 0,0 0,0 0,0 0,0 0,0 0,0 0,1 0,-1 0,0 0,0 0,0 0,0 0,0 0,0 0,0 0,1-1,23 3,0-2,45-5,-25 1,503-46,304-17,-779 65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6.61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59,'0'0,"15"0,238 1,457-12,-412-21,-214 22,-26 3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6.96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1,'2'1,"0"1,0-1,0 1,-1 0,1 0,-1 0,1 0,-1 0,0 0,2 3,1 2,41 74,42 108,-79-172,46 120,-6 1,-7 2,37 220,-55-194,-20-129,-2 0,-5 54,3-79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7.53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0,'0'0,"3"11,57 183,-32-93,316 956,-304-952,16 48,-52-142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7.86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1 208,'8'-1,"0"0,0 0,0 0,15-6,10-2,594-93,6 32,-620 68,73-6,-17 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8.94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0 370,'1'-5,"0"1,0-1,0 1,1-1,-1 1,1 0,0-1,0 1,1 0,3-5,-1 0,13-19,1 1,1 1,1 1,2 0,28-23,-33 32,0 2,1 0,1 1,1 0,0 2,0 1,44-15,-54 21,1 2,-1 0,0 0,1 1,0 0,-1 1,1 0,-1 1,1 0,-1 1,0 0,1 1,-1 0,0 1,-1 0,1 1,-1 0,0 1,0 0,0 0,-1 1,0 1,0-1,-1 1,0 1,0-1,-1 1,0 1,-1-1,0 1,0 1,-1-1,6 18,-5-5,-2 0,0 1,-1-1,-1 1,-1-1,-3 29,2-47,0-3,-1 1,1 0,1 0,-1 0,0-1,1 1,-1 0,1-1,0 1,0 0,0-1,0 1,1-1,-1 1,1-1,-1 0,1 1,2 2,1-2,0 1,1-1,-1 0,0 0,1 0,0-1,7 3,39 12,-27-10,1 2,-1 0,-1 2,0 1,38 24,-43-21,-1 1,0 0,-1 1,-1 1,-1 1,19 28,-27-35,1 1,-2 0,0 0,0 0,-1 1,-1-1,0 1,-1 0,-1 1,0-1,0 29,-3-39,1 0,-1 1,0-1,0 0,0 0,0 1,-1-1,0 0,0 0,0 0,0-1,0 1,-6 6,3-5,0-1,0 1,0-1,-1 0,0-1,1 1,-1-1,-8 3,-6 1,0-1,0-1,-1-1,-34 3,14-4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9.33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431 0,'0'0,"0"0,0 10,-2 13,-1 1,-1-1,-1 0,-13 39,8-29,-196 588,38-122,160-476,2-9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39.67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1,'4'10,"49"61,111 114,-71-85,133 158,217 231,-415-461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44.07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0 373,'3'-19,"4"-8,1 0,1 1,1 0,25-44,-28 58,1 0,1 1,0 0,0 0,1 1,0 1,1-1,0 1,1 1,0 0,17-8,-8 7,-1 0,1 2,1 0,-1 2,1 0,0 2,0 0,0 1,1 2,-1 0,0 1,27 5,-30-2,0 0,0 1,0 2,0-1,-1 2,-1 1,1 0,-1 1,-1 0,0 2,0 0,-1 1,-1 0,15 17,-12-8,-2 0,0 1,-1 1,-1 0,-1 1,-2 0,11 36,-11-24,-2 1,-1-1,-2 1,0 67,-6-87,0 1,0-1,-2 0,0 1,-1-1,-1 0,-1-1,-11 24,12-31,0-1,-1 1,-1-1,1 0,-1 0,-1-1,0 0,0 0,0-1,-1 0,0-1,-1 0,1 0,-1-1,-11 5,4-5,-1 1,1-2,-1 0,1-1,-1-1,0-1,0 0,0-2,0 0,0 0,0-2,0 0,1-2,-27-9,9 1,1-3,0 0,1-3,1 0,-58-47,70 49,0-1,1-1,0-1,2-1,-15-22,22 27,1 1,0-2,1 1,1-1,1 0,1-1,0 1,-3-22,3-10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44.40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1,'0'0,"0"0,0 0,0 0,0 0,0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45.1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477 0,'-29'20,"-22"9,2 3,1 2,-65 59,93-73,0 0,1 1,2 1,0 1,1 0,1 1,1 1,2 0,-14 38,24-56,-1 1,2-1,-1 1,1-1,0 1,0 0,1 0,0-1,1 1,2 14,-2-17,1 0,0 0,0-1,0 1,1 0,0-1,-1 0,1 0,1 0,-1 0,1 0,-1-1,1 1,0-1,0 0,1 0,5 2,15 7,0-1,1-2,1-1,45 9,-41-11,-1 2,1 1,30 13,-51-17,0 0,-1 1,1 0,-1 0,-1 1,1 0,-1 0,0 1,-1 0,0 1,0 0,10 18,-8-8,-1 0,-1 1,0 0,-1 0,-2 1,0 0,2 34,-4-12,-2-1,-10 77,7-95,-1 1,-2-2,0 1,-2-1,-12 29,16-45,0 1,0-1,0 0,-1 0,0 0,-1-1,1 1,-1-1,0-1,-1 1,1-1,-1 0,0-1,0 1,-1-1,0-1,1 1,-16 3,10-5,-1 0,1 0,-1-2,-14 0,-10-3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45.73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719 0,'-11'4,"-6"3,0 2,1 0,0 0,0 2,1 0,0 1,-19 20,-13 15,2 1,3 3,2 1,2 2,-43 82,34-43,4 1,-54 175,75-192,3 2,4-1,3 2,4 0,3 0,11 159,0-189,2 0,3-1,1 0,3-1,23 49,-21-60,1-1,3-1,0-1,3-1,0-1,57 56,-47-57,2-3,1 0,0-2,72 35,3-10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46.16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2,'3'0,"0"-1,0 1,-1 0,1 0,0 0,0 0,0 0,4 2,11 0,65 9,-1 2,-1 4,-1 4,0 3,-2 4,-1 3,-2 4,107 65,-113-56,-3 2,-2 4,-2 2,-2 3,-3 2,-2 3,-3 2,79 124,-98-128,-2 2,-2 2,-4 0,-2 2,-3 1,-3 0,-3 1,-2 1,4 131,-15-138,-3-1,-3 0,-3 0,-2 0,-2-1,-3 0,-3-1,-2-1,-2-1,-3-1,-49 78,37-78,-4-1,-1-2,-3-2,-1-2,-3-2,-84 60,17-27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47.51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74 355,'-20'-20,"7"9,9 8,1 0,-1 0,1 0,0 0,-1 0,1-1,1 0,-1 1,0-1,1 0,0 0,-3-7,5 10,1 0,-1 0,0 0,0 0,1 0,-1 0,0 0,1 0,-1 0,1 0,-1 0,1 0,0 0,-1 0,1 0,0 0,0 1,0-1,-1 0,1 1,0-1,0 0,1 0,28-13,-25 12,43-15,1 2,57-10,109-11,-173 30,763-75,4 43,-780 37,759-13,-780 14,24 1,-32-1,1 0,-1 0,0 0,1 0,-1 0,0 0,1 0,-1 1,0-1,1 0,-1 0,0 0,1 1,-1-1,0 0,0 0,1 0,-1 1,0-1,0 0,0 1,1-1,-1 0,0 1,0-1,0 1,0 0,0-1,0 1,-1 0,1-1,0 1,0-1,-1 1,1 0,-1-1,1 1,0-1,-1 1,1-1,-1 1,1-1,-1 1,0 0,-24 18,-1 0,-29 15,48-30,-651 333,-30-50,559-235,12-5,-589 226,620-244,84-27,7-1,95-6,-67 2,944-123,-544 62,648-69,-902 113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51.44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36 488,'1'-20,"1"-3,1-1,2 1,0 0,1 1,1-1,2 1,0 1,1-1,1 1,1 1,0 0,23-25,-23 31,1 0,1 0,0 2,1 0,1 0,-1 2,2-1,-1 2,2 1,-1 0,1 1,0 1,0 0,1 1,31-3,-29 6,0 2,1 0,-1 1,1 1,-1 1,0 1,0 1,-1 1,21 8,-15-2,0 0,0 2,-1 1,-1 1,-1 1,25 23,-17-10,-1 1,-2 1,-2 2,-1 1,-1 0,-2 2,-2 1,-1 0,15 46,-23-51,-1 0,-2 1,6 47,-13-66,0 0,0 0,-2 0,0 0,0 0,-1 0,-1 0,-1-1,0 1,-8 16,9-24,-1 0,1-1,-1 0,-1 0,1 0,-1 0,-1-1,1 1,0-1,-1-1,0 1,-9 4,4-3,1-1,-1-1,0 0,0-1,-1 0,1 0,-15 0,-7-1,-1-2,1-1,-1-1,-50-12,36 4,0-3,1-1,1-3,1-1,0-3,-42-26,39 17,1-2,2-2,1-2,-76-82,94 89,-33-51,47 61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51.81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0 109,'0'0,"0"0,0-3,0-3,0-4,0-3,3-1,1-2,2 0,1-1,-1 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52.67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440 50,'17'-8,"-1"-1,0-1,17-12,-37 24,0 0,-1 1,1-2,-1 1,1 0,-1-1,-5 1,-9 3,-24 10,0 1,1 2,0 2,-71 47,95-55,2 2,-1 0,2 1,0 0,-16 24,22-27,1 1,0 0,1 0,0 1,2 0,-1 0,2 1,-5 20,8-28,0 0,0 0,1 0,0 0,0 0,1-1,-1 1,1 0,1 0,0 0,0-1,0 1,0-1,1 1,4 6,-3-7,1 0,0 0,0 0,1 0,0-1,0 1,0-2,0 1,1-1,0 0,0 0,14 5,1-1,0-1,1-2,43 6,73-2,-15-3,-96-3,1 1,0 2,-1 0,0 2,47 20,-61-21,1 1,-1 0,-1 1,0 1,0 0,-1 0,0 1,0 1,-2 0,1 1,14 24,-17-24,-1 1,0 1,-1-1,-1 1,0 0,-1 0,-1 0,0 1,-1 0,-1-1,-1 32,-1-34,0-1,-1 1,-1-1,0 1,-1-1,0 0,-1-1,-1 1,1-1,-2 0,1 0,-2 0,1-1,-2-1,-10 12,4-8,0-1,-1-1,0-1,0 0,-1-1,0-1,-1 0,0-1,0-1,-25 4,-3-2,0-1,0-3,-49-2,40-3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54.03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63 453,'-17'-17,"14"15,-39-28,49 28,1739-161,-1526 147,1881-158,-1940 156,134-11,-272 28,-17 3,-9 1,-14 5,-125 33,135-39,-738 163,350-82,-693 171,-274 58,1292-297,-20 5,-170 15,343-58,1871-317,-480 175,-1441 162,322-38,-305 33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54.68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2050 0,'-12'8,"7"-5,-30 19,0 1,2 2,-37 36,-86 101,-235 319,25 26,-182 304,385-564,-20 4,179-245,0-1,-1 0,0-1,0 1,-11 7,3-6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55.77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665 155,'0'-5,"-1"1,1-1,-2 0,1 1,0-1,-1 1,0-1,0 1,0 0,-1-1,1 1,-1 1,0-1,0 0,0 1,-1-1,1 1,-6-4,-1-1,-1 1,-1-1,1 2,-1 0,-16-6,10 6,1 1,-1 0,0 2,0 0,0 1,0 1,-1 1,1 0,0 2,0 0,0 1,0 0,0 2,0 0,1 1,0 1,-31 16,35-15,0 0,1 0,0 1,0 1,1 0,0 0,1 1,0 1,0 0,2 0,-1 1,2 0,0 0,0 0,1 1,1 0,0 1,1-1,1 1,0 0,1 0,-1 16,3-21,1 1,0 0,0-1,1 1,0-1,0 1,2-1,-1 0,1 0,1 0,-1-1,2 0,-1 0,11 13,-10-16,-1 0,2 0,-1 0,1-1,-1 0,2 0,-1-1,0 0,1 0,0 0,0-1,0-1,0 1,0-1,1-1,-1 1,0-1,14-1,-4-1,0-1,-1-1,0 0,0-2,0 0,0-1,0 0,-1-1,0-1,-1-1,19-14,-5 2,-1-1,-1-2,-1-1,36-44,-41 42,-1-1,18-34,-31 50,0-1,-2 0,1 0,-2 0,0-1,0 1,2-28,-2 126,50 310,24 1,8 47,-53-198,-31-206,-1 0,-2 0,-2 0,-9 47,10-73,-1-1,-1 0,0 0,-1 0,0 0,0-1,-2 1,1-2,-9 12,9-15,-1 0,1-1,-1 0,0 0,0-1,-1 0,0 0,0 0,0-1,0 0,-1-1,0 0,-10 2,0-1,-1-1,1-1,-1-1,1-1,-1 0,1-2,-1 0,1-1,0-1,0-1,0 0,1-2,-1 0,2-1,-23-14,22 12,2-1,-1 0,1-2,1 0,0 0,1-2,1 0,0 0,1-1,1-1,0 0,1 0,1-1,-13-35,18 36,0 0,1 0,0 0,2-1,0 1,1-1,0 1,1 0,2-1,-1 1,2 0,0 0,2 0,-1 1,2 0,0 0,1 0,1 1,0 0,1 1,0 0,1 1,1 0,0 0,1 1,18-12,-5 5,2 2,1 1,0 1,1 1,0 2,1 1,0 1,33-5,13 1,0 4,93-1,-98 10,-19 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7:56.1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1,'0'0,"5"4,41 43,-2 3,48 70,-41-51,329 463,-12 18,-342-511,728 982,-746-1010,13 14,29 45,-45-60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04.90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1,'0'0,"0"0,0 0,0 0,0 0,0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4.43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645 143,'0'0,"-1"-12,0 7,0 0,-1 1,0-1,1 1,-2-1,1 1,-1 0,1 0,-1 0,0 0,0 1,-1-1,1 1,-1 0,-5-4,-2-1,0 0,0 1,-1 1,-17-8,19 10,-1 1,0 0,0 0,0 1,0 0,0 1,-1 0,1 1,0 0,-1 1,1 0,-14 4,10-1,2 0,-1 2,0 0,1 0,0 1,1 0,0 1,-19 16,10-4,0 1,2 0,1 2,0 0,2 1,0 1,2 0,1 1,-11 29,11-21,-15 61,26-86,0 1,0-1,1 1,1 0,0-1,0 1,0 0,2-1,-1 1,1-1,6 18,-8-26,1 1,-1 0,1-1,0 1,0-1,0 1,0-1,0 0,0 1,0-1,0 0,0 0,1 1,-1-1,0 0,1 0,-1-1,1 1,-1 0,1 0,0-1,-1 1,4 0,-2-1,-1 0,1-1,0 1,-1-1,1 1,-1-1,1 0,-1 0,1 0,-1 0,0 0,1-1,3-2,4-5,0 0,0 0,-1-1,14-19,9-17,-3-2,-1-1,-3-1,29-81,-47 106,3-7,-10 32,0-1,1 1,-1-1,0 1,1 0,-1-1,0 1,0 0,1-1,-1 1,1 0,-1-1,0 1,1 0,-1 0,1 0,-1-1,0 1,1 0,-1 0,1 0,-1 0,1 0,-1 0,1 0,-1 0,1 0,-1 0,0 0,1 0,-1 0,1 0,-1 0,1 1,-1-1,0 0,1 0,-1 0,1 1,16 12,-16-12,18 19,-1 0,-1 1,-1 0,-1 2,13 24,54 127,-82-173,61 147,-7 3,69 312,-113-409,-1 0,-3 1,-3 0,-3 55,0-102,-1 0,-1 0,1 0,-1 0,-1 0,1 0,-1 0,-8 13,9-19,1 1,-1 0,0-1,0 0,-1 1,1-1,0 0,-1 0,1 0,-1-1,0 1,0-1,1 1,-1-1,0 0,0 0,0 0,0-1,0 1,-1-1,1 1,0-1,0 0,0 0,-6-1,-3-2,1 1,0-2,-1 0,1 0,1-1,-1 0,1 0,0-2,0 1,1-1,-1 0,2-1,-1 0,1-1,-7-10,8 12,1-2,0 1,1-1,0 1,1-2,-1 1,2 0,-1-1,1 0,1 1,0-1,0 0,1 0,0-1,1 1,0 0,3-17,0 13,1 0,1 0,0 1,1 0,0 0,1 1,1-1,0 1,0 1,1 0,1 0,0 1,0 0,23-17,-4 8,0 1,2 1,0 1,64-22,-36 18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4.9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60,'2'2,"0"0,0 0,0 0,-1 1,1-1,-1 0,1 1,-1-1,1 5,1-1,32 61,7 15,3-2,58 77,-99-152,0 0,0 0,0 0,1-1,0 0,0 0,8 6,-11-9,1 0,-1 0,0-1,0 1,0 0,0-1,1 1,-1-1,0 0,0 0,1 0,-1 0,0 0,0 0,1-1,-1 1,0-1,0 0,0 1,1-1,-1 0,0 0,0 0,2-2,4-4,0 1,0-1,-1-1,1 0,-2 0,1 0,10-19,31-68,-48 95,23-51,18-62,-35 92,0-1,-2 0,0 0,-2 0,0-41,-2 63,0 0,0 0,0 0,0-1,0 1,-1 0,1 0,0 0,0 0,0-1,0 1,0 0,0 0,0 0,0 0,0 0,0-1,0 1,0 0,0 0,0 0,0 0,0-1,0 1,1 0,-1 0,0 0,0 0,0 0,0-1,0 1,0 0,0 0,0 0,1 0,-1 0,0 0,0 0,0-1,0 1,0 0,0 0,1 0,-1 0,0 0,0 0,0 0,0 0,1 0,-1 0,0 0,0 0,0 0,0 0,1 0,-1 0,0 0,0 0,0 0,0 0,0 0,1 0,-1 0,0 1,0-1,14 13,12 25,80 153,-93-162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5.36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5,'19'19,"-7"-5,-1 1,15 28,-21-32,1-1,0 0,0-1,1 1,0-1,1-1,0 1,0-1,1 0,11 7,-16-14,0 1,0-1,0 1,0-1,0-1,0 1,0 0,1-1,-1 0,0 0,1 0,-1-1,0 1,0-1,0 0,0 0,0-1,0 1,0-1,0 0,5-3,9-6,-2 0,1-1,15-15,-31 27,48-45,-24 21,37-28,-59 51,-1-1,1 1,-1-1,1 1,0 0,-1 0,1 0,0 0,0 0,0 1,0-1,-1 1,1 0,0 0,0 0,0 0,0 0,0 1,0-1,0 1,0 0,-1 0,1 0,0 0,-1 0,1 1,0-1,-1 1,0 0,4 3,6 6,-1 0,-1 1,0 0,13 23,-7-12,77 110,-80-117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5.7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1,'9'25,"95"184,-64-119,122 259,-116-261,108 152,-133-211,2-2,1-1,0-1,2-1,1-1,1-1,40 24,-52-38,-1 0,1-2,0 1,0-2,1 0,0-1,21 3,-25-6,0-1,0 0,0 0,0-1,-1-1,1-1,0 1,-1-2,1 0,18-9,-10 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6.0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0 250,'0'0,"3"0,3 0,10-3,9-6,15-7,13-7,18-7,19-7,15-2,6 2,-9 5,-23 8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6.44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0,'0'0,"0"0,3 3,3 3,4 9,5 11,6 8,2 4,0 1,-2 0,-1-2,-4-4,-4-8,-5-8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6.81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1,'0'0,"0"0,0 0,0 0,0 0,0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7.14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68,'5'-1,"0"-1,1 1,-1-1,9-4,6-2,14-3,0 1,0 1,0 3,59-5,-80 11,0 0,0 0,0 1,0 1,0 1,0 0,-1 0,1 1,-1 1,0 0,0 0,-1 1,0 1,0 0,0 1,9 8,0 3,-2 1,0 1,-1 1,19 32,49 104,-41-72,-18-38,1-2,3 0,40 47,-58-79,0 0,1-2,0 1,1-2,1 0,0 0,0-2,1 0,0 0,1-2,0 0,0-1,22 5,0-4,0-3,1-1,39-2,121-16,-59 3,-128 12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7.8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0,'0'0,"4"4,54 95,-21-32,411 786,-314-582,3 3,-137-273,1-1,-1 0,1 1,-1-1,0 0,0 1,1-1,-1 1,0-1,0 1,1-1,-1 1,0-1,0 1,0-1,0 1,0-1,0 1,0-1,0 1,0-1,0 1,0-1,0 1,0-1,0 1,0-1,-1 1,1-1,0 1,0-1,-1 1,-1-1,1 0,-1 0,1 0,-1 0,1-1,-1 1,1 0,-1-1,1 1,-1-1,-1-1,-42-17,0-2,1-3,2-1,0-2,2-2,-55-50,82 67,1-1,1 0,0-1,1 0,0-1,-13-26,22 38,-1-1,0 0,1 0,0-1,0 1,0 0,0 0,1 0,-1-1,1 1,0 0,1 0,-1-1,1 1,0 0,0 0,0 0,0 0,1 0,0 0,-1 0,2 0,-1 0,0 1,1-1,-1 1,1 0,0 0,0 0,0 0,1 0,3-2,6-4,2 1,-1 1,1 0,0 0,0 1,1 1,-1 1,29-4,-21 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8:58.30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1 373,'2'0,"0"-1,0 1,0-1,0 1,0-1,0 0,-1 0,1 0,0 0,2-2,11-6,83-32,125-34,-167 58,378-108,9 36,-384 82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08.17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87 563,'16'-7,"48"-29,-1-2,-2-3,-2-2,-2-3,86-90,-132 125,-1-1,0 0,0-1,-1 0,-1-1,0 1,-1-2,7-18,-13 31,-1 0,1 0,-1 0,0 0,0 0,0 0,0 0,0-1,0 1,0 0,-1 0,1 0,-1 0,1 0,-1 0,0 0,0 0,0 1,0-1,0 0,0 0,-1 1,1-1,0 1,-1-1,1 1,-1-1,0 1,0 0,1 0,-1 0,0 0,0 0,-2-1,-7-1,1-1,-1 1,1 1,-1 0,-15-1,2 2,0 1,-1 1,1 1,-1 1,1 1,0 1,1 1,-1 1,1 1,1 1,-1 1,-37 24,44-23,1 0,1 0,0 2,0-1,1 2,1 0,-17 25,21-26,1-1,0 1,1 1,1-1,0 1,1 0,0 0,1 0,1 0,-1 23,3-20,0 1,1 0,1-1,1 0,1 1,0-1,1-1,1 1,0-1,13 22,-7-18,1 0,1-1,1 0,0-1,1-1,1 0,20 14,-2-5,2-2,0-1,1-3,1 0,1-3,1-1,0-3,47 10,-28-11,1-3,-1-3,117-3,-80-9,165-33,-228 31,-30 6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08.65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21,'26'-9,"-13"6,0 0,0 1,0 0,0 1,0 1,0 0,1 1,-1 0,0 1,16 5,13 4,72 32,-47-12,-2 3,-1 3,-2 2,-1 3,-3 3,-1 2,-3 3,-2 2,-2 3,59 82,-78-91,-1 1,-2 1,-3 2,-1 0,-3 2,-2 0,19 86,-32-101,0-1,-3 0,-1 1,-2 0,-5 43,1-52,-1 0,-1 0,-2 0,0-1,-2 0,-1-1,-19 32,10-26,-1-1,-2-1,-1-2,-1 0,-2-1,-1-2,0-1,-2-1,-1-1,-1-2,-48 24,14-14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09.03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460 1,'-5'1,"-1"0,1 1,1 0,-1 0,0 0,0 1,1-1,-1 1,-5 5,5-4,-17 13,1 0,1 2,0 0,2 2,0 0,-19 31,4-1,-47 105,54-98,4 1,2 1,3 1,2 1,3 0,3 0,2 1,3 99,6-118,2 1,2-1,2-1,2 1,1-1,3-1,1-1,2 0,2 0,2-2,1-1,2 0,31 36,-24-39,1-2,1-1,2-1,2-2,0-2,69 38,-56-40,2-1,0-3,2-2,0-2,57 9,-2-8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0.98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54 562,'10'-1,"-1"0,0-1,0 0,0 0,-1-1,1 0,0 0,7-6,13-3,62-26,115-66,-160 77,-2-2,-1-2,-1-1,45-48,-77 70,0-1,-1 0,0 0,8-16,-15 24,-1 0,1-1,-1 0,1 1,-1-1,0 0,-1 0,1 0,0-4,-1 6,0 0,-1 0,1 0,0 0,-1-1,0 1,1 0,-1 0,0 1,0-1,0 0,0 0,0 0,0 0,-1 1,1-1,-4-2,1 0,-1 1,-1-1,1 1,0 0,-1 0,0 1,1 0,-1 0,0 0,0 1,-9-1,-6 0,0 0,-22 3,9 1,0 1,1 2,-1 2,1 1,1 1,0 2,0 1,1 1,-49 30,58-29,2 0,0 2,1 0,0 1,-30 36,38-38,-1 1,2 1,0-1,1 1,1 1,1 0,0 0,-5 24,9-29,1 1,0-1,1 1,0 0,1-1,1 1,0 0,1 0,0-1,1 1,7 19,-3-17,1 0,0 0,1-1,0 0,1-1,1 0,0 0,16 13,1-2,0-2,2-2,1 0,0-2,2-2,0 0,0-3,42 13,8-4,1-3,1-4,1-4,0-4,100-2,434-51,-570 39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1.38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1 180,'3'1,"0"-1,0 1,-1-1,1 0,0 1,0-1,0-1,0 1,3-1,8 0,398-40,-250 21,75-8,485-50,-578 67,-103 10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1.74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0 412,'54'-3,"0"-2,74-17,-79 13,635-124,-47 8,-528 105,353-62,-384 69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3.18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1687 0,'-23'3,"9"-2,0 1,0 0,1 1,-1 1,-22 8,-2 7,2 1,1 2,0 2,2 0,1 3,-34 34,7 3,-100 134,-24 92,17 13,2-4,-325 451,478-735,6-6,0-2,-1 1,0 0,-13 11,13-16,1-3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3.5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1,'14'15,"381"473,-34 28,-164-229,-38-71,-118-166,2-3,57 50,-88-87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3.97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1 256,'7'1,"1"0,-1 0,1-1,-1 0,11-1,10-1,128-3,171-27,156-48,-177 26,127-25,-404 73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4.48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1423 1,'-3'0,"1"0,0 1,0-1,0 1,-1 0,1 0,0 0,0 0,0 0,0 0,-2 2,-5 2,-49 30,1 3,3 1,-70 66,-127 159,-162 291,52 37,352-575,5-10,0 0,0 0,0 0,-1 0,0-1,0 0,-11 10,4-9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4.83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0,'1'2,"0"1,1-1,-1 0,1 0,0-1,-1 1,1 0,0-1,3 3,2 2,139 126,83 81,257 347,12 13,-366-451,-110-105,1 0,0-1,1-2,30 14,-17-14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15.79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709 84,'0'0,"0"0,-11-10,1 2,-1 1,0 0,-1 1,1 0,-1 1,0 0,-26-5,9 3,-1 2,-39-2,49 7,-1 0,1 1,0 1,-1 1,1 0,0 2,1 1,-1 0,-33 16,41-16,0 1,1 0,-1 0,1 1,1 1,0 0,0 0,0 1,1 1,1-1,0 1,0 0,1 1,1 0,-9 23,13-30,0 0,0 0,1 0,0 0,0 0,1 0,-1 0,1 1,0-1,0 0,1 0,0 0,0 0,0 0,0 1,1-2,0 1,0 0,0 0,1-1,-1 1,1-1,0 0,0 1,1-2,-1 1,1 0,0-1,0 1,0-1,1 0,-1-1,0 1,1-1,0 1,0-2,0 1,0 0,0-1,0 0,10 1,-5-2,1 0,-1 0,1-1,-1 0,0-1,0 0,0-1,0 0,0-1,0 0,-1 0,0-1,0 0,0-1,0 0,-1 0,8-8,-2 1,-1 0,-1-1,0-1,0 1,-1-2,-1 0,-1 0,12-28,-18 36,-1 0,1 0,-1 0,-1-1,0 1,0 0,0-1,-1 1,0 0,-2-11,3 13,4 10,5 12,1 9,0 1,-2 0,-1 0,8 51,-8-39,98 504,-31 7,-60-224,-15-314,-1 1,0-1,-6 21,7-29,-1 0,0 0,-1 0,1 0,-1 0,1-1,-1 1,0 0,0-1,0 1,0-1,0 0,0 0,-1 0,1 0,-1 0,1 0,-7 2,1-1,0-1,0 1,0-2,-1 1,1-1,-1 0,-13-1,-61-8,67 5,-51-7,-92-26,130 28,1-2,1-1,0-1,0-1,-43-30,61 37,1-1,0 0,0 0,1-1,0 0,-9-12,13 16,1 0,0 0,0-1,0 1,0 0,1-1,0 1,0-1,0 1,0-1,1 0,-1 1,1-1,0 0,1 1,1-10,0 7,0 0,1 1,0-1,0 1,1-1,-1 1,1 0,1 0,6-7,2 0,0 1,29-21,-5 8,1 2,2 2,71-28,137-31,553-90,-507 116,-199 35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1.84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1 521,'3'-13,"2"2,0 1,0 0,1 0,0 1,1-1,0 1,0 1,1-1,1 1,11-9,2 1,-1 1,2 1,32-15,-29 18,0 1,0 2,1 0,-1 2,2 1,-1 1,1 1,-1 1,1 2,-1 1,1 1,-1 1,1 1,-1 2,34 11,-26-5,-1 2,-1 1,0 1,-1 2,-1 2,-1 0,0 2,-2 1,0 2,-2 0,26 33,-12-4,-37-48,1 0,-1 0,0 0,-1 0,1 0,-1 1,2 10,-4-17,0 0,0 1,0-1,0 0,0 0,0 0,0 0,0 0,0 0,0 0,0 0,0 0,0 1,0-1,0 0,0 0,0 0,0 0,0 0,0 0,0 0,0 0,0 0,0 1,0-1,0 0,0 0,0 0,0 0,0 0,0 0,0 0,0 0,0 0,0 0,-1 0,1 0,0 0,0 0,0 0,0 1,0-1,0 0,0 0,0 0,0 0,0 0,-1 0,1 0,0 0,0 0,0 0,0 0,0 0,0 0,0 0,-1 0,-6-6,-8-9,-5-10,1-2,1 0,2-1,0-1,-12-34,5 3,-24-102,24 45,21 100,0-1,1 1,1 0,5-34,-3 45,-1 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2.31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4,'17'1,"-1"1,0 0,0 1,1 1,-2 0,1 1,27 13,-13-3,-1 2,47 34,-46-28,-1 2,-1 1,-1 0,32 45,-47-57,-2 2,0-1,-1 1,0 1,-1 0,-1 0,-1 0,0 1,-1 0,-2 0,3 20,-5-31,-1-4,1 0,-1 0,0 0,0 1,0-1,0 0,0 0,-1 0,1 0,-1 0,0 0,0 0,-2 4,2-9,-1 0,0 0,1 0,0 0,-1 0,1 0,0 0,0 0,-1-4,-17-45,2 0,3-2,1 0,3-1,2 0,3 0,2 0,5-62,-2 108,0 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3.16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86,'10'26,"33"107,-28-83,37 89,-46-126,1 1,1-1,0-1,1 1,0-1,1-1,0 0,1 0,0-1,23 16,-25-21,-1 0,1-1,0-1,1 1,-1-1,1-1,-1 0,1 0,-1-1,1 0,0-1,0 0,0 0,-1-1,1-1,0 1,-1-1,1-1,-1 0,0 0,0-1,0 0,15-10,-16 9,-1 0,1-1,-1 1,0-1,-1-1,0 1,0-1,0 0,-1 0,0-1,0 0,-1 0,0 0,0 0,-1-1,0 1,0-1,-1 0,-1 0,1 0,-1 0,-1 0,0 0,0 0,-3-18,1 19,-1 0,0-1,0 1,-1 0,0 1,0-1,-1 1,0 0,0 0,-1 0,1 1,-2 0,1 0,-1 0,1 1,-2 0,-12-7,-5-1,-1 0,-1 2,0 1,-29-6,36 10,-1 1,0 1,0 1,0 1,0 1,0 1,-1 1,-20 3,47-10,5-3,0 1,1 1,-1 0,1 1,19-9,64-20,-78 30,23-8,0 3,1 1,0 1,0 3,1 1,66 2,-74 5,0 0,0 3,-1 0,0 2,0 2,-1 0,0 3,48 25,-52-22,-1 1,0 1,-1 1,-2 1,0 2,38 44,-50-51,1 0,-2 1,0 1,-1-1,-1 1,0 1,-2 0,0 0,0 0,-2 0,0 1,1 29,-5-44,1-1,-1 1,0-1,0 1,0-1,-1 1,1-1,-1 1,0-1,-2 7,3-10,0 0,0 0,0 0,0 0,0 0,0-1,0 1,0 0,0 0,0 0,0 0,0 0,0 0,0 0,0-1,0 1,0 0,0 0,0 0,0 0,0 0,0 0,0 0,0-1,0 1,-1 0,1 0,0 0,0 0,0 0,0 0,0 0,0 0,0 0,0 0,0 0,-1 0,1-1,0 1,0 0,0 0,0 0,0 0,0 0,0 0,-1 0,1 0,0 0,0 0,0 0,0 0,0 0,0 0,0 0,-1 0,1 1,0-1,0 0,0 0,0 0,0 0,0 0,0 0,-1 0,0-12,0-31,1 1,3-1,10-56,-8 72,1 2,1-1,1 1,2 0,0 0,23-36,-29 54,1 1,-1-1,10-8,-12 13,0 0,0 1,0-1,1 0,-1 1,0 0,1 0,-1-1,1 1,0 1,-1-1,1 0,4 0,2 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3.93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2490 1,'-14'21,"-59"41,-46 44,-125 167,14 21,-300 435,20 12,155-200,27-42,314-478,1-2,-28 35,40-54,1 0,0 0,0 1,0-1,-1 1,1-1,0 0,0 1,-1-1,1 0,0 1,-1-1,1 0,0 0,-1 1,1-1,-1 0,1 0,0 1,-1-1,1 0,-1 0,1 0,-1 0,1 0,0 0,-1 0,1 0,-1 0,1 0,-1 0,1 0,-1 0,1 0,-1-1,-4-3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5.77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560 22,'0'0,"-6"-4,-3 1,0 0,0 0,-1 0,1 1,0 1,-1 0,1 0,-1 0,1 1,-1 1,1 0,0 0,-1 1,-13 4,-1 1,1 1,0 1,1 1,-31 19,27-12,0 1,1 1,-41 41,51-44,1 0,0 1,2 1,0 0,0 0,-11 30,21-45,0 1,1 0,0 0,0 0,0 0,1 1,-1-1,1 7,0-10,0 1,0-1,1 0,-1 0,0 0,1 1,-1-1,1 0,-1 0,1 0,-1 0,1 0,0 0,0 0,-1 0,1 0,0 0,0-1,0 1,0 0,0 0,0-1,0 1,0-1,0 1,1-1,-1 1,0-1,0 0,0 0,1 1,-1-1,2 0,7 0,0-1,0 1,0-2,0 1,0-1,-1-1,1 0,13-6,75-40,-96 48,35-20,-1-3,-1 0,-1-2,-1-2,-2-1,55-64,-82 88,-1 0,1 0,-1 0,1 0,-2-1,1 1,-1-1,4-10,0 30,71 222,50 262,-118-459,67 332,-23 1,-43-194,-11-154,0-1,-2 0,0 0,-2 0,-10 33,13-50,0 1,-1-1,0 0,0 0,-1 0,1 0,-1-1,-1 0,1 1,-1-1,0-1,0 1,0-1,0 0,-1 0,0 0,0-1,0 0,0 0,0 0,-1-1,1 0,-1 0,0-1,1 0,-14 1,5-2,0-1,0 0,1-1,-1 0,0-1,1-1,-1 0,1-1,0 0,0-2,1 1,0-2,0 0,1 0,-14-13,16 13,0-1,1-1,0 0,1 0,0 0,1-1,0 0,0-1,1 1,1-1,0 0,1-1,0 1,1-1,0 0,1 0,-1-23,4 19,0 1,2-1,0 1,0-1,2 1,0 0,0 1,2 0,0-1,1 2,0-1,1 1,1 1,0-1,1 2,14-14,5-2,2 1,1 1,1 2,1 2,49-24,-44 26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6.44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50,'0'0,"0"0,10 23,17 34,36 68,-55-113,0 0,1 0,0-1,0 0,2 0,-1-1,18 13,-21-19,0 1,1-1,-1 0,1-1,0 0,0 0,0 0,1-1,-1 0,0-1,1 0,-1 0,1-1,-1 0,1-1,-1 0,1 0,-1 0,16-6,-11 2,-1 0,0-1,-1 0,1-1,-1-1,0 1,-1-2,0 1,0-1,-1-1,0 0,7-11,-3 3,-2-1,0 0,0 0,9-28,-16 36,0-1,-1-1,0 1,-1 0,0-1,-1 1,-1-1,0 1,-1-14,1 26,-1 0,1-1,0 1,0-1,0 1,0-1,0 1,0-1,0 1,0-1,0 1,0-1,0 1,0-1,0 1,1-1,-1 1,0-1,0 1,0-1,1 1,-1-1,0 1,1 0,-1-1,11 3,13 19,-1 3,0 1,-2 1,-1 0,-1 2,-2 1,0 0,17 45,-21-31,-11-31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6.8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1,'0'0,"0"0,15 16,-11-13,40 48,-30-34,0-1,23 21,-32-34,0 0,-1 0,1-1,0 0,0 1,1-2,-1 1,0-1,1 1,-1-1,1-1,-1 1,1-1,-1 0,1 0,-1-1,1 0,-1 0,11-3,8-3,-1-2,0 0,23-14,-33 17,31-19,-29 16,1 0,-1 2,1-1,29-7,-43 14,1 1,0 0,-1 0,1 0,-1 0,1 0,0 0,-1 1,1-1,-1 1,1 0,-1 0,1 0,-1 0,1 0,-1 0,0 1,0-1,0 1,0 0,0-1,0 1,0 0,0 0,-1 0,1 0,-1 1,2 2,4 8,0 0,-2 1,9 27,-7-19,9 24,36 69,-46-103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7.1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1,'0'0,"10"13,147 268,-21-39,-93-165,55 90,-68-121,53 63,-68-92,1-1,0-1,1 0,0-2,1 0,1 0,25 12,-29-18,0-1,1-1,-1 0,1-1,0 0,0-2,1 1,-1-2,0-1,25-1,-27-1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7.9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96,'0'0,"0"0,0 0,0 0,3-3,3-6,4-7,3-6,-1-3,-2 4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8.35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1,'3'0,"-1"1,1 0,-1-1,1 1,-1 1,1-1,-1 0,0 0,0 1,4 2,3 2,13 9,-1 2,0 0,-1 1,-1 1,-1 0,0 2,-2 0,0 1,21 41,5 20,44 126,-74-177,-1-3,45 109,-45-115,1-1,1-1,28 38,-36-53,0-1,1 0,0 0,0-1,0 0,0 0,1 0,-1-1,1 1,0-2,0 1,0-1,0 0,1 0,11 0,9 0,1-1,51-6,-31 1,68 0,-111 4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8.86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0 647,'0'0,"11"-4,378-232,124-117,-507 349,4-2,-2-1,1 1,-1-2,10-10,-16 14,-8 5,-11 7,-5 5,0 1,1 1,1 1,-36 37,31-26,1 2,-37 58,48-66,1 2,2-1,0 2,1-1,2 1,0 0,2 1,-4 35,7-42,2 0,0 1,0-1,2 0,0 1,2-1,0 0,0-1,2 1,0-1,1 0,11 19,-16-33,0 1,0 0,1-1,0 1,-1-1,1 0,1 0,-1 0,6 4,-7-6,0 0,-1-1,1 1,0 0,0-1,0 1,0-1,-1 0,1 0,0 0,0 0,0 0,0 0,0 0,0 0,-1-1,1 1,0-1,0 1,0-1,-1 0,1 0,3-2,18-15,-2-2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9.30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0,'2'2,"0"-1,0 0,-1 1,1 0,-1-1,1 1,-1 0,1 0,0 3,1-1,75 109,-6 3,68 146,-68-103,63 212,-127-347,-3-10,0 0,-1 1,0-1,-1 1,-1 0,1 26,-4-40,1 0,0 0,-1 0,1 0,-1 0,1 0,-1 0,1 0,-1 0,0-1,1 1,-1 0,0 0,0-1,0 1,1 0,-1-1,0 1,0-1,0 1,0-1,0 0,0 1,0-1,0 0,0 0,0 0,0 0,0 1,0-2,0 1,0 0,-2 0,-36-6,27 2,0 0,0 0,1-1,-1-1,1 0,1-1,-1 0,1 0,0-1,1 0,0-1,0 0,1-1,-7-10,8 11,2 0,-1 0,1 0,0-1,1 0,0 0,1 0,0 0,1 0,0-1,0 0,1 1,1-1,0 1,0-1,3-19,-1 23,0 1,0 0,0-1,1 1,0 0,0 0,0 1,1-1,0 1,0-1,1 1,-1 1,1-1,0 1,0-1,1 1,-1 1,1-1,0 1,0 0,0 0,0 1,0 0,9-2,-1 1,-1 0,1 1,0 1,0 0,0 1,-1 1,1 0,0 0,0 2,21 6,-8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29.78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1,'10'16,"27"57,4-2,55 74,111 121,-113-149,-65-78,-23-28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0.20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1 624,'0'0,"0"0,0 0,2 0,7-5,18-13,26-14,27-15,20-14,13-7,7-3,-1 0,-4 3,-11 6,-12 10,-17 12,-20 12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1.54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0 373,'2'2,"0"0,0 0,0 0,-1 0,1 1,-1-1,1 0,-1 1,0-1,1 4,3 5,59 100,-6 3,-5 3,55 176,-106-283,3 5,0 0,-2 1,0 0,1 28,-21-90,-91-391,106 430,0-2,0 1,1 0,-1-14,2 20,0 0,0 1,1-1,-1 0,0 1,0-1,1 0,-1 1,1-1,0 0,-1 1,1-1,0 1,0-1,0 1,0 0,0-1,0 1,0 0,0 0,1 0,-1 0,3-2,1 1,0 0,0 0,-1 1,1 0,1 0,-1 0,0 0,9 1,46 5,-41-3,202 31,8 0,-165-27,101-3,-153-4,0 1,-1-2,1 0,0 0,-1-1,0 0,13-6,-20 7,0 0,0-1,0 1,-1-1,1 0,-1 0,1 0,-1 0,0 0,0-1,-1 1,1-1,-1 0,0 0,0 0,0 0,0 0,-1 0,1-1,-1 1,1-8,-1-1,-1 1,0-1,-1 0,0 0,-1 1,-1-1,0 1,0-1,-1 1,-8-15,-4-7,-2 0,-26-36,6 19,-1 2,-67-62,72 76,16 17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1.96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1 129,'4'15,"1"-4,111 313,-92-270,3-1,2-1,63 85,-85-128,0 1,1-2,1 1,-1-1,1-1,1 1,0-2,11 8,-15-12,-1 1,1-1,0 0,0-1,0 1,0-1,0 0,0-1,0 1,0-1,1 0,-1-1,0 0,0 0,0 0,0 0,7-4,1-1,0-1,0 0,-1-1,0 0,-1-1,0-1,0 0,-1-1,-1 0,16-19,-14 13,0 0,-2 0,0-1,0-1,-2 1,0-1,7-29,-12 35,-1 0,0 0,-1 0,0-1,-1 1,-1 0,0 0,-1-1,0 1,-1 0,0 0,-1 1,-1-1,0 1,-7-13,1 6,-1 2,0 0,-1 0,-1 1,0 1,-2 0,1 1,-33-22,-2 5,-3 1,0 3,-1 2,-111-33,124 46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2.31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0,'2'1,"-1"0,1 0,-1 1,1-1,-1 0,0 1,1-1,-1 1,0-1,0 1,0 0,1 2,0 1,94 149,192 282,-284-431,5 8,1-1,0 1,0-2,2 1,24 18,-28-26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2.68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0,0 0,0 0,0 0,0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3.27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56 1,'0'0,"-1"10,-4 23,-12 39,-3 12,15-51,1-1,1 1,2 0,1 0,10 65,-8-84,1 0,1-1,0 1,0 0,2-1,0 0,0-1,1 1,0-1,2 0,-1-1,1 0,1 0,0-1,0 0,16 11,-7-9,1-1,-1-1,2 0,28 8,89 19,-85-24,62 22,-105-31,1 1,-1 0,1 1,-2 0,1 0,-1 1,0 1,0-1,-1 1,0 1,0 0,-1 0,0 0,-1 1,0 0,0 0,-1 0,0 1,-1 0,-1 0,1 0,-2 0,0 0,0 1,-1-1,0 1,-1 0,0-1,-1 1,-4 22,1-17,-1-1,0 1,-1-1,-1 0,0 0,-1-1,-1 0,0 0,-1-1,-1-1,0 1,-1-2,0 1,-1-2,0 0,-22 14,18-14,0-1,-1-1,0-1,0 0,-1-1,0-1,0-1,-1-1,0 0,1-2,-1 0,0-1,0-1,-21-3,36 3,0-1,0 0,0 0,1 0,-1-1,0 0,1 0,-1 0,1 0,0-1,0 1,-1-1,2 0,-6-6,6 6,1 0,0 0,0 0,0-1,0 1,0-1,1 1,0-1,0 0,0 0,0 1,0-1,1 0,-1 0,1 0,0 0,1 0,0-7,3-5,0 1,1 0,0 0,2 0,0 1,0 0,17-24,77-87,147-122,22 20,16-14,-272 228,-3 5,-1-1,-1-1,1 0,-1 0,12-20,-21 30,0 0,0 0,-1 0,1 0,0 1,-1-1,1 0,0 0,-1 0,1 0,0 0,-1 0,1 0,0 0,-1 0,1 0,0 0,-1 0,1-1,0 1,0 0,-1 0,1 0,0 0,-1 0,1-1,0 1,0 0,-1 0,1 0,0-1,0 1,-1 0,1 0,0-1,0 1,0 0,0-1,-1 1,1 0,0-1,0 1,0 0,0 0,0-1,0 1,0 0,0-1,0 1,0 0,0-1,0 1,0 0,0-1,0 1,0 0,1-1,-1 1,0 0,0-1,0 1,0 0,1 0,-1-1,0 1,1 0,-29 11,12-1,0 2,1 0,0 1,1 0,1 1,0 0,1 2,-12 17,14-18,1 0,1 0,1 1,0 0,0 0,2 1,0 0,1 0,-2 23,5-29,1 1,1-1,-1 0,2 0,0 0,0 0,1 0,0-1,1 1,8 17,-4-14,1-1,0 1,0-2,1 0,1 0,0-1,13 11,-3-5,2-2,0 0,1-1,0-1,1-1,1-2,0 0,39 8,-45-13,0-1,0-2,39 1,-42-4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3.61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0,'-1'0,"1"0,0 0,0 0,0 0,0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8.80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2646,'3'-1,"1"-1,0 1,-1-1,1 1,-1-1,0 0,1-1,-1 1,0 0,0-1,0 0,2-3,9-6,38-26,2 2,111-53,128-36,-54 26,49-52,-10-22,-30 17,65-42,-15-21,262-263,-399 326,148-187,-255 285,74-62,-121 113,0 0,0 1,-1-2,7-9,4-6,-16 22,-1 1,1-1,0 0,0 0,-1 0,1 0,-1 0,1 0,-1 0,0 0,1 0,-1 0,0 0,0 0,1 0,-1 0,0-1,0 0,-1 1,1 1,-1-1,1 0,-1 1,1-1,-1 0,1 1,-1-1,0 1,1-1,-1 1,0-1,0 1,1-1,-1 1,0 0,0-1,0 1,0 0,1 0,-1 0,0-1,0 1,0 0,0 0,0 0,-1 1,-308-1,302 1,-58 3,-76 16,82-10,-112 5,201-19,47-13,-23 4,39-9,127-24,-185 41,1 2,0 1,-1 1,49 6,-70-3,-1 0,1 1,0 1,-1 0,0 1,1 0,-2 1,1 0,18 13,-17-9,-1 1,0 1,0 0,-1 0,0 1,-1 0,9 18,7 16,-2 2,-2 1,-2 0,-2 1,19 98,-23-68,-4 0,-4 1,-3 96,-5-145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39.81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365 1,'-2'0,"0"-1,0 1,0 0,-1 0,1 0,0 0,0 1,0-1,0 1,-3 0,1 0,-9 3,1 0,-1 0,1 2,0-1,0 2,1 0,0 0,0 1,-19 17,10-6,1 1,1 1,-28 41,31-37,0 0,2 1,-15 41,22-51,2 0,-1 1,2-1,0 1,1 0,1 0,1 22,0-34,1 1,0-1,0 0,0 0,0 1,1-1,0 0,0 0,0-1,0 1,1 0,0-1,0 1,0-1,1 0,7 7,-5-6,0-1,1 0,0 0,0-1,0 0,1 0,-1-1,0 1,1-2,0 1,8 0,179 9,-132-10,1 2,83 16,-128-15,0 1,0 1,-1 0,0 1,0 1,0 1,-1 1,-1 0,0 1,0 1,27 26,-29-22,0 1,-1 0,0 1,15 30,-21-34,0 0,-2 0,0 0,0 0,-2 1,0 0,2 22,-5-32,0 1,-1-1,1 1,-1-1,0 1,-1-1,0 0,0 1,0-1,0 0,-1 0,1 0,-1-1,-1 1,1-1,-1 0,1 1,-1-2,-1 1,-6 5,-4 2,-1-1,0-1,0 0,-34 11,15-8,0-1,-1-2,-68 8,77-15,0 0,-1-2,1-1,0-2,-51-10,51 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0.32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304 1,'-6'16,"-67"126,-25 54,90-178,-64 150,61-137,1 0,1 0,-6 50,14-72,0-1,1 1,0 0,1-1,0 1,0-1,1 1,4 12,-6-18,1-1,0 0,0 0,0 0,1 0,-1 0,0 0,1 0,-1 0,1 0,0-1,-1 1,1 0,0-1,0 0,0 1,0-1,0 0,1 0,-1 0,0 0,0-1,1 1,-1-1,0 1,1-1,-1 0,1 0,-1 0,0 0,1 0,-1 0,0-1,1 1,2-2,4-1,-1 0,1-1,-1-1,0 1,0-1,0 0,0-1,-1 0,0 0,-1-1,1 0,7-10,9-14,31-54,-50 77,33-60,34-86,-70 149,1 0,0 1,1 0,-1-1,1 1,6-8,-8 12,0-1,-1 0,1 0,0 1,0-1,0 1,0-1,0 1,0-1,0 1,0 0,0-1,0 1,1 0,-1 0,0 0,0 0,0 0,0 0,0 0,0 0,0 0,0 0,1 1,-1-1,0 1,0-1,0 0,0 1,0 0,0-1,-1 1,1-1,0 1,0 0,1 1,10 10,-1-1,0 1,-1 1,13 20,30 61,-38-66,0 2,55 92,-58-105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0.92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0,'1'3,"-1"1,1-1,0 0,1 0,-1 0,0 0,1-1,-1 1,1 0,3 3,1 2,225 389,-221-377,12 23,-21-40,1-1,0 1,0-1,0 1,0-1,0 0,0 0,1 0,-1 0,1 0,3 2,-5-4,0 1,1-1,-1 0,0 0,0 0,1 0,-1 0,0 0,0 0,1-1,-1 1,0 0,0-1,0 1,1-1,-1 1,0-1,0 0,0 1,0-1,0 0,0 0,0 0,0 1,-1-1,1 0,0 0,0 0,-1 0,2-2,18-37,-19 38,5-15,1 0,-2 0,-1 0,0 0,-1-1,0 1,-2-1,0 0,-3-29,4 46,-1 1,1-1,-1 1,1 0,-1-1,1 1,-1 0,1 0,-1 0,1 0,0 0,-1 0,1 0,-1 1,2 0,2-1,8 1,0-2,1 1,-1-2,0 1,0-2,0 0,0 0,17-8,6-5,50-31,-52 27,54-24,-84 43,0-1,0 1,0 0,1 0,-1 1,0-1,0 1,0 0,0 0,1 1,-1-1,0 1,6 1,-3 0,-1 1,0 0,0 0,0 0,0 1,-1-1,10 9,1 5,1 0,-2 1,22 35,-29-43,31 49,-39-59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1.4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0 235,'0'0,"0"0,10 11,248 349,-39-18,-170-263,-48-120,-17-60,-34-118,21 99,22 89,-13-49,4-1,-7-107,22 173,1-1,1 1,0-1,5-20,-5 33,-1-1,1 1,0 0,0-1,1 1,-1 0,1 0,-1 0,1 0,0 0,0 0,1 0,-1 1,0-1,1 1,-1 0,1 0,0-1,0 2,0-1,0 0,0 1,0-1,1 1,3-1,0 1,1 0,0 1,0 0,-1 1,1 0,0 0,-1 0,1 1,-1 0,1 1,-1 0,0 0,0 0,0 1,0 0,-1 0,0 1,0 0,7 6,-5-4,0 1,0 1,-1-1,0 1,-1 0,1 1,-2 0,0 0,0 0,0 0,-1 1,4 18,-7-23,0-1,-1 1,1-1,-1 1,0-1,-1 1,1 0,-1-1,0 1,-1-1,1 0,-1 1,0-1,0 0,-1 0,1 0,-1 0,0-1,0 1,-1-1,0 0,1 0,-2 0,1 0,-7 5,-6-1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1.86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0,'0'0,"3"5,38 61,41 76,-30-40,46 84,-73-144,1-1,40 47,-55-76,1 1,0-1,0-1,1 0,1-1,-1 0,18 8,-22-14,-1 0,1-1,0 0,0 0,0-1,1 0,-1-1,0 0,1 0,-1-1,0 0,1-1,-1 0,13-3,4-4,-1 0,0-2,0-1,-1-1,0-1,35-26,-7-1,74-71,3-27,-110 116,-2-1,-1-1,0 0,16-38,-30 57,0 1,-1-1,1 0,-1 0,0 0,0 0,0-8,-1 12,0 0,0 0,0 0,0 0,0 0,-1 0,1 0,0 0,-1 0,1 0,0 0,-1 0,1 0,-1 0,0 1,1-1,-1 0,1 0,-1 1,0-1,0 0,0 1,1-1,-1 1,0-1,0 1,0-1,0 1,0-1,0 1,0 0,0 0,0-1,0 1,0 0,0 0,0 0,0 0,0 0,0 1,0-1,-2 0,-3 2,0-1,-1 1,1 0,0 1,0-1,0 1,0 1,0-1,1 1,0 0,-7 6,-2 3,1 0,-21 29,24-28,0 0,1 0,1 1,0 1,1-1,0 1,2 0,0 1,1-1,0 1,1 0,1 0,1 0,1 0,0 0,1 0,0 0,2 0,0 0,1-1,1 1,0-1,1 0,1 0,14 24,-6-16,2-1,0 0,1-2,1 0,1-1,1-1,1-1,33 22,-35-28,0 0,0-1,1-1,1-1,0-1,0-1,0-1,1-1,0-1,38 2,-37-7,-8-1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2.42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66,'5'11,"24"29,3 0,52 50,82 59,-56-59,3-4,209 118,-309-197,0 0,1 0,0-1,0-1,1-1,20 5,-31-9,-1 1,1-1,-1 0,1 0,0 0,-1-1,1 1,-1-1,1 0,-1 0,1 0,-1 0,0-1,0 1,1-1,-1 0,0 0,0 0,-1 0,1-1,0 1,-1-1,1 0,-1 1,0-1,0 0,0 0,0 0,-1-1,1 1,-1 0,1-5,3-9,0 0,-1-1,-2 1,1-1,-2 0,-1-23,-13-109,5 91,-2 0,-3 0,-2 1,-3 1,-30-67,31 87,13 27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2.87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115 0,'0'2,"-1"-1,1 1,-1-1,1 1,-1-1,0 0,0 1,0-1,0 0,0 0,0 0,-1 2,-6 6,-5 11,1 1,0 0,2 0,0 1,-11 43,16-46,0 1,2-1,1 1,0-1,1 1,1 0,5 30,-5-44,1-1,1 1,-1-1,1 1,0-1,0 0,0 0,1 0,0 0,0 0,0-1,0 1,1-1,4 4,-5-6,-1 0,1 0,0 0,0-1,0 1,0-1,1 0,-1 0,0 0,1 0,-1-1,0 0,1 1,-1-1,0 0,1 0,-1-1,1 1,-1-1,0 0,0 0,1 0,-1 0,4-2,6-4,-1 0,1 0,-2-1,1-1,-1 1,-1-2,0 0,12-14,67-96,-71 93,25-41,-43 67,0 1,0 0,0 0,0-1,0 1,1 0,-1 0,0 0,0-1,0 1,1 0,-1 0,0 0,0-1,1 1,-1 0,0 0,0 0,1 0,-1 0,0 0,1 0,-1 0,0 0,0 0,1 0,-1 0,0 0,1 0,-1 0,0 0,1 0,-1 0,0 0,0 0,1 0,-1 0,0 0,0 1,1-1,-1 0,0 0,0 0,1 1,-1-1,0 0,0 0,0 0,0 1,1-1,-1 0,0 0,0 1,0-1,9 20,-8-17,26 71,-4 0,-3 1,15 111,-33-164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3.21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1,'0'0,"6"14,-1-4,185 356,-109-220,-59-106,151 292,-122-222,40 124,-82-208,-1 1,-1 0,4 35,-11-47,-1-9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9.76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1 123,'11'14,"61"70,91 80,-147-148,-2-2,1 1,0 0,1-1,1-1,31 19,-45-30,-1-1,1 0,-1-1,1 1,0 0,-1-1,1 1,0-1,0 0,-1 0,1 0,0 0,-1 0,1-1,0 1,-1-1,1 0,0 0,-1 0,1 0,-1 0,0 0,1-1,-1 1,0-1,0 0,0 0,0 0,3-3,4-6,0 0,-1-1,0 0,8-17,-12 22,21-47,36-108,-6 11,-54 147,0 1,1 0,-1 0,1 0,0 0,0 0,0 0,1 0,2-2,-4 4,0 1,0-1,0 1,0-1,0 1,0 0,0-1,0 1,0 0,0 0,0 0,0 0,0 0,0 0,0 0,0 0,0 0,0 1,0-1,0 0,0 1,0-1,0 0,0 1,-1-1,1 1,0 0,0-1,0 1,-1 0,1-1,0 1,-1 0,2 1,17 21,-2 1,0 0,-1 1,-2 1,14 32,-6-13,-17-34,41 86,-41-84,0 1,-1-1,-1 1,0-1,1 23,-4-24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0.13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0 601,'12'-11,"1"1,19-13,0 0,443-337,-454 345,-3 2,-1 0,0-2,0 0,13-17,-28 30,-1 1,0 0,0-1,0 1,0-1,0 0,0 1,0-1,-1 0,1 1,0-1,-1 0,0 0,1 0,-1 0,0 1,0-1,0-2,0 3,-1-1,1 1,-1 0,0-1,1 1,-1 0,0 0,0 0,0-1,0 1,0 0,0 0,0 0,0 0,0 1,0-1,0 0,-2 0,-4-2,0 0,0 1,0 0,0 0,0 1,0 0,-12-1,8 2,1 0,-1 1,1 0,-1 1,1 0,0 1,0-1,-1 2,2 0,-1 0,0 1,1 0,0 0,0 1,1 0,-1 1,2 0,-1 0,-10 13,10-9,0 0,1 0,0 1,1-1,1 1,0 1,0-1,1 1,0 0,2 0,-1 0,2 0,-1 0,2 1,1 17,1-15,0 1,2-1,0 0,1 0,0 0,1 0,1-1,1 0,0 0,1-1,0 0,1-1,1 0,0 0,16 13,-11-12,0-1,1 0,0-1,1-1,1-1,0-1,0 0,1-1,-1-1,2-1,33 5,-7-6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0.52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11,'0'0,"0"-3,0-1,0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4.65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0,'0'14,"29"153,-14-95,217 975,75-16,-305-1025,57 147,-46-123,1-1,33 49,-43-73,-3-3,0 0,1 0,-1 0,1 0,-1-1,1 1,0 0,-1-1,1 1,3 1,0-3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45.16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474 0,'-1'8,"-5"11,0 0,-2-1,-15 29,5-10,-14 30,-126 260,-19-10,168-304,7-7,-2-1,1 0,-1 0,1 0,-9 7,12-11,0-1,0 0,-1 0,1 0,0 0,0 0,0 0,0 0,0 0,0 1,-1-1,1 0,0 0,0 0,0 0,0 0,0 0,-1 0,1 0,0 0,0 0,0 0,0 0,-1 0,1 0,0 0,0 0,0 0,0 0,0 0,-1 0,1 0,0-1,0 1,0 0,0 0,0 0,-1 0,1 0,0 0,0 0,0 0,0-1,0 1,0 0,0 0,0 0,0 0,0 0,-1-1,1 1,0 0,0 0,0 0,0 0,0 0,0-1,0 1,0 0,0-7,0 1,0 0,0-1,1 1,0 0,0-1,4-10,-2 2,20-73,56-140,-53 167,3 2,2 1,41-56,-60 97,0 0,2 1,0 0,0 1,23-17,-30 27,-1 1,1-1,0 2,0-1,0 1,1 0,-1 0,1 1,0 0,-1 1,1-1,0 1,0 1,0 0,0 0,0 0,9 2,6 4,0 0,0 2,0 0,-1 2,0 0,-1 2,20 13,15 14,62 57,-57-40,-2 3,-2 2,72 103,-87-103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2.18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622 0,'-9'1,"0"0,-1 0,1 1,0 0,0 0,1 1,-1 0,-12 7,-2 3,-39 27,25-10,1 0,1 3,2 1,2 1,-46 66,47-56,2 1,3 1,1 1,-30 92,45-112,2 0,1 1,1 0,1 0,2 0,1 30,2-48,0 1,1-1,0 0,1 0,0 0,0 0,1-1,6 11,-6-14,0-1,0 0,1 0,0 0,0-1,0 1,1-1,-1-1,1 1,0-1,1 0,-1 0,10 4,-5-4,1-1,-1 0,1-1,0 0,0 0,0-1,0-1,0 0,0-1,-1 0,1 0,0-2,0 1,13-6,-1-1,0 0,-1-2,0 0,0-2,33-25,-35 22,-1-2,-1 0,-1-2,0 0,-1 0,-2-2,0 0,-1-1,18-41,-22 41,-1 0,-2-1,0 0,-1 0,-2 0,0-1,-2 0,-1 1,0-1,-6-38,2 53,4 26,130 708,-14-107,-114-596,3 19,-1 0,-1 0,-3 1,-4 53,2-88,0 0,0 0,-1 0,1 0,-1 0,-1 0,1 0,-1-1,-4 7,5-9,0 0,0-1,-1 1,1-1,-1 0,0 0,0 0,1 0,-1 0,0 0,-1-1,1 0,0 1,0-1,-1 0,1-1,-1 1,-3 0,-4-1,0 1,0-2,0 0,0 0,0-1,0 0,0-1,1 0,-17-7,-1-3,0-2,-31-21,31 17,0-1,1-2,1 0,1-2,1-1,-25-33,39 43,0 0,1-1,0 0,2-1,-11-29,15 34,0-1,0 1,2-1,-1 0,2 1,-1-1,2 0,3-25,1 21,0 0,0 0,2 0,0 0,1 1,0 1,2-1,0 1,0 1,1 0,1 0,25-21,-7 9,2 1,2 2,0 1,59-28,-22 19,0 3,131-33,153-8,-263 53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2.86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0,'0'14,"12"60,2-1,29 85,-41-151,40 121,-34-109,0 0,1 0,1-1,18 25,-27-41,1 0,0 0,-1 0,1 0,0 0,0-1,0 1,0-1,0 1,1-1,-1 0,0 1,1-1,-1-1,1 1,-1 0,1 0,-1-1,1 0,-1 1,1-1,0 0,-1 0,1 0,-1-1,1 1,0-1,-1 1,1-1,-1 0,1 0,-1 0,0 0,1 0,2-3,6-4,0 0,0-1,-1-1,0 1,12-17,-11 13,-1-2,0 1,-1-1,-1-1,0 1,-1-2,7-19,-7 8,-1 1,-1-1,3-49,-8 69,1-3,-1 0,2-1,-1 1,6-16,-7 25,1 0,-1 1,1-1,-1 1,1-1,0 1,0-1,0 1,-1-1,1 1,1 0,-1-1,0 1,0 0,0 0,1 0,-1 0,0 0,1 0,-1 0,1 1,-1-1,1 0,0 1,-1-1,1 1,0 0,-1-1,1 1,0 0,-1 0,1 0,0 0,-1 0,1 1,0-1,-1 0,3 2,2 0,0 1,1 0,-1 0,-1 1,1 0,-1 0,1 0,7 8,37 46,-40-46,2 2,-1 1,-1 0,0 0,-1 1,0 0,-1 1,10 34,-15-39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3.25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1,'0'0,"3"4,9 19,-1 0,-1 1,-1 1,7 31,2 3,-9-30,-4-11,0-1,1-1,1 1,0-1,1 0,15 21,-20-35,-1 1,1 0,0-1,0 0,0 1,0-1,0-1,0 1,0 0,1-1,-1 1,1-1,-1 0,1 0,-1-1,1 1,0-1,-1 0,1 0,0 0,-1 0,1 0,0-1,-1 0,1 0,-1 0,7-2,7-4,-1-1,0-1,0 0,18-13,-32 20,51-38,57-56,-3 2,-105 92,-1 1,1-1,0 1,0 0,-1 0,1-1,0 1,0 0,0 1,1-1,-1 0,0 0,0 1,0 0,0-1,3 1,-3 1,0-1,0 1,-1 0,1 0,0 0,-1 0,1 0,-1 0,0 0,1 1,-1-1,0 1,0-1,1 1,-1-1,0 1,-1-1,1 1,1 3,15 34,-1 0,10 46,-16-51,1 0,1 0,30 55,-31-72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3.60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0,'0'0,"3"4,8 12,0 0,-1 1,14 33,-7-13,86 165,9-4,200 268,-193-326,-103-123,1-1,0-1,1-1,1-1,39 22,-49-31,1 0,0-1,-1 1,2-2,-1 0,17 2,-22-4,1 1,-1-1,0-1,0 1,1-1,-1 0,0 0,0 0,0-1,0 0,0 0,0 0,-1-1,8-4,-2-2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3.95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0 278,'0'0,"3"0,6-3,13-6,19-7,21-7,17-4,11-6,5-3,-4-1,-6 1,-12 3,-19 8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4.29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1,'0'0,"2"2,5 8,3 9,8 15,9 15,9 17,8 12,3 5,-2-5,-2-9,-7-11,-8-16,-10-14,-8-13,-5-8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4.66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17,'0'0,"3"0,0-3,0-3,0-2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5.05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1 109,'14'-2,"0"0,0-1,0 0,0-1,0-1,-1 0,17-9,15-5,-16 7,1 2,0 1,63-10,-81 18,1 0,-1 1,0 1,1 0,-1 0,0 1,0 1,0 0,0 0,0 1,-1 1,1 0,14 9,-4 2,0 0,-1 1,-1 1,-1 1,30 38,72 117,-114-164,60 99,-26-40,69 88,-97-142,1-1,1-1,0 0,1 0,1-2,-1 0,2-1,0-1,0 0,0-1,1-2,20 6,2-2,1-2,-1-2,2-2,68-1,-101-4,-5 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5.40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1 742,'2'0,"1"-1,-1 1,0-1,0 0,1 0,-1 0,0 0,0 0,0 0,2-2,9-5,54-28,724-360,-666 340,229-107,-336 155,-11 5,0 0,0 0,0-1,0 0,0 0,-1-1,0 1,0-2,0 1,8-10,-14 15,0-1,0 1,0 0,0 0,0 0,0-1,0 1,0 0,0 0,0-1,0 1,0 0,0 0,0 0,0-1,0 1,0 0,0 0,0 0,0-1,0 1,0 0,0 0,-1 0,1-1,0 1,0 0,0 0,0 0,0 0,-1-1,1 1,0 0,0 0,0 0,-1 0,1 0,0 0,0 0,0 0,-1 0,1-1,0 1,0 0,-1 0,1 0,0 0,0 0,0 0,-1 0,1 1,0-1,0 0,-1 0,-17 0,14 0,-30 1,-1 1,1 2,0 1,-36 10,60-12,1 0,-1 1,1 0,0 1,0 0,0 0,1 1,0 0,0 0,0 1,1 0,0 0,0 1,1 0,0 0,0 1,1-1,-7 15,6-6,1-1,0 0,1 1,1 0,1 0,0 0,2 0,0 0,0 1,2-1,6 31,-1-15,3-1,0 0,2-1,1-1,21 35,-23-46,1 0,24 30,-31-43,0-1,1 1,0-1,-1 0,2 0,-1-1,1 0,-1 0,1 0,0-1,9 3,11-2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5.75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0,'0'0,"11"11,33 40,-2 1,58 96,-89-132,411 728,-330-571,-72-137,-7-15,-2 0,0 0,-2 1,0 0,6 27,-15-48,1 0,-1 0,0 0,0 0,0 1,0-1,0 0,0 0,0 0,0 0,0 0,0 0,-1 0,1 0,0 0,-1 0,1 0,-1 0,1 0,-1 0,0 0,1 0,-1 0,0 0,0 0,0-1,0 2,-2-1,1 0,-1 0,1 0,0 0,-1-1,1 1,-1-1,0 0,1 1,-1-1,-3-1,-8 0,1-1,-1-1,-17-5,9 1,0-1,1-1,0 0,0-2,-25-17,35 20,0 0,1-1,0 0,0-1,1 1,0-2,1 0,0 0,0 0,-8-19,15 27,0 0,-1 0,1 1,1-1,-1 0,0 0,1 0,-1 0,1 0,0 0,0-1,0 1,1 0,-1 0,1 0,0 0,-1 1,3-6,-1 4,1 1,-1-1,1 1,-1 0,1 0,0 0,0 1,0-1,1 0,-1 1,1 0,4-2,7-3,0 1,1 1,0 1,0 0,26-3,-11 4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6.8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1 156,'2'0,"1"-1,0 1,-1 1,1-1,0 0,-1 1,1-1,0 1,-1 0,1 0,-1 0,0 0,1 1,3 2,-3-3,26 18,-1 1,0 1,-2 1,30 33,-25-25,294 291,-137-132,-187-188,-1-1,0 1,0-1,1 0,-1 1,1-1,-1 0,0 1,1-1,-1 0,1 1,-1-1,1 0,-1 0,1 0,-1 0,1 1,-1-1,1 0,-1 0,1 0,-1 0,1 0,-1 0,1 0,-1 0,1-1,-1 1,1 0,-1 0,1 0,-1 0,1-1,-1 1,1 0,-1 0,0-1,1 1,-1 0,1-1,-1 1,0-1,1 1,-1 0,0-1,1 0,11-27,-9 20,16-51,-3 0,-3-1,8-78,16-78,-35 207,0 1,1 0,0 0,0 1,1-1,5-9,-7 15,-1 0,1-1,0 2,0-1,-1 0,1 0,1 1,-1-1,0 1,0-1,0 1,1 0,-1 0,1 0,-1 0,1 0,-1 1,1-1,-1 1,1 0,0-1,-1 1,1 0,3 1,5 1,0 1,0 0,0 1,0 0,0 0,-1 1,16 10,66 51,-86-61,121 105,-30-24,-96-85,0 0,0 1,1-1,-1 0,1 0,-1 0,1 0,0 0,-1-1,1 1,0 0,-1-1,1 1,0-1,0 1,0-1,-1 0,1 0,0 0,4 0,-4-1,-1-1,1 1,0 0,0-1,0 1,-1-1,1 1,-1-1,1 0,-1 1,0-1,0 0,0 0,0 0,0 0,0 0,1-3,12-39,-1 0,-2 0,6-61,15-60,-31 159,1-1,0 1,1 0,0-1,0 1,5-8,-7 13,0-1,0 1,0 0,1-1,-1 1,0 0,1 0,-1 0,1 0,-1 0,1 0,0 0,-1 1,1-1,0 0,-1 1,1-1,0 1,0 0,0 0,-1 0,1-1,0 2,0-1,0 0,-1 0,1 1,3 0,4 2,0 2,1-1,-2 1,1 0,0 1,-1 0,10 9,50 54,10 34,-60-77,0 0,2-2,1 0,43 39,-35-44,-6-8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7.31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276 1,'0'0,"0"0,0 1,-1 1,1-1,-1 1,0-1,0 0,0 1,0-1,0 0,0 0,0 0,0 0,0 0,-3 2,-4 4,-119 139,105-117,2 1,0 1,-19 43,35-64,-1 0,2 0,-1 1,2 0,-1-1,2 1,-1 0,1 0,1 0,1 12,-1-19,1 1,0-1,0 0,0 0,0 0,1 0,0 0,-1 0,2 0,-1 0,0-1,1 1,-1-1,1 0,0 0,0 0,0 0,1 0,-1-1,1 1,0-1,-1 0,1 0,0 0,0-1,0 1,0-1,5 1,-2-1,1 1,-1-1,0-1,1 0,-1 0,1 0,-1-1,0 0,1 0,-1-1,0 0,10-4,-6 1,0 0,-1-1,0-1,0 0,0 0,17-17,-8 4,-2-1,0-1,-1-1,-1 0,22-48,-30 55,-1 1,-1-1,0 0,-2 0,3-20,-6 36,0 0,0-1,0 1,0 0,0 0,0 0,0-1,0 1,0 0,0 0,0 0,0-1,0 1,0 0,0 0,0 0,0 0,0-1,0 1,0 0,1 0,-1 0,0 0,0-1,0 1,0 0,0 0,0 0,1 0,-1 0,0-1,0 1,0 0,0 0,1 0,-1 0,0 0,0 0,0 0,1 0,-1 0,0 0,0 0,0 0,1 0,-1 0,8 9,6 18,-14-26,67 165,22 46,-77-190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8.04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219 0,'0'0,"0"0,-7 10,-22 16,2 1,-31 40,46-52,1 1,1 0,1 1,0 0,1 0,-9 30,15-40,1-1,0 1,0-1,0 0,1 1,0-1,1 1,0-1,-1 1,2-1,1 7,-2-11,-1 0,1 0,0 0,0 0,0-1,0 1,0 0,0-1,0 1,0-1,1 0,-1 1,1-1,-1 0,1 0,-1 1,1-1,0-1,-1 1,1 0,0 0,0-1,0 1,0-1,0 1,-1-1,1 0,0 0,0 0,0 0,0 0,0 0,0 0,0-1,0 1,0-1,-1 1,1-1,0 0,3-1,2-2,1 0,-1 0,-1-1,1 0,-1 0,1 0,-2-1,1 0,5-6,8-14,16-27,-12 16,-13 20,-8 13,-1 1,1-1,0 1,0-1,0 1,1 0,-1 0,1 0,4-4,-6 7,0 0,0 0,0 0,0 0,0 0,0 0,1 0,-1 0,0 1,0-1,0 0,0 1,0-1,0 0,0 1,0-1,0 1,0 0,0-1,-1 1,1 0,0-1,1 3,21 22,-22-24,26 35,-1 1,24 50,37 89,-80-161,82 180,-10 4,59 223,-126-378,-1-1,-3 2,-2-1,2 47,-8-88,0 0,0-1,-1 1,1 0,-1 0,1 0,-1 0,0 0,0 0,-2 3,2-5,0 1,0-1,0 0,0 0,0 0,0 0,-1 0,1 0,0 0,-1-1,1 1,-1 0,1-1,-1 1,1-1,-1 0,1 1,-1-1,1 0,-1 0,-2 0,-19-1,-1-2,1 0,0-1,0-2,0 0,-29-13,37 14,-52-20,1-2,-103-58,138 66,1-1,0-2,2 0,0-2,2-1,0-1,-24-34,41 47,0 0,0-1,2 0,-1-1,2 0,0 0,1 0,-6-28,10 34,0 0,0 0,1 0,0 1,1-1,0 0,0 0,1 1,0-1,1 0,-1 1,2 0,-1 0,1 0,0 0,1 1,8-12,1 4,1 0,0 1,1 0,0 2,1-1,0 2,1 1,0 0,26-10,-1 4,0 2,0 2,56-8,-48 12,0 3,101 2,-124 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8.88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15,'15'10,"-11"-7,7 4,-5-2,1 0,0 0,1 0,-1-1,1 0,0-1,0 1,0-2,0 1,1-1,-1 0,15 1,17-5,-33 1,0 0,0 1,0 0,0 0,0 0,0 1,0 0,0 0,0 1,0 0,-1 0,1 1,10 5,10 14,-1 0,-1 2,-1 0,29 39,-1-1,-48-58,-1 0,1-1,-1 1,1-1,0 0,0 0,8 4,-10-7,-1 1,1-1,0 1,-1-1,1 1,0-1,-1 0,1 0,0 0,-1 0,1 0,0 0,-1-1,1 1,0 0,-1-1,1 1,-1-1,1 0,-1 0,1 1,-1-1,1 0,-1 0,0 0,2-2,16-17,-1-1,-1-1,23-38,-9 13,-6 10,-12 17,1 0,0 0,2 1,19-18,-33 35,1 1,0-1,0 1,-1-1,1 1,0 0,0 0,0 1,1-1,-1 0,0 1,0 0,0 0,0 0,0 0,1 0,-1 1,0 0,0-1,0 1,0 0,0 0,0 1,-1-1,4 2,8 4,-1 1,0 0,21 18,-17-10,20 24,-22-24,25 23,-33-34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29:59.23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1,'0'0,"0"0,0 0,0 0,0 0,0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17.1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4925 1,'11'10,"-8"-5,0 1,0-1,0 1,0 0,-1 0,0 0,0 0,0 0,-1 1,1 8,-1 4,-1 0,-2 27,-2-12,-2 0,-2 0,-1 0,-1-1,-28 59,-3-11,-55 81,-21 10,-221 250,-181 127,450-479,-233 239,-856 888,48 38,591-577,394-478,-181 351,258-431,-36 111,71-172,2 0,2 0,1 1,2 0,2 1,1 48,4-70,1 0,1 0,1-1,0 1,1-1,1 0,1 0,0-1,2 1,0-2,0 1,16 18,-6-12,0-2,2 0,0-2,1 0,1-1,1-2,38 21,6-2,2-4,2-3,0-3,144 30,317 13,225-46,3-42,-437 9,1283-13,-1560 25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18.11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1204 0,'-24'10,"0"-1,-47 11,41-12,-260 49,28-8,216-37,0 1,1 3,-65 32,89-37,1 1,1 0,0 1,0 2,2 0,0 0,0 2,2 0,-23 31,31-36,0-1,1 1,0 1,1-1,0 1,1 0,0 0,1 0,1 0,0 1,0-1,2 1,-1-1,2 1,0 0,1-1,5 23,-3-23,1 0,1-1,0 0,0 0,1 0,1-1,0 1,0-2,1 0,1 0,-1 0,2-1,-1-1,21 13,6 1,0-1,2-2,55 18,233 62,34 13,-336-102,0 1,-1 2,0 0,-1 1,36 30,-49-35,0 0,-1 0,0 1,-1 0,0 0,-1 1,0 0,-1 0,0 1,0 0,-1 0,-1 0,6 25,-9-30,0 1,-1 0,0-1,0 1,0 0,-1 0,0-1,-1 1,0-1,0 1,0-1,-7 13,3-9,-1-1,1 0,-2 0,1-1,-1 0,-1-1,-14 13,-2-3,0-1,-2-2,1 0,-2-2,-50 17,22-13,-1-2,0-3,-107 9,83-18,-1-2,-92-13,90 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18.88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513 1212,'1'-11,"0"1,1 0,0 0,5-16,1-1,9-32,2 1,3 0,2 2,3 1,2 0,3 3,1 0,3 3,2 0,3 3,1 1,59-48,-47 49,2 2,3 2,0 3,3 2,1 3,1 3,1 3,2 3,0 3,103-18,-81 26,1 4,-1 3,1 5,0 4,0 3,-1 5,0 3,-1 4,110 40,-120-31,-1 5,-1 2,-2 4,-2 3,-2 3,-2 3,-2 3,-2 3,-3 3,65 76,-74-69,-2 2,-3 2,-3 2,67 147,-90-163,-1 1,-3 0,-2 2,-3 0,-2 0,-3 1,-1 107,-9-99,-3-1,-3 0,-3 0,-3-1,-3-1,-41 99,26-89,-4-2,-3-1,-2-3,-4-1,-55 61,30-49,-4-3,-3-4,-3-3,-2-4,-4-3,-2-5,-2-3,-170 71,175-91,-1-4,-1-3,-1-4,-1-4,-1-4,0-4,-1-4,0-3,0-5,0-4,1-4,0-4,1-4,-104-35,110 24,2-4,0-4,3-3,2-3,1-4,2-3,-80-72,104 77,2-3,1-1,3-3,3-1,1-3,3 0,3-3,2-1,3-1,-22-68,32 68,4 0,2 0,3-1,-3-75,10 54,5 1,19-134,16 18,-37 197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39.1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1037 0,'-1'2,"-1"0,1 0,0 0,0 0,-1 0,1 0,-1-1,0 1,-3 2,2-1,-80 83,3 4,-116 171,-92 225,187-294,-124 225,201-378,6-13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39.96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1,'2'0,"1"1,-1-1,0 1,0 0,1 0,-1 0,0 1,0-1,0 0,3 4,-5-5,19 16,0 1,0 0,16 23,47 67,236 403,-194-297,130 208,-238-393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40.80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0 180,'26'-1,"165"-25,-71 6,839-91,-922 107,62-6,177 3,-276 7,1 0,-1 0,0 0,0 0,0 0,0 0,0 0,1 0,-1 0,0 0,0 0,0 0,0 0,0 0,1 0,-1 0,0 0,0 0,0 0,0 0,0 0,1 0,-1 0,0 0,0 1,0-1,0 0,0 0,0 0,0 0,1 0,-1 0,0 0,0 1,0-1,0 0,0 0,0 0,0 0,0 0,0 1,0-1,0 0,0 0,0 0,0 0,0 0,0 1,0-1,-7 7,-16 8,23-15,-265 145,-551 332,664-368,152-109,0 0,1 0,-1 0,0 0,0 0,0 0,0 0,1 0,-1 0,0 0,0 0,0 0,0 0,1 0,-1 1,0-1,0 0,0 0,0 0,0 0,0 0,1 1,-1-1,0 0,0 0,0 0,0 0,0 1,0-1,0 0,0 0,0 0,0 1,0-1,0 0,0 0,0 0,0 0,0 1,0-1,0 0,0 0,0 0,0 1,0-1,0 0,0 0,0 0,-1 0,1 1,0-1,0 0,0 0,0 0,0 0,-1 0,1 0,0 1,0-1,0 0,0 0,0 0,-1 0,1 0,0 0,21 0,-15 0,525-36,133-2,-628 38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43.55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1 358,'0'-24,"3"-78,-1 90,0-1,1 0,0 1,1-1,0 1,7-13,-6 16,0 0,0 1,1-1,0 1,0 1,1-1,0 1,0 0,1 0,0 1,0 0,1 0,-1 1,1 0,0 1,1 0,-1 0,1 1,-1 0,1 1,0 0,0 1,0 0,0 0,1 1,-1 0,0 1,0 0,0 1,0 0,0 0,-1 1,19 8,-3 3,0 1,-1 1,-1 1,-1 1,0 0,-1 2,-2 1,0 0,20 30,-4 0,-3 2,-1 1,27 69,-6 20,-46-122,-1 1,-1-1,-1 0,-1 1,-1 21,-1-39,0 0,-1 0,1 0,-1 0,0 0,0 0,-1 0,1-1,-1 1,0-1,0 1,0-1,0 0,-1 1,1-1,-1 0,0-1,0 1,0 0,0-1,0 0,0 1,-1-1,1-1,-1 1,0 0,1-1,-1 0,-7 2,-1-1,0 0,-1 0,1-2,-1 1,1-2,-1 1,1-2,-16-3,4-1,1-1,1-1,0-1,0-1,0-1,2-1,-1-1,2 0,0-2,-18-17,15 11,2 0,0-2,2 0,0-1,2-1,1 0,-21-48,25 44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43.95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0,'0'0,"0"0,0 0,0 0,0 0,0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47.74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1 148,'23'-10,"14"-5,2 1,67-16,82-5,-161 30,74-11,1 4,163 1,-258 11,1 1,-1-1,1 2,-1-1,1 1,-1 0,0 0,0 1,8 4,-11-5,0 1,-1-1,1 1,-1 0,0 0,0 1,0-1,0 1,0-1,-1 1,0 0,1 0,-1 0,-1 0,1 0,1 8,3 21,-1 1,-2 0,-1 0,-6 63,4-84,-32 346,13-186,4 191,16-349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48.33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0 248,'10'-20,"-2"3,1-1,1 1,0 0,1 1,1 0,1 1,0 0,22-18,-26 25,1 1,0 1,0-1,1 2,-1-1,1 2,0-1,0 2,1-1,-1 1,1 1,0 0,0 1,-1 0,18 2,-8 1,-1 1,0 1,0 1,0 1,0 1,-1 1,0 0,-1 1,33 22,-16-5,0 1,-2 1,49 53,-51-45,-1 0,-2 2,-2 1,25 48,-39-64,-2 0,0 1,-1 1,-2 0,0 0,-2 0,-1 1,-1-1,0 29,-2-47,-2 0,1 1,-1-1,0 0,0 0,-1 0,0 0,0-1,0 1,-1 0,0-1,-1 0,1 1,-1-1,-1-1,1 1,-1-1,0 1,0-1,0-1,-1 1,1-1,-1 0,0 0,-1-1,1 1,-13 3,3-2,-1-2,1 0,-1-1,0 0,0-2,1 0,-1 0,-20-5,-3-1,1-3,-50-17,44 10,1-2,1-2,1-2,0-2,2-1,1-3,1-1,-34-33,29 18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48.78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1 286,'1'0,"1"0,0 0,1 0,-1 0,0 0,0 0,0 0,0-1,-1 1,1-1,0 1,4-3,2 1,297-106,14-3,-259 92,-35 10,0 1,1 1,0 1,0 1,33-1,-52 7,0 0,0 0,0 0,0 1,0 0,0 0,-1 1,1 0,-1 0,0 1,0 0,0 0,0 0,0 0,-1 1,0 0,0 0,-1 1,7 9,4 7,-1 1,-1 0,17 47,0 12,-4 0,22 123,9 175,-55-371,3 34,9 58,1 155,-16-246,1-4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49.15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0 226,'0'0,"0"0,3 0,7 0,11-6,20-6,19-8,18-5,18-5,15 1,10 3,6 2,1 3,-11 5,-19 6,-27 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0.00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878 1,'-7'13,"-123"248,66-124,-234 453,-26-13,316-564,0-1,-17 21,12-21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0.34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1,'9'8,"1"0,0-1,16 10,3 1,333 237,373 342,-568-444,245 211,-392-348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2.44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875 211,'-13'-10,"-24"-18,0 2,-2 1,-1 2,-46-19,53 30,-1 1,0 2,-1 1,0 2,-58-3,76 8,-1 1,1 1,-1 0,1 1,0 1,0 1,0 0,0 1,1 1,0 1,0 0,0 1,-21 15,28-16,0 1,1 0,0 1,0-1,1 1,0 1,1 0,0-1,1 2,0-1,0 1,1-1,0 1,1 1,1-1,0 0,-2 18,4-18,0 0,0 0,1 0,0 0,1 0,0 0,1 0,0-1,1 1,0-1,0 0,1 0,1 0,0-1,0 0,0 0,1 0,12 10,-6-8,1 1,1-2,0 0,1-1,-1 0,2-1,-1-1,1-1,0 0,1-1,-1-1,1-1,0 0,0-1,0-1,0-1,0 0,29-5,-24 1,-1-1,1-1,-1-1,0 0,-1-2,1-1,-2 0,1-1,-2-2,0 0,0-1,-1-1,-1 0,17-20,-21 20,-1 0,0-1,-1-1,-1 0,9-21,-14 27,-1 0,-1 0,0-1,0 1,-1-1,-1 0,0 0,0 0,-3-22,-2 2,3 53,-1 24,-42 1385,44-1398,1-17,-1 0,0-1,-2 1,1 0,-7 23,8-36,-1-1,1 1,-1-1,0 1,1-1,-1 1,0-1,0 0,0 1,0-1,0 0,0 0,0 0,-1 0,1 0,0 0,-1 0,1 0,0 0,-1-1,1 1,-1 0,1-1,-1 1,0-1,1 0,-1 0,1 1,-1-1,0 0,1 0,-1-1,0 1,1 0,-1 0,1-1,-1 1,1-1,-1 1,-1-2,-9-3,1 0,-1-1,1-1,-12-8,10 6,-60-38,2-3,3-2,-68-69,124 110,1-1,1-1,0 0,1 0,-10-19,17 27,0 0,0 0,0 0,0 0,1 0,0 0,0-1,0 1,1 0,-1 0,1-1,1 1,-1 0,1-1,0 1,0 0,0 0,1 0,4-9,0 4,0 1,1 0,0 0,1 1,0 0,0 0,0 1,1 0,0 0,1 1,-1 0,1 1,21-8,10-2,0 2,54-10,281-32,3 31,-312 21,24-2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3.64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33,'0'0,"0"0,10 0,126 12,159-7,-183-5,626-19,-623 10,409-13,-609 58,-520 218,83-55,104-45,435-150,21-3,-38-1,387 3,0-17,407-69,-635 61,-140 19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6.07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0 403,'9'-29,"3"2,1 0,1 1,1 1,2 0,0 1,1 1,2 1,0 0,1 2,1 0,26-16,-32 25,0 1,1 1,0 1,0 0,1 1,0 1,34-7,-36 11,0 0,0 2,0-1,0 2,0 0,0 1,-1 0,1 2,0-1,16 8,-11-2,0 1,-1 1,-1 1,0 1,0 0,-1 1,-1 1,0 1,-1 1,-1 0,-1 1,14 22,-7-7,-1 2,-1 0,-2 2,-2 0,-2 0,11 44,-18-58,-1 1,-1 0,-1 0,0 33,-4-50,1 0,-1 0,-1 0,1 0,-1 0,0 0,-1-1,-4 11,4-13,1 0,-1 0,0-1,0 1,0-1,-1 1,0-1,1 0,-1 0,0 0,0-1,0 0,-9 4,-6 0,0 0,0-1,-1-1,1-1,-1-1,-21 0,4-2,0-2,-50-9,60 6,1-1,1-1,-1-1,2-1,-1-2,-29-16,40 18,0 0,0-1,1-1,0 0,1 0,1-2,0 1,0-1,1-1,-16-29,6 1,5 7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6.42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7.3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660 0,'-21'10,"-74"28,40-18,-86 46,98-41,1 2,-69 59,94-71,1 1,1 0,0 1,2 1,0 0,0 1,2 0,-15 35,23-48,1 0,0 1,1-1,-1 1,1-1,0 1,1 0,0-1,0 1,0 0,1-1,0 1,0-1,3 8,-2-8,0-1,1 0,0 0,0 0,0 0,0 0,1-1,0 1,0-1,0 0,1 0,-1-1,1 1,0-1,0 0,9 4,14 4,1-2,0-1,1-1,50 5,-33-6,16 4,123 22,-153-25,-1 3,0 0,47 22,-62-22,0 0,-1 2,0-1,-1 2,0 0,-1 1,0 1,-1 0,-1 0,0 1,-2 1,0 0,0 0,-2 1,0 0,-1 1,-1 0,0 0,-2 0,0 1,-1-1,-1 1,-1 0,-1 0,-4 33,3-45,-1 0,0 0,0-1,-1 1,0-1,0 1,-1-1,1 0,-2 0,-6 8,3-6,0 0,-1 0,0-1,0 0,-1-1,-12 7,-5 0,0-1,0-1,-1-2,-51 12,40-12,-1-2,0-2,0-2,0-1,0-2,-41-5,46-3,10-2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7.64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0,'0'0,"0"0,0 0,0 0,0 0,0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8.00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74 1,'0'0,"0"3,0 3,0 7,0 6,0 5,0 7,-6 7,-9 4,-11 1,-1-7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0:59.62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1127 1,'0'0,"0"0,-4 10,-82 127,24-41,-352 661,388-707,-41 78,-346 708,405-818,1-3,1 0,-1-1,-12 16,12-21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00.59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0 984,'24'-12,"-6"4,80-48,218-117,-78 60,114-56,-13-20,-296 163,-28 19,0-2,-1 0,0 0,0-2,-1 1,14-16,-26 24,0 1,0-1,0 0,0 0,0 1,0-1,0 0,0 0,-1 0,1 0,-1 0,0 0,0 0,1 0,-1 0,0 0,-1 0,1 0,0 0,0 0,-1 0,1 0,-1 0,0 0,0 0,0 0,0 1,0-1,0 0,0 0,0 1,-1-1,1 1,0-1,-1 1,-2-2,-3-3,-1 0,1 1,-1 0,-1 0,1 0,-16-5,-9 0,0 0,0 3,-67-8,32 11,-71 5,84 2,0 3,1 2,0 2,-77 26,98-24,0 1,1 1,0 2,1 1,1 1,1 2,1 1,-27 26,41-34,2 1,0 1,0 0,1 0,1 1,1 0,0 1,1 0,1 1,1-1,0 1,1 1,1-1,-2 24,4-16,2 1,0-1,2 1,1-1,1 0,1 0,2 0,0 0,17 37,-10-33,0 0,2-2,2 0,0 0,2-2,1-1,1 0,37 32,-25-29,2-2,0-2,1-1,2-2,71 29,-43-26,1-3,134 24,-95-31,126 1,-97-12,143-16,-245 8,-12 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01.4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55 197,'53'-2,"103"-20,-70 8,1024-129,-1059 137,-18 1,0 2,1 1,44 4,-106 10,-135 33,-28 9,22 5,-166 84,-149 103,391-197,-125 68,211-111,13-3,21-3,-18-1,504-33,-18 1,266 27,-714 7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04.09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1 399,'0'-19,"3"-1,0 1,2 0,0 1,1-1,0 1,2 0,0 0,22-31,-18 30,1 2,0 0,2 0,0 1,1 1,0 1,33-22,-42 31,0 1,0 1,1-1,-1 1,1 1,0-1,0 1,0 1,0 0,0 0,1 0,-1 1,0 0,0 0,11 3,-8-1,-1 1,1 1,-1 0,0 0,0 1,0 0,0 0,-1 1,0 1,16 14,-1 3,-1 1,36 51,27 65,-67-107,-2 2,-2 0,-1 0,-2 2,-1-1,-2 1,6 61,-12-76,-2 1,-1 0,0 0,-2-1,-1 1,-1-1,0 1,-2-1,-1 0,-1-1,-1 0,0 0,-21 32,27-50,1-1,0 1,-1-1,1 0,-1 0,0 0,0-1,-1 1,1-1,0 1,-1-1,1 0,-1-1,0 1,-7 2,7-3,0-1,0 0,0 0,0 0,0-1,0 1,0-1,0 0,0 0,0 0,1 0,-1-1,0 0,1 1,-1-1,-4-4,-16-12,0-1,1-1,1-1,-26-32,-69-103,109 144,-159-245,144 218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22.8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35 455,'-3'-20,"-1"-2,0 0,2-1,0 0,2 0,0 1,2-1,0 0,2 1,0-1,1 1,2 0,14-34,-17 48,0 1,1 0,0 0,0 0,0 1,1 0,0 0,0 0,1 0,-1 1,1 0,0 1,1 0,-1 0,1 0,0 1,0 0,0 0,0 1,0 0,0 1,1 0,14 0,-6 1,1 1,-1 0,0 2,0 0,0 1,-1 0,1 2,-1 0,0 0,25 16,-19-8,0 1,-1 1,-1 1,0 1,-2 0,0 2,-1 0,-1 1,0 1,-2 0,15 31,-18-28,0 1,-1 0,-2 1,0 0,-2 0,-1 1,-2 0,0-1,-2 1,-3 43,1-60,-1 0,1 0,-2 0,0-1,0 1,-1-1,0 0,-1 0,0 0,0-1,-1 0,-8 10,9-14,0 1,0-1,-1 0,0-1,0 1,0-1,-1 0,0-1,1 0,-1 0,0 0,0-1,-1 0,1 0,0-1,-1 0,1 0,-11-1,0-1,0-1,0-1,0 0,0-1,1-2,-1 1,1-2,0 0,1-1,0-1,-17-12,3-1,0 0,2-2,1-1,-37-43,43 43,1-1,2 0,0-2,2 0,1-1,-23-60,32 66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23.16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0,'0'0,"0"0,0 0,0 0,0 0,0 0,0 0,0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24.64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0 361,'0'-28,"0"11,1 0,1-1,0 1,1 1,1-1,1 0,0 1,1 0,1 0,0 1,12-19,-13 25,1 0,0 1,0-1,0 1,1 1,0 0,1 0,0 0,0 1,0 1,1 0,0 0,0 0,0 1,0 1,1 0,-1 0,20-1,-14 2,-1 2,1 0,0 0,0 2,-1 0,1 1,-1 0,1 1,-1 1,20 9,-17-5,-1 1,0 0,-1 1,0 1,0 1,-2 0,23 25,-19-16,-1 1,-1 0,-1 2,-1-1,-2 2,0 0,-1 0,-2 1,-1 0,-1 1,6 48,-10-42,-2-1,-3 44,1-64,0 1,-1-1,-1 0,-1 0,0 0,0 0,-1-1,-10 19,9-23,-1 0,1 0,-1 0,-1-1,1 0,-1-1,0 0,-1 0,-11 6,-14 6,-41 14,32-14,30-13,1 1,-1-2,0 0,0 0,0-1,-1 0,1-2,-1 1,0-2,1 0,-20-2,48 3,-1 0,23-2,-1 0,706 1,-743-1,0 0,1 0,-1 0,1 0,0 0,-1 1,1-1,0 0,-1 0,1 0,0 0,0 0,0 0,0 0,0 0,0-2,0 1,0-36,1 0,2 0,1 0,3 1,1 0,1 0,23-54,-22 64,3 0,0 1,1 1,1 0,2 1,0 1,40-40,-46 53,0 1,1 0,0 1,0 0,1 0,0 2,22-9,-24 11,-1 2,1-1,0 1,0 1,0 0,-1 1,1 0,0 0,0 1,0 0,13 4,-12-1,-1 0,0 1,0 0,0 1,0 0,-1 1,0 0,0 0,-1 1,0 0,0 1,-1 0,0 1,-1-1,0 1,0 1,-1-1,0 1,-1 0,-1 1,5 13,-5-12,0 1,-1-1,0 0,-1 1,-1 0,0-1,-1 1,0 0,-1-1,-1 1,0 0,-1-1,0 0,-1 0,0 0,-1 0,-1 0,-12 20,11-24,0 0,-1 0,0-1,0 1,-1-2,0 1,-1-1,1-1,-1 0,0 0,-1-1,0 0,1-1,-2 0,1-1,0 0,-19 2,13-4,0 0,0-1,0 0,0-2,0 0,1-1,-1-1,1 0,-1-1,1-1,-21-11,8 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27.70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96 470,'-1'0,"-1"0,0 0,1-1,-1 1,0-1,1 1,-1-1,1 1,-1-1,1 0,-1 0,-1-1,0 0,-5-2,-1-1,1-1,0 1,-11-12,17 16,0-1,1 1,-1-1,1 0,0 1,0-1,-1 0,1 0,0 0,0 0,1 1,-1-1,0-1,1 1,-1 0,1 0,0 0,0 0,-1 0,1 0,1 0,-1 0,0-1,0 1,1 0,-1 0,1 0,1-2,2-3,0 1,0 0,1-1,-1 2,2-1,-1 0,7-4,47-33,-46 34,36-22,1 2,2 3,0 2,69-22,-19 15,148-24,-214 48,0 2,1 1,43 2,-78 3,0-1,0 1,-1-1,1 1,-1-1,1 1,0 0,-1 0,1 0,-1 0,0 0,1 0,-1 0,0 1,0-1,1 0,-1 1,0-1,0 1,-1-1,1 1,0-1,0 1,-1 0,1-1,-1 1,1 2,2 9,-1 0,2 24,-2-16,14 124,-5 208,-34 145,0 129,24-604,-1-26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29.48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834 24,'-36'-13,"12"9,1 1,-1 1,0 1,-25 2,-96 14,98-9,-62 10,-174 47,213-42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1:30.6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0 502,'61'-3,"115"-20,-84 8,207-29,742-110,730-99,-1745 249,-20 2,1 1,-1 0,1 0,-1 0,1 1,10 1,-41 10,-472 128,357-104,-69 18,-926 243,18 51,1074-331,-91 28,121-40,16-4,28-5,-20 2,1064-215,-265 50,-387 88,404-84,-691 132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53.2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157 879,'40'-52,"-22"35,2 0,0 2,0 0,2 1,29-15,124-47,292-67,14 37,-390 88,1418-237,17 133,459 139,-1099 53,-6 33,-847-99,2345 346,-1926-261,-311-54,156 61,-231-70,0 3,-2 3,-2 3,-1 3,86 69,-112-77,-2 2,-1 1,50 68,-62-72,-2 1,-1 0,-1 2,-2-1,18 57,-26-62,-1 1,0 0,-2 0,-2 0,0 0,-2 1,0-1,-2 0,-2 0,0 0,-1-1,-2 0,-1 0,-1 0,-1-1,-1-1,-1 0,-1-1,-1 0,-1-1,-1-1,-32 31,8-15,-1-3,-1-1,-2-3,-1-1,-84 38,28-24,-192 54,-322 29,-11-45,410-56,-610 73,-1361 172,1549-166,5 22,0-1,-2-22,-1049 26,1681-129,-862-10,753 1,-212-46,249 35,1-3,1-3,-116-59,101 36,2-3,3-4,1-4,4-3,2-4,-111-126,140 135,3-2,3-2,-63-122,79 128,3-2,2 0,2-2,3 0,-8-65,16 57,3 0,4-79,8 41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3T06:47:48.95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83 1598,'3'-1,"1"0,-1 0,0 0,1-1,-1 1,0-1,0 0,0 0,0 0,0 0,4-4,11-8,10-2,1 2,51-19,69-12,-144 43,495-112,8 31,-383 64,1279-224,-1404 243,740-148,2 22,-681 117,1112-186,-281 18,3 24,542-18,-1007 159,-320 17,205 36,-263-30,0 3,-2 2,0 2,0 2,-2 3,80 49,-94-48,0 1,-1 1,-2 2,-1 1,-1 2,-1 1,-2 1,-2 1,23 40,-25-32,-2 1,-2 2,-2 0,-1 0,11 65,-17-51,-2 1,-3-1,-7 117,-5-102,-3 0,-3 0,-3-2,-4 0,-2-1,-4-1,-52 97,41-99,-2-1,-4-3,-3-1,-2-3,-3-1,-92 80,99-102,-2-2,-1-2,-2-2,-1-3,-1-1,-1-3,-1-2,-1-3,-83 18,41-20,-159 7,-102-19,287-6,-214 0,-531 3,1 36,246 22,-813 191,884-130,-829 192,575-177,641-125,0-5,0-4,-1-5,-204-33,181 9,2-6,1-6,-152-67,222 78,2-3,2-2,1-3,2-2,1-2,-96-95,122 104,0 0,2-2,2-1,1-1,2 0,1-2,2-1,1 0,2-1,2-1,2 0,-10-61,17 60,2-1,1 0,3 0,8-57,3 30,36-118,1 45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2:58.32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0 291,'0'0,"10"0,273-12,-113 2,382-3,-245 9,1173 13,-622 3,2047-90,-1410 28,1 31,-843 13,-115 1,1353-24,392-24,220 36,-1648 19,-426-2,1630-10,-480 3,-1073 7,-495 0,1 0,-1 1,1 1,11 2,-11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00.75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607 1,'-20'3,"10"2,0 1,1 0,-1 0,1 1,0 0,1 1,0 0,0 0,-13 18,4-1,1 0,-20 43,16-20,1 1,3 0,-14 74,-15 157,44-272,-106 1165,100-1084,-46 936,-6 68,10 25,45-871,-2 462,33-2,29-116,35-7,35-46,-121-521,-1-1,0 1,-1 0,-1 0,-1 0,0 0,-1 0,-3 21,2-33,1-3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03.37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0 340,'21'0,"133"-10,-58 1,915-68,524-27,-217 76,2 29,-514 2,1668-45,-1186 13,986 2,-1281 17,2429 2,-2055 10,3264-2,-4615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04.98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1 968,'0'0,"0"0,0 0,0 0,303 12,-90 0,910-29,2-62,-1077 75,371-29,1823-133,738-1,-2571 146,1897-86,656 7,-1203 26,-676 24,504-18,698-29,-440 88,-1660 13,-161-3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06.27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2056,'27'-10,"58"-17,2 3,122-18,-158 33,847-106,12 54,-469 35,1072-92,1-24,198-17,1566-172,-3254 328,1729-196,4 33,751-22,-1205 108,-685 44,79-5,1637-116,-2147 141,740-57,-1 41,-848 33,-74-1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07.58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0 175,'18'-2,"0"-1,-1-1,1-1,27-12,3 0,84-24,205-38,-321 76,0 1,0 1,0 1,0 0,0 1,21 4,-30-4,0 1,0 0,0 1,-1-1,1 1,-1 1,0-1,0 1,0 0,0 1,0-1,-1 1,0 0,0 1,0-1,4 9,2 4,-1 1,-1 0,-1 1,0 0,8 39,13 109,-26-146,43 716,-35-404,155 1511,157 802,-296-2168,-21-2,-5-376,5 231,1 68,-7-395,0-4,0 0,0 0,1 0,-1 0,0 0,0 0,0 0,0 0,0 0,0 0,-1 0,1-1,0 1,0 0,-1 0,1 0,0 0,-1 0,1 0,-1-1,1 1,-1 0,0 0,1-1,-1 1,0 0,1-1,-3 2,-4-2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08.06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16,'0'-8,"0"0,7 16,-4 0,0-2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08.52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1 178,'5'-2,"1"0,-1 0,0-1,9-4,9-5,24-7,1 2,98-19,108-3,-219 34,84-11,238-1,-312 20,-15 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09.02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1,'18'0,"412"11,872 6,-952-13,-287-4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11.26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820 0,'0'0,"0"0,0 0,0 0,0 14,-53 711,27-485,-185 2383,161-1821,-11 169,-37-5,-54-142,102-632,-25 109,58-214,-9 134,29 95,25-4,-22-261,-4-26,4 24,-2-1,-4 63,0-108,-1-2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13.80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217 1,'0'252,"-23"939,-15-663,-32 760,70-71,2-107,-19-486,-1 105,20-453,-3 240,-23-141,0 60,24-427,-2-13,-1-7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14.95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489 1,'0'0,"0"4,6 208,0 50,-49 389,-35 0,72-604,-42 316,-52 430,32 1,38 340,16-375,-18 2,29-686,-35 469,2-3,38-143,-2-397,0-1,0 0,0 0,-1 0,1 0,0 0,0 0,0 0,0 0,0 0,0 0,0 0,0 0,0 0,-1 0,1 0,0 0,0 0,0 0,0 0,0 0,0 0,0 0,0 0,0 0,-1 0,1 0,0 0,0 0,0 0,0 0,0 0,0 0,0 0,0 0,0 1,0-1,0 0,0 0,0 0,-1 0,1 0,0 0,0 0,0 0,0 0,0 0,0 1,0-1,0 0,0 0,0 0,0 0,0 0,0 0,0 0,0 0,0 0,0 1,0-1,0 0,1 0,-1 0,0 0,0 0,0 0,0 0,0 0,0 0,-3-3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16.94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322 1,'1'0,"-1"1,1 0,0 0,0 0,-1 0,1 0,-1-1,1 1,0 0,-1 0,0 0,1 1,-1-1,1 1,-1-1,6 23,-1-1,-1 1,-1 0,-1 1,-2 36,0-32,-22 491,-34 2,34-328,-133 1611,71 4,72-460,13-933,27 178,-11-343,-12-110,-5-139,0-2,0 0,0 0,0 0,1 1,-1-1,0 0,0 0,0 0,0 1,0-1,0 0,0 0,0 1,0-1,0 0,0 0,0 1,0-1,0 0,0 0,-1 1,1-1,0 0,0 0,0 0,0 1,0-1,0 0,-1 0,1 0,0 0,0 1,0-1,0 0,-1 0,1 0,0 0,0 0,0 1,-1-1,1 0,-1 0,-2-4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17.96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259 0,'3'24,"4"26,-2 1,-3 73,-2-62,-44 1101,38-1067,-23 367,-38 935,63-927,-25 805,-7-755,-6 116,23 1,21-64,-2-574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18.80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32 1,'0'0,"0"0,0 0,9 11,-4-3,0 0,0 0,-1 1,-1-1,1 1,2 10,10 59,-11-48,36 346,-32 4,-22 277,-20 1,7-176,-46 2203,80-2059,31-2,-5 214,-35-832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19.67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303 0,'0'23,"3"50,17 88,-7-67,30 544,-43 5,-51 626,-35 0,29-457,39-547,-61 1244,77-1374,-17 318,18-441,0 1,-1 1,-6 25,8-36,-1-1,0 1,1-1,-1 0,0 1,-1-1,1 0,0 0,-1 0,1 0,-1 0,0 0,1 0,-1 0,0-1,0 1,0-1,0 0,-1 1,1-1,0 0,-3 1,-15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0.54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1.89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432 1,'-20'3,"-5"4,0 1,0 1,1 1,0 1,1 1,-37 26,43-25,0 1,1 1,1 0,1 1,0 0,1 1,0 1,-16 31,19-29,1 0,1 0,1 1,0 0,2 0,-4 31,8-44,0 0,0 0,1 0,0 1,1-1,0 0,0 0,1 0,0 0,0 0,1-1,0 1,0-1,1 1,0-1,0 0,1-1,0 1,0-1,9 9,-5-9,0-1,0 0,1 0,0 0,0-2,0 1,0-1,0-1,15 3,21 6,-5 0,62 29,-89-34,-1 1,0 1,0 0,-1 1,0 1,-1-1,0 2,11 12,-9-6,-1 0,0 1,-1 0,-1 1,-1 0,-1 1,0 0,-2 0,0 0,-1 1,-1 0,1 27,-4-36,-2 0,1 0,-1 0,-1 1,0-1,-1 0,0-1,-1 1,-9 21,8-25,-1 1,1 0,-1-1,-1 0,1-1,-1 0,-1 0,1 0,-1-1,-1 0,1 0,-1-1,-11 5,10-6,0 0,0 0,-1-2,1 1,-1-1,0-1,0 0,1 0,-1-1,0 0,0-1,-19-4,9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2.41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239 0,'-1'2,"1"0,-1-1,0 1,0-1,1 0,-1 1,0-1,0 0,0 1,0-1,0 0,-2 1,-3 5,-120 167,110-148,1 0,2 1,0 0,2 1,-9 34,19-54,-1 0,1 0,0 1,1-1,0 14,1-20,-1 0,0-1,0 1,1 0,-1-1,1 1,0 0,-1-1,1 1,0-1,0 1,0-1,0 1,2 1,-2-2,0-1,0 1,0-1,1 1,-1-1,0 1,0-1,0 0,1 1,-1-1,0 0,0 0,1 0,-1 0,0 0,0 0,1-1,-1 1,0 0,0-1,0 1,1-1,0 0,2-1,0 0,0 0,-1-1,1 1,0-1,-1 0,0 0,6-7,23-34,-12 16,-7 9,0-1,-1 0,9-23,-20 41,-1 2,0 0,0-1,0 1,0 0,1-1,-1 1,0 0,0-1,1 1,-1 0,0-1,1 1,-1 0,0 0,1 0,-1-1,0 1,1 0,-1 0,0 0,1 0,-1-1,1 1,-1 0,0 0,1 0,-1 0,0 0,1 0,0 0,13 8,8 16,13 24,24 29,-48-66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4.22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1,'20'19,"24"34,56 89,-59-82,-13-16,-17-25,1 0,1-1,27 30,-41-51,0 0,1 0,-1 0,1 0,-1 0,1 0,0 0,0 0,0 0,1-4,-1-4,-1-44,-1 11,2 1,6-46,-5 84,0 0,0 0,0 0,1 0,0 0,0 0,0 1,0-1,1 1,0-1,0 1,3-4,-4 7,-1-1,1 1,-1 0,1 0,0 0,0 0,-1 0,1 0,0 0,0 1,0-1,0 1,0-1,0 1,0 0,0 0,0 0,0 0,0 0,0 0,-1 0,1 1,0-1,0 1,0 0,0-1,0 1,0 0,-1 0,1 0,0 0,2 3,24 20,6 5,-32-27,1-1,-1 1,1-1,0 1,0-1,-1 0,1 0,0 0,0 0,0-1,4 1,-5-1,0 0,0-1,0 1,0-1,0 1,-1-1,1 1,0-1,-1 0,1 0,0 0,-1 0,1 0,-1-1,3-2,20-25,-15 17,11-15,-11 16,0-1,18-18,-25 29,-1 0,0 0,1 1,-1-1,1 1,-1-1,0 1,1-1,-1 1,1 0,-1-1,1 1,0 0,-1 0,1 0,-1 0,1 1,-1-1,1 0,-1 1,1-1,-1 1,0-1,1 1,-1 0,1-1,-1 1,0 0,0 0,2 1,5 5,1 0,-1 1,8 9,-7-8,37 39,-36-37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4.81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66,'47'49,"-3"2,71 106,-60-67,47 107,-96-185,1 0,-1 0,-1 1,0-1,-1 1,0 0,-1 0,3 22,-31-72,-12-30,2-2,4-1,3-1,-28-115,49 157,-5-51,11 72,0-1,1 0,0 1,1-1,0 1,0-1,1 1,0 0,1 0,5-14,-7 20,0 0,1 0,-1 0,0 0,1 1,-1-1,1 0,-1 1,1-1,0 1,0 0,-1-1,1 1,0 0,0 0,0 0,0 1,1-1,-1 0,0 1,0-1,0 1,0 0,1 0,-1 0,0 0,0 0,0 0,1 1,-1-1,0 1,0-1,0 1,0 0,2 1,5 2,0 0,-1 1,1 0,-1 1,0 0,11 12,-11-11,-1 1,-1 0,0 0,0 1,0 0,-1 0,-1 0,0 1,0-1,0 1,-1 0,-1 0,0 1,0-1,0 15,-2-18,0 0,0 0,-1 0,0 1,0-1,-1 0,0 0,0 0,0-1,-1 1,0 0,0-1,-1 0,0 0,0 0,0 0,-1-1,0 1,0-1,0 0,-1-1,-10 8,-10 2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5.51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1,'10'22,"15"43,-2 1,-4 0,12 73,-13-60,7 35,40 152,-62-257,0 1,0 0,1-1,7 14,-11-21,1-1,0 1,0-1,0 0,0 1,0-1,0 0,0 1,0-1,1 0,-1 0,0 0,1 0,-1 0,0-1,1 1,-1 0,1-1,0 1,-1-1,1 1,-1-1,1 0,0 1,-1-1,1 0,0 0,2-1,3-1,0 0,-1-1,1 0,0 0,-1-1,0 0,0 0,0 0,7-8,47-51,-57 60,26-31,-2-2,44-73,-59 87,-1 0,-1-1,-1 0,-1-1,-2 0,8-44,-13 63,-1 0,0 0,0 0,0 0,-1-1,1 1,-1 0,-1 0,1 0,-1 0,0 0,0 1,-3-6,4 8,0 1,0-1,0 1,0 0,-1-1,1 1,0 0,-1 0,1 0,-1 0,1 0,-1 0,1 1,-1-1,0 1,-2-2,1 2,1 0,-1 0,1 0,-1 0,1 1,0-1,-1 1,1-1,-1 1,1 0,0 0,0 0,-1 0,1 0,-2 2,-3 2,1 0,0 1,0 0,0-1,1 2,0-1,0 1,0 0,1 0,0 0,0 0,1 1,0 0,0 0,-1 9,1-2,0-1,1 1,1 0,0-1,1 1,0 0,5 25,-2-28,1 1,0-1,0 1,1-1,1-1,0 1,1-1,0 0,0 0,1-1,1 0,0 0,0-1,1 0,0-1,0 0,1-1,0 0,0 0,1-1,0-1,0 0,0-1,1 0,-1-1,1 0,23 2,18-6,-37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6.5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96,'14'10,"14"14,112 87,152 93,-282-198,54 29,-59-32,0-1,0 0,1 0,-1-1,0 0,1 0,-1 0,1 0,-1-1,9 0,-11-1,0 0,1-1,-1 1,0-1,0 1,0-1,-1 0,1 0,0 0,-1-1,1 1,-1-1,0 1,0-1,0 0,0 0,0 1,-1-1,1-1,1-4,4-9,-2 1,6-27,-11 42,8-49,-2-1,-2 1,-5-83,0 52,1 75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7.3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0,'3'14,"69"214,-11-37,-17-46,45 161,-81-275,-2 0,-1 0,1 45,-6-53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8.26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283 109,'-1'-1,"1"0,-1 0,1 0,-1 0,1 0,-1 0,0 0,0 0,1 1,-1-1,0 0,0 1,0-1,0 1,0-1,0 0,-1 0,-19-7,14 7,0 0,0 1,0 0,1 0,-1 0,0 1,0 0,0 0,1 1,-1 0,1 0,-1 1,-7 3,4-1,0 1,0 0,1 1,0-1,0 2,0-1,-8 11,10-9,0 1,0 0,1 0,1 1,0 0,0 0,1 0,0 0,1 1,1-1,-1 1,2 0,-1 17,2-22,0-1,0 1,1 0,-1-1,1 1,1-1,0 1,0-1,0 1,0-1,1 0,0 0,1 0,-1 0,1-1,0 0,0 1,1-1,-1-1,1 1,1-1,-1 0,0 0,1 0,7 3,-9-5,-1-1,1 1,0-1,0 0,0 0,0 0,0-1,0 1,0-1,0 0,0 0,0-1,0 1,0-1,-1 0,7-1,-4-1,-1 0,1 1,-1-2,0 1,0 0,-1-1,1 0,-1 0,1-1,3-4,1-4,0 0,-1 0,0-1,-1 0,-1-1,0 1,6-27,-5 1,-2-1,-1 0,-3-56,0 19,-1 78,0-1,0 1,0-1,0 1,0-1,0 1,0-1,0 1,0-1,1 1,-1-1,0 1,0-1,0 1,1 0,-1-1,0 1,0-1,1 1,-1 0,0-1,1 1,-1-1,9 4,8 17,-17-20,30 40,43 60,109 115,-168-201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28.7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148 1,'-1'3,"-1"0,1-1,-1 1,0 0,1 0,-1-1,0 1,-1-1,1 0,0 1,-1-1,1 0,-1 0,-3 2,-11 9,7-2,0 1,1 1,0-1,1 1,0 1,1 0,1 0,0 0,1 1,0-1,1 1,1 0,0 1,1-1,1 16,0-14,2-1,0 1,1-1,1 1,0-1,1 0,1 0,1 0,0-1,1 0,0 0,2-1,18 26,-24-36,-2-2,0 0,1 1,0-1,-1 0,1 0,0 0,0-1,0 1,0 0,0-1,1 0,-1 1,0-1,5 2,-7-3,0 0,1 0,-1 0,0 0,0 0,0 0,0 0,0 0,0 0,0 0,0-1,1 1,-1 0,0 0,0 0,0 0,0 0,0 0,0 0,0 0,0 0,0 0,0 0,0 0,0-1,0 1,0 0,1 0,-1 0,0 0,0 0,0 0,0 0,0 0,0-1,0 1,0 0,0 0,0 0,0 0,0 0,0 0,0 0,-1 0,1-1,0 1,0 0,0 0,0 0,-1-2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30.9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1,'3'2,"0"1,0 0,0 0,0 0,-1 0,0 0,1 1,-1-1,0 0,2 6,4 6,38 63,71 165,1 96,-99-276,-1-11,-3 1,-2 1,8 74,-20-110,-2-7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33.5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1 202,'26'-3,"197"-66,-101 29,147-39,-229 68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34.06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0 277,'33'-3,"48"-18,118-45,-58 17,124-31,-186 60,112-14,-156 30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34.61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75,'3'2,"-1"-1,0 1,-1 0,1 0,0-1,0 1,2 4,-2-3,29 40,48 91,-17-27,-62-107,0 1,0-1,0 0,0 0,0 1,1-1,-1 0,0 0,0 1,0-1,1 0,-1 0,0 0,0 1,1-1,-1 0,0 0,0 0,1 0,-1 1,0-1,1 0,-1 0,0 0,0 0,1 0,-1 0,0 0,1 0,-1 0,0 0,1 0,-1 0,0 0,1 0,-1 0,0-1,1 1,9-12,2-21,8-40,15-47,-30 106,0 0,2 1,0 0,0 0,1 1,12-15,-17 23,1 1,-1-1,1 1,-1 0,1 0,0 1,0-1,0 1,0 0,1 0,-1 0,1 1,-1-1,1 1,-1 0,7 0,-3 1,-1 0,1 0,0 1,0 0,-1 1,1-1,-1 1,1 1,7 3,6 5,-1 0,0 1,-1 1,0 1,27 26,37 44,-73-72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35.37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0,'20'24,"15"26,45 88,15 62,-42-85,20 31,39 87,-109-226,0 0,0 0,-1 0,0 1,-1-1,0 1,0-1,0 12,-1-16,-1 0,1 0,-1 0,1 0,-1 0,0 0,0-1,-1 1,1 0,-1-1,1 1,-1-1,0 1,0-1,0 0,0 1,0-1,0 0,0-1,-1 1,1 0,-1-1,-4 3,-4 0,1 0,0-1,-1 0,0-1,1 0,-1-1,0 0,0 0,0-1,0-1,0 0,0 0,-12-4,13 3,1-1,-1 0,1 0,0-1,0 0,0-1,1 0,-1 0,1-1,1 0,-1 0,1-1,0 0,-11-14,16 18,0 1,1-1,-1 0,0 0,1-1,0 1,-1 0,1 0,1-1,-1 1,0 0,1-1,0 1,-1-1,1 1,1-1,-1 1,0 0,1-1,0 1,0-1,0 1,0 0,2-4,2-1,0 1,0 0,1 0,0 0,0 1,1-1,0 2,7-6,5-3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36.27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0 367,'2'0,"1"-1,-1 1,0-1,0 0,0 0,0 0,0 0,0 0,0-1,0 1,0-1,-1 1,1-1,2-2,-1 1,34-28,1 0,-2 0,-1-3,51-63,-83 92,1-1,-1 0,0 1,-1-1,0-1,0 1,0 0,0 0,-1-1,1-11,-2 16,0 0,0 0,0 0,-1 0,1 0,0 1,-1-1,1 0,-1 0,0 0,0 1,1-1,-1 0,0 1,-1-1,-1-2,1 3,0 0,1 0,-1 0,0 0,0 0,0 0,0 0,0 1,0-1,0 1,0 0,0-1,0 1,-1 0,1 0,0 0,0 1,-3 0,-1 0,1 0,0 0,-1 1,1 0,0 0,0 0,0 0,0 1,1 0,-1 0,1 0,0 1,-1-1,2 1,-1 0,0 0,1 1,0-1,0 1,0 0,0-1,-2 8,2-3,0 0,0 0,1 0,0 0,1 0,0 1,0-1,1 1,0-1,1 0,0 1,3 10,2 2,2 1,1-2,0 1,2-1,1-1,0 0,1-1,1 0,1-1,1 0,33 28,-49-46,1 1,-1-1,1 0,-1 0,0 1,1-1,-1 0,0 1,0-1,1 0,-1 1,0-1,0 1,1-1,-1 0,0 1,0-1,0 1,0-1,0 1,0-1,0 1,0-1,0 1,0 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36.83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1 312,'23'-10,"0"-3,0 1,1 1,0 1,38-10,-54 18,0 1,-1 0,1 0,0 0,0 1,0 1,0-1,0 1,0 0,-1 1,1 0,0 0,-1 1,0 0,1 0,-1 0,0 1,-1 0,11 8,-7-2,0-1,-1 1,0 1,0-1,-1 2,0-1,-1 1,-1 0,0 0,0 1,5 20,-6-15,0 1,-2 0,0 0,-1 1,-1-1,-1 0,-4 34,0-168,5-382,-1 504,1 0,1-1,-1 0,1 1,4 7,1 8,4 10,0 1,3-2,0 0,2 0,27 38,-27-47,2 1,0-2,1-1,1 0,1-1,1-2,25 17,-38-28,0-1,0 0,0-1,1 1,0-2,0 1,0-2,0 1,0-1,0-1,1 0,20 0,-21-3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39.29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387 195,'0'0,"-3"-20,1 16,-1-1,1 1,-1 0,0 0,0 0,0 0,-1 1,1-1,-1 1,0 0,0 0,0 0,0 0,-1 1,1 0,-1 0,1 0,-1 0,0 1,1 0,-10-2,2 2,1-1,-1 2,0 0,1 0,-1 1,0 0,1 1,-14 3,17-2,1 0,-1 0,1 0,0 1,0 0,0 0,1 1,-1 0,1 0,-9 10,7-5,0 0,1 0,0 1,1 0,0 0,-5 15,3-4,1 1,1 0,1 1,1-1,1 1,0 41,4-39,1-1,1 1,7 25,-7-38,0 0,2 0,0 0,0-1,1 0,0 0,13 16,-17-25,0 1,0-1,1-1,-1 1,1 0,0-1,0 1,0-1,0 0,0 0,1 0,-1 0,1-1,-1 1,1-1,-1 0,1 0,0 0,0-1,-1 1,1-1,0 0,0 0,0 0,-1-1,1 1,0-1,0 0,-1 0,1 0,-1 0,1-1,-1 1,1-1,3-3,3-2,0 0,-1-1,0 0,-1 0,0-1,0 0,0-1,-2 1,1-2,6-11,-3-2,-1 0,0-1,-2 0,-1 0,-1 0,-1-1,1-45,-4 39,-2 0,-2-1,-1 1,-1 0,-17-56,17 71,-2 0,-11-21,16 34,-1-1,1 1,-1 0,0-1,-1 1,1 0,-1 1,0-1,0 1,0 0,0 0,-8-4,11 6,0 1,0-1,0 1,0-1,0 1,0 0,0 0,0-1,0 1,0 0,0 0,0 0,-1 0,1 0,0 0,0 1,0-1,0 0,0 0,0 1,0-1,0 1,0-1,0 1,0-1,0 1,0 0,0-1,0 1,1 0,-1 0,0 0,1 0,-1 0,0-1,1 1,-1 0,1 0,-1 0,1 2,-2 2,0 0,1 0,0 0,0 0,1 0,-1 0,1 8,2 13,2-1,0 1,1-1,14 39,45 93,-8-42,4-3,89 123,-135-214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0.18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51,'10'13,"79"159,-75-149,10 18,1-1,39 46,-61-83,-1-1,1 1,-1-1,1 1,0-1,0 0,0 0,0 0,1 0,-1-1,0 1,1-1,-1 0,1 0,-1 0,6 0,-6-1,0 0,0 0,0-1,0 1,0-1,-1 0,1 0,0 0,-1 0,1 0,0-1,-1 1,1-1,-1 0,0 0,0 0,0 0,0 0,0 0,3-5,3-5,0-1,-1 0,-1-1,0 0,-1 0,0 0,-1 0,0-1,1-21,0-18,-2-66,-3 113,-2-75,2 82,0 0,0 0,0-1,0 1,0 0,0 0,-1 0,1 0,0 0,0 0,0 0,0 0,0 0,0 0,0-1,0 1,0 0,0 0,0 0,0 0,0 0,1 0,-1 0,0 0,0 0,0 0,0 0,0-1,0 1,0 0,0 0,0 0,0 0,0 0,0 0,0 0,0 0,0 0,0 0,0 0,1 0,-1 0,0 0,0 0,0 0,0 0,0 0,0 0,0 0,0 0,0 0,0 0,1 0,-1 0,0 0,0 0,0 0,0 0,0 0,6 5,7 12,-12-17,148 225,-73-106,-24-36,-45-69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1.19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0,'0'0,"3"11,22 45,4 11,72 120,-101-187,0 1,0-1,1 0,-1 1,0-1,0 0,1 1,-1-1,1 0,-1 0,0 1,1-1,-1 0,1 0,-1 1,0-1,1 0,-1 0,1 0,-1 0,1 0,-1 0,1 0,-1 0,1 0,-1 0,0 0,1 0,-1 0,1 0,-1 0,1 0,-1-1,1 1,-1 0,0 0,1 0,-1-1,1 1,-1 0,0-1,1 1,-1 0,0-1,1 1,-1-1,16-20,-14 17,29-51,-20 36,0-1,0 2,2 0,15-17,-27 33,0 1,1 0,-1 0,1 0,-1 0,1 0,-1 0,1 0,0 0,0 1,-1-1,1 1,0-1,0 1,-1 0,1-1,0 1,0 0,2 0,0 1,0 0,0 0,0 0,1 0,-1 1,-1 0,1-1,4 4,6 5,0 0,0 1,13 14,-22-21,24 27,-2 1,27 39,-40-53,-8-8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1.53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1,'0'0,"3"4,7 14,-1 0,8 24,3 5,162 310,-136-280,3-2,86 100,-111-148,0-1,32 25,-49-45,0 0,1-1,0 0,0 0,0-1,1 0,-1 0,1-1,0 0,0-1,0 0,0 0,13 0,-2-4,-17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2.10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0,'2'3,"1"-1,-1 1,0 0,1 0,-1 0,0 0,1 4,13 24,-1 0,-2 1,-1 0,-2 1,-1 1,-1 0,-3 0,0 0,-1 36,-4-58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2.58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0 271,'0'0,"11"-6,40-37,-2 1,1 2,1 2,77-42,-121 76,0 1,1 0,-1 0,0 1,1 0,-1 0,1 1,10-1,-14 2,1 0,-1 1,0-1,1 1,-1 0,0 0,0 1,0-1,0 1,0 0,0 0,0 0,-1 0,1 1,-1-1,5 5,3 5,-1-1,-1 1,0 1,0 0,11 24,29 78,-40-92,23 64,37 88,-56-149,0-1,1 0,2-2,28 35,-38-51,1 0,-1 0,1-1,1 0,-1-1,1 0,0 0,0 0,1-1,-1 0,1-1,14 4,-10-5,0 0,1-1,-1 0,0-1,1-1,-1 0,0-1,15-4,-21 5,0 0,0-1,0 0,-1-1,1 0,-1 0,0 0,7-5,-10 6,-1-1,1 1,-1-1,1 0,-1 1,0-1,0 0,0-1,-1 1,1 0,-1 0,0-1,1 1,-2-1,1 1,0-1,0-4,0-9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2.95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1,'4'2,"0"1,-1 0,0 1,0-1,0 1,0-1,0 1,0 0,2 5,3 4,15 24,0 1,-3 1,-1 1,-2 1,-2 1,-2 0,-1 1,10 76,-20-97,-1 0,-1 0,-5 40,4-53,0-1,-1 1,0-1,-1 1,0-1,0 0,-1 0,0-1,0 1,-1-1,0 0,-9 11,13-17,0 0,0-1,1 1,-1 0,0 0,0-1,0 1,0 0,0-1,0 1,0-1,0 1,0-1,0 1,0-1,0 0,0 0,-1 0,1 1,-2-1,2-1,1 1,-1-1,0 1,0-1,1 1,-1-1,0 1,1-1,-1 0,0 1,1-1,-1 0,1 1,-1-1,1 0,-1 0,1 0,0 1,0-1,-1-1,-1-7,0 0,1-1,0 1,0-10,0 7,-1 1,-1 4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3.74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1 371,'1'2,"0"0,0 0,1 0,-1 0,1-1,-1 1,1 0,3 2,1 1,53 52,1-2,119 81,-126-103,0-2,2-2,1-3,74 24,-107-42,0-1,1-2,0 0,0-2,48 2,-69-5,0-1,0 1,0 0,0-1,1 0,-1 0,0 0,0 0,0 0,-1-1,1 1,0-1,0 0,-1 0,1 0,3-3,-3 1,-1 1,1-1,-1 0,1 0,-1-1,0 1,-1 0,1 0,-1-1,2-6,-1-9,0 0,-1 0,-2 0,-2-26,2 32,-12-78,-45-175,51 240,0-5,1 0,1-1,2 0,1 0,4-45,-2 75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5.02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191 200,'0'0,"0"-16,0-6,0-1,-5-26,4 43,0 0,-1 0,0 0,0 0,0 0,0 1,-1-1,0 1,0 0,-1 0,1 0,-1 0,-5-4,8 8,0 0,-1 0,1 1,0-1,-1 0,1 1,-1-1,1 1,-1-1,1 1,-1-1,0 1,1 0,-1 0,1 0,-1 0,0 0,1 0,-1 1,1-1,-1 0,1 1,-1-1,1 1,-1 0,1-1,-1 1,1 0,0 0,-1 0,1 0,0 0,0 0,-2 2,-4 4,1 0,0 0,0 0,-7 13,4-5,1 0,1 0,1 1,0 0,-7 32,11-40,1-1,0 1,0-1,1 1,0-1,0 1,1 0,0-1,0 0,1 1,0-1,0 0,1 0,-1 0,8 12,-9-17,1 0,-1 0,1 0,-1 0,1 0,0 0,-1-1,1 1,0-1,0 1,0-1,0 0,1 0,-1 0,0 0,0 0,1 0,-1-1,4 1,-3-1,1 0,-1 0,0 0,1-1,-1 0,0 0,0 0,1 0,-1 0,0 0,0-1,4-2,5-5,-1 0,0 0,0-1,-1-1,11-13,-2 0,28-45,-41 60,-1 0,-1-1,1 0,-2 1,1-1,-1-1,-1 1,3-20,-6 30,1 0,0 0,0-1,0 1,0 0,0 0,0 0,0-1,0 1,0 0,0 0,0 0,0-1,0 1,0 0,1 0,-1 0,0-1,0 1,0 0,0 0,0 0,0 0,0-1,1 1,-1 0,0 0,0 0,0 0,0 0,1 0,-1-1,0 1,0 0,0 0,0 0,1 0,-1 0,0 0,0 0,9 6,12 20,-17-20,14 19,0 1,-2 0,0 2,-2 0,-2 0,0 1,-2 1,7 30,-12-32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5.54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0,'3'14,"51"154,100 215,-151-375,3 6,0 0,1-1,1 0,14 19,-19-29,-1 0,0-1,1 1,-1-1,1 0,0 0,0 0,0 0,0 0,0-1,0 1,0-1,1 0,-1 0,0 0,1 0,-1-1,1 1,-1-1,1 0,-1 0,1 0,-1-1,1 1,5-2,0-2,1 0,-1 0,0-1,0 0,-1 0,1-1,-1 0,-1-1,1 0,-1 0,0-1,8-11,0-2,-1 0,-1-1,19-43,-24 48,-1-2,-1 1,0-1,-1 0,-2 0,1-1,-2 1,0-33,-2 50,0 0,-1 0,1 0,0 0,-1 0,1 0,-1 1,0-1,1 0,-1 0,0 1,0-1,0 0,0 1,-1-1,1 1,0-1,-1 1,1 0,0 0,-4-2,4 2,-1 1,0-1,1 1,-1 0,0 0,1-1,-1 1,0 0,0 1,1-1,-1 0,0 0,1 1,-1-1,0 1,1-1,-1 1,1 0,-1 0,1 0,-1 0,1 0,0 0,-2 1,-3 4,0 0,0 0,1 0,0 1,0-1,0 1,1 0,0 1,1-1,-1 1,1 0,1-1,0 1,0 0,0 1,1-1,0 0,1 0,0 1,1 12,1-5,1 0,0 0,1 0,0 0,1-1,1 0,1 0,0-1,16 24,-7-16,2-1,0-1,2 0,0-2,1 0,38 25,-17-18,1 0,83 32,-100-47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7.50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693 0,'0'0,"0"0,0 0,-4 4,-17 14,1 1,1 1,0 1,-31 46,-48 102,-148 398,109-229,132-326,0 1,-1 0,0-1,0 1,-1-2,-1 1,-15 18,11-19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7.86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1,'13'10,"85"73,128 140,-193-189,117 121,259 275,-154-124,-244-292,-1-1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8.6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0,'6'1,"0"0,0 1,0-1,0 1,0 1,0-1,8 6,-2-2,38 21,-1 2,78 62,73 91,-154-132,-1 2,-3 2,-3 2,-1 1,-4 2,-2 1,45 120,-55-117,-4 1,-2 1,-3 0,-3 0,-2 1,-4 1,-2-1,-9 77,3-106,-2 0,-1 0,-1-1,-24 59,25-77,-2 0,0-1,-1 0,0 0,-2-1,0 0,0-1,-2 0,0-1,-24 18,12-15,-1-1,-1-2,0-1,0-1,-1-1,-1-2,-48 10,-11-3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9.0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336 0,'-10'13,"7"-8,-27 44,2 1,2 1,-30 85,47-111,-34 87,-52 229,81-273,4 1,3 0,2 0,10 129,-1-161,3 0,0-1,3 1,0-2,3 0,1 0,1-1,2-1,1 0,2-2,1 0,2-1,0-1,2-2,1 0,1-2,61 44,-46-41,2-2,1-2,86 33,146 31,-200-67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49.92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76,'0'-22,"1"-24,-1 46,0-1,0 1,0 0,0-1,0 1,0 0,0 0,0-1,0 1,0 0,0 0,0-1,0 1,0 0,0 0,1-1,-1 1,0 0,0 0,0-1,0 1,1 0,-1 0,0 0,0 0,1-1,-1 1,0 0,0 0,1 0,-1 0,0 0,0 0,1 0,-1 0,0 0,1 0,10 6,9 17,-20-23,38 53,-2 2,-3 2,44 102,44 195,-108-309,-1 1,-3 0,-2 1,2 71,-10-95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0.32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1 365,'12'-2,"-7"1,1127-315,-1008 282,-88 23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0.68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0 353,'40'-14,"-13"6,394-114,-251 77,66-14,107-30,-317 80,-10 2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1.02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1,'33'3,"-17"2,-1 0,-1 0,1 1,-1 1,0 1,17 11,4 7,35 32,-26-18,-3 3,-1 1,-2 1,-2 3,-3 0,-1 3,31 67,-43-74,-2 0,-2 1,-2 1,-2 0,-2 0,-2 2,-2-1,-2 1,-4 72,-2-92,-2 1,0 0,-12 37,12-54,0 0,-1 0,-1 0,1 0,-2-1,0 0,0 0,-1-1,-14 15,-8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1.42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77 1,'-7'16,"-6"15,2-1,1 1,1 1,1-1,-5 57,9-37,3 1,8 96,1-93,2-1,2 0,3-1,2-1,3 0,1-1,3-1,48 73,-27-57,3-3,2-1,4-3,2-2,83 66,-85-80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2.0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1054 1,'0'0,"0"0,-1 7,-5 16,-1-1,-13 26,5-12,-268 569,-38-15,69-133,240-431,-14 23,23-45,1-1,0 1,-1-1,0 0,0 0,0 0,0 0,-1 0,-6 3,8-5,0 0,0-1,-1 1,1-1,0 1,-1-1,1 0,0 0,-1 0,1-1,0 1,-1 0,1-1,0 0,-1 1,1-1,0 0,0 0,0 0,-3-2,-20-13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2.38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0,'10'4,"46"25,-2 3,90 69,83 94,152 185,-324-315,-2 3,-3 3,-3 1,45 94,-74-125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3.02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628 118,'0'-4,"0"0,0 0,-1 0,0 0,1 0,-1 0,-1 1,1-1,-1 0,1 1,-1-1,0 1,0-1,-5-4,3 3,-1 1,1 0,-1 0,0 0,0 1,0 0,-1 0,-10-5,4 4,0 0,-1 1,0 0,0 1,0 1,0-1,0 2,-16 1,6 2,0 1,0 1,1 2,0 0,0 1,0 1,1 1,1 0,0 2,0 1,-32 26,39-27,1 0,0 1,0 1,1-1,1 2,0 0,-8 17,12-20,1 0,1 0,0 0,0 1,2-1,-1 1,2 0,-1 0,2 0,0 17,1-25,-1 0,1-1,0 1,0 0,0-1,0 1,1 0,0-1,0 0,0 1,1-1,-1 0,1 0,0 0,7 6,-7-8,0 1,0-1,0-1,0 1,1 0,-1-1,1 0,-1 0,1 0,0 0,-1 0,1-1,0 1,-1-1,1 0,0 0,0-1,-1 1,1-1,7-2,1-1,0-1,-1 0,1-1,-1 0,0-1,0 0,-1-1,0 0,0 0,-1-1,12-14,-3 0,0-1,-1-1,24-48,-37 65,0 1,-1 0,0-1,0 1,-1-1,0 0,0 0,-1 0,0 0,0 0,-1-11,9 60,21 58,-4-17,17 77,26 205,-53-234,-6 1,-8 141,-3-246,0-1,-2 1,-1-1,-13 45,15-64,0 0,0 0,-1 0,0 0,0-1,0 1,-1-1,0 0,0 0,0 0,0 0,-1-1,0 0,0 0,0 0,0-1,-1 1,1-1,-1 0,0-1,0 0,0 0,0 0,-11 2,9-4,-1 1,0-1,0 0,1-1,-1 0,0 0,1-1,-1 0,1 0,-10-5,6 2,0-2,0 1,0-2,1 1,-20-19,10 5,1 0,1-2,1-1,1 0,-18-35,17 27,-19-51,33 73,0-1,1 0,0 0,1 0,1-1,-1 1,2 0,1-23,-1 30,1 0,0 0,0 0,1 0,-1 0,1 0,0 0,0 1,0-1,0 1,1-1,-1 1,6-5,-2 3,0 0,0 1,0-1,1 2,-1-1,1 1,7-3,10-2,0 2,0 1,37-4,-15 5,0 2,46 4,92 16,-131-13,-35-3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3.3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1,'2'2,"1"0,0 0,0 0,0 0,0 0,5 1,7 4,44 29,-2 2,-1 2,67 64,-40-23,83 104,-103-106,-4 3,-4 2,-3 2,69 161,-90-169,-3 0,-4 2,-4 0,-3 2,-3 0,2 96,-14-129,-2 0,-12 82,10-117,0 1,-2 0,0-1,0 1,-2-1,1 0,-2-1,0 1,-1-1,0-1,-1 0,-18 21,18-26,1 0,-1-1,0 0,0-1,-1 0,1 0,-1-1,0 0,0-1,-1 0,1-1,-13 2,-4-2,0-1,0 0,-42-7,-34-9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3.72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92 0,'-6'19,"-6"11,-11 53,5 5,4 2,-5 133,31 191,2-274,6 0,6-1,6-2,83 219,-76-263,4-1,89 139,-85-163,2-2,4-3,101 97,-117-127,1-1,2-3,1-1,46 24,-61-39,0-1,0-1,2-2,-1 0,1-2,0-1,0-2,34 2,27-8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3:57.7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0,0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24.5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0 148,'4'-2,"-1"0,1 0,-1 0,0-1,0 1,0-1,0 0,0 0,-1 0,4-5,3-3,2 0,1-1,0 1,0 1,1 0,0 1,20-10,-24 15,0 1,0 0,0 0,0 0,0 1,0 1,1 0,-1 0,1 1,-1 0,1 0,11 3,0 2,0 0,-1 1,0 2,0 0,0 1,-1 1,-1 1,0 0,0 1,-1 1,-1 1,21 21,-15-11,0 1,-1 1,-2 1,-1 1,-1 0,-1 2,15 40,-24-53,-1 0,-1 1,-1-1,-1 1,3 30,-6-43,0 0,0 0,0 0,0 0,-1 0,0 0,0 0,0-1,-1 1,0 0,1 0,-2-1,1 1,0-1,-1 0,0 0,0 0,0 0,-1 0,1-1,-1 1,0-1,0 0,-8 5,0-3,0 0,0-1,0-1,0 0,0 0,-1-1,-16 0,0-1,1-2,-35-5,35 2,0-2,0-1,0-1,1-2,-46-22,30 8,2 0,-62-50,63 42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25.8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1 107,'0'-4,"0"0,1 0,0 0,-1 0,2 0,-1 0,0 0,1 1,0-1,-1 0,1 1,1 0,-1-1,0 1,1 0,0 0,0 0,0 1,0-1,0 1,0-1,1 1,6-3,-1 1,0 0,1 0,-1 1,1 0,0 1,0 0,0 1,14-1,-5 3,0 0,-1 1,1 2,0-1,-1 2,0 1,0 0,0 1,-1 1,0 0,0 2,-1 0,0 0,-1 2,0 0,-1 0,14 17,-18-18,0 0,0 1,-2 1,1 0,-2 0,0 0,0 1,-1 0,-1 0,0 1,-1-1,-1 1,0 0,-1 0,0 0,-1 0,-1 1,-1-1,0 0,-1 0,-6 26,3-28,0-1,0 0,-1-1,-1 0,0 0,0 0,-1 0,0-1,-1-1,0 0,-1 0,1 0,-2-1,1-1,-1 0,-1 0,1-1,-1 0,-17 5,19-8,0 0,0-1,0 0,-1 0,1-1,-1-1,1 0,-1 0,1-1,-19-3,21 1,-1 1,1-1,0 0,0-1,0 0,1-1,0 1,-1-1,2-1,-1 1,0-1,1 0,0-1,-5-7,-2-5,1-1,0 0,2 0,0-2,1 1,2-1,0 0,1 0,1-1,1 0,-1-43,5 52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26.2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0,0 0,0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26.6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1 193,'0'0,"10"-3,65-50,-1 1,-51 37,-3 3,-1 0,2 1,0 1,40-13,-58 22,1 1,-1-1,1 1,-1 0,1 0,0 1,-1-1,1 1,-1-1,1 1,-1 0,0 1,1-1,-1 1,0-1,0 1,0 0,0 0,0 0,0 0,0 1,-1-1,4 5,5 7,0 0,-1 1,13 24,-12-20,26 45,-2 1,-4 2,-2 2,21 79,-47-139,-1 0,0-1,0 1,-1 0,-1 0,1 0,-1 0,-2 12,1-17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27.0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58,'20'-9,"-7"1,1 1,0 1,0 0,1 1,0 1,-1 0,1 1,1 1,-1 0,0 1,0 0,1 1,-1 1,16 3,-14-1,1 2,-1 0,-1 1,1 0,-1 1,0 1,0 1,-1 0,0 1,-1 0,24 24,-26-23,0 2,-1 0,-1 0,0 1,-1 0,0 1,-1 0,10 27,-16-36,0-1,0 1,-1 0,0 0,0 0,0 0,-1 1,0-1,0 0,0 0,-1 0,0 0,0 0,-1 0,0 0,0 0,0-1,0 1,-1-1,0 1,0-1,-1 0,1 0,-1 0,0-1,-1 1,-4 3,1-2,0-1,0 1,-1-2,0 1,0-1,0-1,0 1,-1-2,1 1,-1-1,0-1,0 0,0 0,1-1,-1 0,0 0,0-2,0 1,1-1,-1 0,1-1,-1 0,1-1,-16-7,-5-7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27.5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1 333,'4'0,"-1"-1,1 0,0 0,-1 0,1 0,-1-1,1 1,-1-1,0 0,1 0,4-5,5-1,325-201,-301 182,44-30,-79 56,-1-1,1 1,0 0,0 0,0 0,0 1,0-1,0 0,0 1,0-1,0 1,0 0,0-1,0 1,0 0,0 0,0 0,0 1,0-1,0 0,0 1,4 1,-2 0,-1 1,1 0,-1 0,0 0,0 0,0 0,0 1,-1-1,1 1,1 4,56 99,57 142,6 16,-109-239,5 11,2-1,38 52,-56-85,-2-2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28.5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0 248,'0'0,"3"0,6-2,10-7,18-7,22-10,20-7,16-7,8-5,-6 2,-19 10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29.8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0,'0'0,"1"1,0 0,-1-1,1 1,0 0,0 0,-1-1,1 1,-1 0,1 0,-1 0,1 0,-1 0,0 0,1 1,0 1,39 100,31 126,-53-167,101 365,-109-391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0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1 223,'0'-17,"0"1,1 0,1 0,1 0,0 0,7-20,-8 31,0 0,1-1,-1 1,1 1,0-1,0 0,1 1,-1-1,1 1,0 0,1 1,-1-1,0 1,1-1,0 1,0 0,0 1,0 0,0-1,0 2,11-4,-8 4,0-1,0 2,0-1,0 1,0 0,0 0,0 1,1 0,-1 1,-1 0,1 0,11 5,-8-2,0 1,0 0,-1 1,0 0,-1 0,1 1,13 16,-7-5,-1 0,-1 2,-1 0,0 0,-2 1,-1 0,13 40,-15-37,-2 0,-1 1,4 50,-8-64,-1 1,-1 0,0-1,0 1,-2-1,1 1,-1-1,-1 0,-1 0,-5 13,7-21,1 1,-1-1,0 0,0 1,-1-1,1-1,-1 1,0 0,0-1,0 0,0 0,-1 0,1 0,-1-1,0 0,1 0,-1 0,0-1,0 1,0-1,-1 0,1 0,0-1,0 0,0 0,-1 0,1 0,0-1,-8-2,-1-1,0 0,0 0,1-2,0 0,0 0,1-1,-1-1,2 0,-18-15,-26-31,36 31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1.2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1.7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0 305,'0'0,"21"-9,194-146,-45 30,-167 124,-1-1,0 0,1 1,-1-1,1 1,-1 0,1-1,0 1,0 1,-1-1,4 0,-4 1,0 0,-1 1,1-1,-1 1,1-1,0 1,-1 0,1 0,-1 0,0 0,1 0,-1 0,0 0,0 0,1 0,-1 0,0 1,0-1,0 1,1 1,9 15,0 0,-2 1,0 0,10 30,18 87,-23-83,15 48,-12-49,18 107,-33-142,-2-6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2.6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0 140,'0'0,"13"-3,208-82,-135 49,-80 33,0 1,0-1,1 2,-1-1,1 1,-1-1,1 2,6-1,-9 1,-1 1,1 0,-1 0,1 0,-1 0,1 0,-1 1,0-1,0 1,0 0,0 0,0 0,0 0,0 1,-1-1,4 5,14 17,0 1,-2 1,-1 0,21 45,42 121,-56-129,9 17,42 122,-65-156,-9-33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2.9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0 252,'0'0,"0"0,0 0,3 0,3 0,9-6,11-6,14-8,13-5,13-4,5-3,2 2,-4 3,-8 3,-9 3,-10 6,-13 4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3.3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0 131,'2'0,"-1"-1,0 1,0-1,0 1,0-1,0 1,0-1,0 0,-1 0,1 1,0-1,0 0,0 0,-1 0,1 0,0 0,0-1,3-3,5-5,1 0,0 0,1 1,0 0,0 1,1 0,0 1,1 0,-1 1,1 1,0 0,1 1,21-5,-23 7,0 1,0 0,0 1,1 0,-1 1,0 0,0 1,0 0,-1 1,1 1,0-1,-1 2,0 0,0 0,0 1,10 8,-5-3,-1 1,-1 0,0 1,0 1,-1 0,12 19,-21-27,1 1,-1-1,0 1,-1 0,0 1,0-1,0 1,-1-1,0 1,0 0,-1 0,0-1,-1 1,1 0,-2 0,1 0,-3 11,3-15,-1-1,0 1,-1-1,1 0,-1 1,1-1,-1 0,0 0,0 0,0 0,-1-1,1 1,-1-1,1 1,-1-1,-5 4,3-4,0 1,0-1,0-1,-1 1,1 0,0-1,-1 0,1-1,-11 1,-3-2,1-1,-1 0,1-2,0 0,-25-9,-127-60,126 51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4.6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93,'2'-1,"-1"1,1-1,0 1,0-1,-1 0,1 0,0 0,-1 0,1 0,-1 0,1-1,-1 1,0 0,3-3,5-5,2 0,2 2,-1-1,1 1,0 1,0 0,1 1,0 1,0 0,0 1,0 0,1 1,-1 0,1 2,-1 0,1 0,-1 1,1 1,19 5,-13-2,0 2,0 0,-1 2,0 0,-1 1,0 1,0 1,-1 0,-1 2,0 0,24 26,-20-17,-2 1,-1 1,-1 0,18 35,-27-45,-1 1,0 0,-2 1,0 0,0-1,-2 1,0 1,1 33,-4-44,-1 0,1 0,-1-1,-1 1,1 0,-1-1,0 1,-6 10,7-14,-1 0,0 0,0 0,-1 0,1 0,-1 0,1-1,-1 1,0-1,0 0,0 0,0 0,0 0,-1 0,1-1,0 0,-7 2,-1-1,0-1,1 0,-1 0,0-2,1 1,-1-1,0-1,1 0,-20-6,-4-4,-52-26,37 14,3-3,0-2,1-1,2-3,-45-44,68 57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5.5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65,'0'0,"0"0,0 0,2 0,5 0,8 0,16-3,16-4,16-3,14-2,8 0,0 2,-9 3,-17 3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6.3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0 155,'1'-25,"-1"18,1 1,0-1,1 1,-1 0,1 0,1 0,-1 0,1 0,0 0,0 1,1-1,-1 1,1 0,0 0,7-6,-7 7,1 1,-1 0,1 0,-1 1,1-1,0 1,0 0,0 0,0 0,0 1,0 0,1 0,-1 0,0 1,1 0,-1 0,0 0,1 0,4 2,3 1,-1 1,0 0,0 1,-1 0,1 0,-1 2,0-1,-1 1,0 1,0 0,0 0,8 11,3 3,-2 1,-1 1,30 52,-41-64,-1 0,0 0,-1 0,-1 1,0 0,0 0,-1 0,-1 0,0 0,-1 0,-1 1,-1 18,1-30,0-1,-1 1,1-1,-1 0,0 1,1-1,-1 0,0 1,0-1,0 0,0 0,0 0,0 0,0 0,0 0,0 0,0 0,-1 0,1-1,0 1,-1 0,1-1,0 1,-1-1,1 0,-1 1,1-1,-3 0,-5 1,0 0,-1-1,-12-1,12 0,-14 0,-1-2,1-1,-1 0,1-2,1-1,-1-1,1-1,0-1,1-1,-39-25,43 21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6.7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0,0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7.3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1 212,'0'0,"10"-1,9-4,0-1,0 0,-1-1,0-1,0-1,23-16,1 1,7-4,-22 11,2 2,0 0,0 2,56-16,-82 28,1 0,-1 1,1-1,0 1,-1 0,1 0,0 0,-1 0,1 1,-1-1,1 1,-1 0,1 0,-1 1,1-1,-1 0,6 5,-3-1,1 1,-1 0,-1 0,0 0,1 1,6 13,60 97,-5 4,-6 2,72 208,-129-320,0 0,-1 0,0 1,-1 0,0-1,-1 21,-1-26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7.7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0 134,'2'0,"-1"-1,1 1,-1-1,1 0,-1 0,1 1,-1-1,0 0,1 0,-1-1,0 1,2-2,3-3,14-9,0 1,1 1,1 1,0 1,1 0,35-10,-45 17,1 0,-1 1,1 1,0 0,0 1,0 0,0 1,0 1,0 0,0 1,-1 0,1 1,14 5,-21-5,-1 1,0-1,1 1,-1 0,-1 0,1 1,-1 0,0 0,0 0,0 0,0 1,-1 0,0 0,-1 0,1 0,-1 1,0-1,2 9,-2-6,-1-1,0 1,-1 0,1 0,-2 0,1 0,-1 0,-1 0,1 0,-2 0,1 0,-1 0,0-1,-5 12,5-17,0 1,0 0,0-1,0 0,0 0,-1 1,0-1,0-1,1 1,-2 0,1-1,0 1,0-1,-1 0,1 0,-1 0,0-1,1 1,-1-1,0 0,0 0,0 0,-4 0,-5-1,1 1,0-2,-1 1,1-2,0 1,-15-5,-10-5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8.1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52,'7'-1,"1"0,-1-1,0 0,0-1,9-3,20-7,-2 5,0 2,0 1,0 2,1 1,-1 2,1 2,54 8,-77-7,0 0,-1 0,0 2,0-1,0 1,0 0,-1 1,0 1,13 10,-10-5,-1 0,0 0,-1 1,0 1,16 28,6 17,-3 1,33 94,23 135,-72-225,-11-46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39.0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1 394,'0'0,"2"0,5 0,10-5,20-8,23-10,20-8,13-11,9-9,10-4,5 0,-2 6,-14 8,-25 12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40.0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1 170,'0'0,"0"0,3 0,6 0,13-3,18-3,22-4,17-2,11-6,8-1,2-1,1 0,-6 2,-7 0,-17 3,-20 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40.3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0,'0'0,"2"3,5 6,5 10,7 15,8 19,8 21,6 21,1 13,0 4,-3-2,-4-10,-6-14,-5-15,-7-15,-6-14,-4-14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26.5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0 604,'2'-22,"1"1,0-1,2 1,9-27,-7 26,1-4,1 0,2 0,1 1,0 1,2 0,1 1,1 0,1 2,0 0,2 0,0 2,2 0,0 2,45-30,-45 35,1 0,0 1,1 1,0 2,1 0,-1 1,1 2,1 0,-1 1,1 2,-1 0,1 2,0 1,-1 1,1 1,47 11,-38-2,0 0,0 2,-1 2,-1 1,-1 1,0 2,43 36,-44-29,0 1,-2 1,-1 1,-1 2,-2 0,32 57,-45-68,-1 1,-1-1,0 2,-2-1,-1 1,0 0,-2 0,-1 1,1 28,-4-38,-1 0,0 0,-1 0,0 0,-1 0,-1-1,0 0,-1 1,0-2,-1 1,0 0,-1-1,-1-1,0 1,0-1,-19 18,5-9,-1-1,-1-1,-1-1,-51 26,35-24,0-2,-72 19,91-29,-1-2,-1-1,1 0,0-2,-1-1,-37-2,60 1,1 0,0 0,0 0,0 0,0 0,0 0,0 0,0 0,0 0,0 0,0 0,-1 0,1 0,0 0,0 0,0 0,0 0,0-1,0 1,0 0,0 0,0 0,0 0,0 0,0 0,-1 0,1 0,0 0,0 0,0 0,0 0,0 0,0 0,0 0,0-1,0 1,0 0,0 0,0 0,0 0,0 0,0 0,0 0,0 0,0 0,0 0,0-1,0 1,0 0,0 0,0 0,0 0,0 0,0 0,0 0,0 0,0 0,0 0,0 0,1-1,-1 1,0 0,8-6,15-7,-22 12,85-40,1 4,177-51,-143 59,220-24,-250 45,0 4,101 9,-184-4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29.3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84 942,'-10'-20,"-3"-9,1 0,1-1,2 0,0-1,3 0,0 0,2 0,1-1,2 1,1-1,2 0,1 1,1-1,16-60,-12 67,1-1,1 1,1 1,1 0,1 1,1 0,33-41,-33 49,0 0,1 1,1 0,1 1,-1 1,2 1,0 0,0 1,1 1,37-12,-40 16,0 1,0 1,1 0,0 1,-1 1,1 0,0 1,-1 1,1 1,0 0,-1 1,24 8,-25-5,-1 0,0 0,0 2,-1-1,0 2,0 0,-1 0,0 2,0-1,-1 1,-1 1,0 0,13 21,-7-6,-1 1,-1 0,-2 1,-1 0,-1 1,-1 0,-2 1,-1 0,-2 0,-1 0,-1 1,-2-1,-1 0,-7 47,4-61,0 1,-2-1,0-1,-1 1,0-1,-1 0,-14 19,7-14,-1-2,0 0,-1 0,-31 24,-1-7,-1-2,-1-3,-84 38,12-15,105-48,1-1,-1 0,-1-1,1-1,-23 1,41-3,0-1,0 0,0 0,-1 0,1 0,0 0,0 0,0 0,-1 0,1 0,0 0,0 0,-1 0,1 0,0 0,0 0,0 0,-1 0,1 0,0 0,0 0,0 0,-1 0,1 0,0 0,0 0,0 0,-1-1,1 1,0 0,0 0,0 0,0 0,-1 0,1-1,0 1,0 0,0 0,0 0,0-1,0 1,-1 0,1 0,0 0,0-1,0 1,0 0,0 0,0 0,0-1,0 1,0 0,0-1,11-10,1 3,1-1,0 2,0 0,1 0,-1 1,16-3,92-23,-98 27,94-20,1 4,2 6,-1 5,122 5,-177 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35.6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37.4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0 215,'0'0,"0"0,0 0,5-10,3 2,0-1,1 1,0 1,0-1,1 1,14-7,68-31,-81 40,44-19,74-21,-105 38,1 2,0 0,-1 1,1 2,45 1,-61 1,0 1,0 0,-1 1,1 0,0 0,9 5,-15-6,0 1,0-1,-1 1,1 0,0 0,-1 0,0 0,1 0,-1 0,0 0,0 1,0 0,0-1,-1 1,1 0,-1-1,0 1,0 0,0 0,1 5,0-1,-2 0,1 0,-1 0,0 0,-1 0,0 0,0 0,0 0,-4 10,-3 6,-17 31,-4 13,28-64,0-1,0 0,1 1,-1-1,1 1,0-1,0 1,0-1,0 0,0 1,0-1,0 1,1-1,0 1,-1-1,1 0,0 1,0-1,0 0,0 0,1 0,-1 1,0-1,1-1,0 1,-1 0,1 0,0-1,0 1,2 1,6 3,0-1,0 0,1 0,-1-1,15 3,-17-4,98 26,-57-16,0 1,91 41,-134-52,0 0,0 1,-1-1,0 1,1 1,-2-1,1 1,0-1,-1 2,0-1,0 0,0 1,4 8,-6-9,0 1,-1-1,1 1,-1-1,0 1,-1 0,1-1,-1 1,0 0,0-1,-1 1,0 0,0-1,0 1,-1 0,-2 4,-2 6,-2-2,0 1,0-1,-2 0,1-1,-2 0,0-1,0 0,-18 14,-5 1,0-2,-54 30,67-42,-1-2,0-1,-1 0,0-2,0 0,-43 7,42-13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38.1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1,'10'12,"-7"-7,65 83,-1-3,78 131,-107-144,-3 3,-3 1,-3 1,-4 2,29 155,-36-127,-12-74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38.9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84 116,'0'-25,"-1"-65,-42 341,12-93,28-140,0 0,1 0,1 0,1 0,2 19,-1-31,0 0,0-1,1 1,-1-1,1 0,1 1,-1-1,1 0,-1 0,1 0,1-1,-1 1,1-1,0 0,0 0,0 0,0 0,1-1,-1 1,8 3,4 0,1 1,0-2,1 0,-1-1,31 5,96 3,-144-13,129 3,156-14,123-43,-356 44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40.3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1 151,'13'-4,"231"-88,-194 77,0 3,103-13,-132 24,1 0,29 3,-43-1,0 0,0 0,-1 1,1 0,-1 1,1 0,-1 0,0 0,11 7,-16-8,1 1,-1-1,1 0,-1 1,0 0,0-1,0 1,0 0,-1 0,1 0,1 6,9 38,-5-14,-4-25,0-1,1 1,0-1,0 1,0-1,1 0,0-1,0 1,1-1,0 0,0-1,0 1,1-1,0 0,0-1,10 5,12 5,0-2,61 17,-39-14,-51-15,14 4,0 1,-1 0,1 1,16 10,-27-14,-1 0,1 0,0 0,-1 0,1 0,-1 1,1-1,-1 1,0 0,0 0,0 0,-1 0,1 0,-1 0,0 0,1 0,-1 0,-1 1,1-1,0 0,-1 1,0-1,0 1,0 5,-2 0,0 0,-1 0,0 0,0 0,-1 0,0-1,-1 1,0-1,0 0,0-1,-11 11,-3 2,0-1,-38 29,37-34,0 0,-1-1,-1-2,0 0,0-1,-45 13,31-14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40.9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81,'2'-1,"0"1,0-1,0 1,0-1,0 1,0-1,0 0,-1 0,1 0,0 0,0-1,-1 1,3-2,3-2,8-4,0 1,0 0,1 1,0 1,0 0,1 1,0 1,0 1,0 0,0 2,21-1,-25 3,0 0,1 1,-1 0,0 1,0 1,0 0,0 0,-1 1,0 1,0 0,0 1,-1 0,0 1,0 0,9 10,-7-4,-1 0,0 0,-1 2,-1-1,0 1,-1 1,-1 0,0 0,-1 1,-1 0,-1 0,0 0,-2 0,0 1,-1 0,-1 0,-2 31,0-29,-1 1,-1-1,-1 1,-1-1,0 0,-2-1,-1 0,0 0,-2 0,0-1,-1 0,-1-1,0-1,-2 1,-16 15,24-27,0 0,0-1,0 0,-1 0,1-1,-1 0,0 0,-1 0,1-1,-1 0,1-1,-12 3,18-5,1 1,0-1,-1 0,1 0,-1 0,1 0,-1 0,1 0,-1 0,1 0,-1 0,1 0,0 0,-1 0,1 0,-1 0,1 0,-1 0,1 0,-1-1,1 1,0 0,-1 0,1 0,-1-1,1 1,0 0,-1-1,1 1,-1-1,2 0,-1 0,0 0,1 1,-1-1,1 0,-1 0,1 0,0 0,-1 1,1-1,0 0,-1 1,1-1,0 0,2 0,15-12,1 1,0 1,1 1,23-8,92-27,-45 20,2 3,1 5,0 4,188-2,-145 27,-91-5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41.3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0,'0'0,"-6"122,15 43,7-1,44 191,-44-288,26 71,-35-119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42.5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0 324,'10'-20,"1"-2,2 0,0 1,1 1,1 0,1 1,0 1,2 0,0 2,1 0,32-21,-34 26,1 1,1 1,0 1,0 0,0 2,1 0,0 1,0 1,0 1,1 1,-1 0,1 2,20 1,-20 1,0 1,-1 1,1 1,-1 1,-1 0,1 2,-1 0,0 1,-1 1,0 0,0 2,-1 0,-1 1,0 0,-1 2,0 0,-2 0,1 1,-2 1,0 0,-1 1,-1 0,15 37,-14-25,-1 1,-1 0,-2 0,4 41,-9-53,-1 1,0-1,-2 1,0-1,-2 0,0 1,-1-1,-8 24,9-35,-1 0,1-1,-1 1,-1-1,1 0,-1 0,0 0,-1-1,0 0,0 0,0 0,0-1,-1 0,0 0,-11 5,7-5,-1 0,1-1,-1-1,0 0,0 0,0-1,0-1,0 0,-25-1,20-2,-1 0,0-1,1 0,-1-2,1 0,1-1,-1-1,1 0,0-1,-21-15,15 8,1-2,1 0,1-1,0-1,2-1,-21-29,6 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48.4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0,'0'0,"0"3,3 9,3 16,7 22,6 22,6 18,3 16,3 8,2 1,-2-7,-5-12,-2-11,-4-12,-4-12,-6-18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49.1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0 179,'0'0,"0"0,0 0,4-1,109-20,118-19,514-56,-583 80,-107 12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49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0 257,'2'0,"1"0,-1 1,0-1,1 0,-1 0,0 0,0-1,1 1,-1 0,4-2,2 0,425-79,-113 18,318-39,-592 96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51.0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0 214,'0'0,"0"-10,0 0,1 0,0-1,0 1,1 0,0 0,1 0,0 0,1 1,0-1,1 1,8-14,-9 17,0 1,0-1,1 1,0 0,0 0,0 1,1 0,0 0,0 0,0 0,0 1,0 0,0 0,1 1,0 0,-1 0,1 0,9 0,-9 2,0 0,0 0,0 1,0 0,0 0,0 1,0 0,0 0,-1 0,1 1,-1 0,0 0,0 1,0 0,0 0,0 0,8 9,0 2,0-1,-1 2,-1 0,0 0,9 19,-12-16,0 0,-2 0,0 1,-1-1,0 2,-2-1,-1 0,0 1,-2 0,-1 40,0-57,0 0,-1 0,1 0,-1 0,0 0,0 0,-1 0,1 0,-1-1,0 1,1 0,-2-1,1 0,0 1,-1-1,-3 4,3-5,0 0,-1 0,1 0,0 0,0-1,-1 1,1-1,-1 0,1 0,-1-1,0 1,1-1,-1 1,0-1,1 0,-1 0,0-1,-4 0,-4-2,1 0,-1-1,1 0,0-1,0 0,0-1,1 0,0 0,-13-12,-11-10,-33-37,66 63,-18-17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52.4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1 163,'0'0,"0"0,9 0,138-7,179-32,-208 23,80-12,162-20,-1 24,-311 25,-45-1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53.7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0 143,'0'0,"0"0,0 0,0 0,8 3,15 1,0-2,-1 0,27-2,-20 0,377-14,-2-22,-335 29,546-75,-564 74,-4 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55.5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1 404,'2'-1,"-1"1,1 0,0-1,0 1,-1-1,1 1,-1-1,1 0,-1 0,3-1,0 0,27-12,0 2,1 2,0 0,0 3,1 0,1 2,61-1,-53 7,0 2,0 1,0 3,-1 1,75 26,-77-20,0 2,-1 2,0 1,41 29,-62-36,-1 0,-1 1,0 0,0 1,-1 1,-1 0,-1 1,0 1,-1 0,16 33,-24-45,0 1,-1 0,0-1,0 1,0 0,-1 0,0 1,0-1,-1 0,0 11,0-16,0-1,0 1,-1 0,1-1,0 1,0 0,-1-1,1 1,-1 0,1-1,0 1,-1-1,1 1,-1-1,0 1,1-1,-1 1,1-1,-1 0,0 1,1-1,-1 0,0 1,1-1,-2 0,-21-1,-22-16,44 17,-21-12,1 0,0-2,1 0,1-1,0-1,1-1,-26-31,24 23,0-1,2-1,2-1,0 0,-16-42,24 48,0 1,2-1,1-1,0 1,2-1,1 0,0-38,3 51,0 1,0-1,0 0,1 0,1 0,0 1,0-1,1 1,0 0,0 0,1 1,0-1,1 1,0 0,0 0,1 1,0 0,0 0,17-12,-16 15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55.9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1 196,'1'18,"1"1,0-1,2 0,0 0,1 0,1 0,0-1,2 0,0 0,0-1,2 0,0-1,22 27,-21-30,0-1,1 0,0-1,1 0,0-1,1 0,0-1,0 0,0-2,1 1,18 4,-23-9,-1 0,1 0,0-1,-1 0,1-1,0 0,0 0,0-1,-1 0,1-1,-1 0,1-1,-1 0,0 0,0-1,0 0,0-1,-1 0,13-9,-14 8,-1 0,0-1,0 1,-1-1,0 0,0-1,0 1,-1-1,0 0,-1 0,0 0,0 0,-1-1,0 1,0-1,-1 1,0-1,0 0,-2-17,0 11,0 1,-2-1,1 0,-2 1,0 0,0 0,-2 0,0 0,0 1,-1 0,-10-14,3 10,-1 1,0 1,-1 0,-1 1,0 1,-1 1,0 0,-1 1,0 1,-1 1,0 1,0 0,-36-7,23 8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57.2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 1,'0'0,"23"26,31 46,-3 3,74 146,51 176,-80-136,-84-218,-2 1,-1 0,-3 1,2 51,-8-84,0 0,-1 1,0-1,-1 0,0 0,-1 0,-8 20,9-26,-1 0,0 0,-1-1,1 1,-1-1,0 0,-1 0,1-1,-1 1,0-1,0 0,0 0,-1-1,1 1,-1-1,-7 3,0-2,1 0,0 0,-1-1,0-1,1 0,-1-1,0 0,0-1,-22-3,17 0,1 0,0-1,0-1,1-1,-1 0,-28-17,29 14,1 0,0-2,0 0,1-1,0 0,1-1,1 0,0-1,1-1,0 0,1 0,1-1,0 0,-10-31,15 37,1-1,1 1,0-1,1 0,0 0,0 1,1-1,1 0,0 0,0 0,1 1,5-18,-4 20,0 0,1 0,0 1,0-1,1 1,0 0,0 0,1 1,0 0,0 0,0 0,1 0,0 1,0 0,0 1,12-6,1 2,1 0,1 1,-1 1,1 2,0 0,0 1,0 1,34 1,-10 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58.2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40,'0'0,"0"0,10 3,20 15,-2 2,0 0,26 26,68 78,-117-119,0 1,0-1,0 1,1-1,11 8,-16-13,0 1,1 0,-1 0,1-1,-1 1,1-1,-1 1,1-1,-1 1,1-1,-1 0,1 0,-1 0,1 0,0 0,-1 0,1 0,-1-1,1 1,-1-1,1 1,-1-1,1 1,-1-1,0 0,1 1,-1-1,0 0,2-2,3-2,-1-1,1 0,-1 0,-1-1,1 1,-1-1,3-8,22-56,-7 16,-16 42,0-1,2 1,0 0,10-13,-15 22,1 0,-1 1,1-1,-1 1,1 0,0 0,0 0,1 1,-1 0,1-1,-1 1,1 1,-1-1,1 1,0 0,7-1,4 1,0 1,-1 1,1 1,0 0,0 1,25 8,89 39,-129-50,70 34,-63-30,1 1,-1 1,-1-1,1 1,-1 1,7 7,-6-3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4:59.6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671 15,'0'-1,"0"1,0-1,0 1,0-1,0 1,0-1,0 1,0-1,0 1,0-1,0 1,0-1,-1 1,1-1,0 1,0-1,-1 1,1-1,0 1,0 0,-1-1,1 1,0-1,-1 1,1 0,-1-1,1 1,-1 0,1 0,0-1,-1 1,1 0,-1 0,1 0,-1-1,1 1,-1 0,1 0,-1 0,1 0,-1 0,0 0,1 0,-1 0,1 0,-1 0,0 1,-2 0,1 0,-1 0,0 0,0 0,1 1,-1-1,1 1,-4 3,-14 14,2 1,0 1,1 0,1 2,-17 30,21-33,-68 115,7 4,6 3,6 2,-76 274,114-327,5 1,3 1,4 0,5 1,3 0,15 141,-5-176,3-1,3 0,2-1,2 0,3-1,3-2,1 0,3-1,3-2,1-1,58 69,-50-75,2-1,1-3,3-1,1-2,2-2,1-3,1-1,96 41,-100-53,1-3,1-1,0-3,0-2,1-2,1-2,-1-2,1-2,-1-3,85-11,-62-1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0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772 1,'0'0,"-1"4,-8 16,-1 0,-1 0,-13 19,-5 7,-148 265,-201 491,329-667,-14 30,51-139,4-11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0.5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0,'2'2,"-1"1,1-1,0 0,-1 0,1 0,0 0,0 0,4 2,1 2,436 444,-204-176,25 27,-225-260,-12-12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0.8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94,'0'0,"0"0,3 0,9 0,15 0,24-3,18-4,18 0,12-2,9 1,2-2,-1-1,-2-1,-6 0,-15 4,-22 2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1.2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880 1,'-1'9,"0"0,0-1,-1 1,0 0,-1-1,0 0,0 1,-5 7,-2 7,-163 325,-30-10,17-29,-11 70,140-264,40-83,4-12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1.6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0,'0'0,"0"0,3 3,6 4,13 11,18 19,28 23,29 19,23 17,13 10,6 6,-2 7,-8-2,-9-3,-14-11,-15-12,-20-18,-21-23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2.2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0,'0'0,"9"10,236 245,-237-246,11 12,38 32,-51-48,0 0,0-1,1 0,0 0,0-1,0 1,0-2,0 1,0-1,1 0,12 2,-18-4,1 0,0 0,0 0,-1-1,1 1,0-1,0 1,-1-1,1 0,0 0,-1 0,1 0,-1 0,0-1,1 1,2-4,-1 2,-1-1,0 1,0-1,0 0,0 0,0 0,-1-1,3-7,0-2,-1 0,0 0,-1-1,-1 1,1-19,-2 26,0-17,1 1,10-42,-11 60,1-1,-1 1,1-1,0 1,1 0,-1 0,1 0,0 0,0 1,1-1,-1 1,1 0,0 0,0 0,1 0,-1 1,8-5,-7 6,-1 1,0 0,0-1,0 2,1-1,-1 0,0 1,1 0,-1 0,0 0,1 1,-1-1,0 1,0 0,5 2,10 3,-1 2,21 10,6 3,-32-16,0 0,1-1,-1-1,1-1,0 0,0 0,0-1,20-2,-25 0,0 0,0-1,0 0,-1-1,1 0,-1 0,0-1,0 0,0 0,0-1,-1 0,1 0,-1-1,7-7,-12 11,0 0,0-1,1 1,-1 0,1 0,-1 1,1-1,0 0,-1 1,1 0,0-1,0 1,4-1,-4 3,-1-1,1 0,-1 0,1 1,-1-1,1 1,-1 0,0 0,1 0,-1 0,0 0,0 0,0 1,0-1,0 1,0-1,2 3,15 14,-2 0,25 36,-17-23,-18-22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2.5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0,'4'1,"-1"0,1 0,0 1,-1-1,1 1,-1 0,0 0,1 0,4 5,7 3,7 4,0 1,-2 1,0 1,0 1,-2 0,0 1,27 39,-41-53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2.9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3.3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1,'3'0,"-1"0,1 0,-1 0,0 1,1-1,-1 1,1 0,-1-1,0 1,4 2,4 1,35 12,-1 1,-1 2,69 43,110 95,-137-87,-2 3,-4 3,-4 4,82 111,-113-130,-3 3,-2 0,-3 3,-3 1,-3 1,-4 2,21 81,-39-114,-1-1,-1 1,-3 0,-1 1,-1-1,-3 0,-1 0,-1 0,-3 0,-1 0,-1-1,-2-1,-2 0,-1 0,-24 40,8-26,-3-2,-2-1,-2-1,-1-3,-3-1,-1-1,-51 36,-27 10,-200 111,149-104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3.9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1,'11'16,"65"104,188 270,-260-384,8 11,1-1,1 0,17 15,-28-28,1 1,0-1,1 0,-1 0,0-1,1 1,-1-1,1 0,0 0,0-1,0 1,0-1,0 0,0-1,0 1,0-1,0 0,7-1,0-1,0-2,0 0,0 0,0-1,-1-1,0 0,0 0,0-1,10-9,14-13,34-37,-18 12,-29 29,1 1,51-41,-72 64,1-1,-1 1,0 0,1 0,-1 0,1 1,-1-1,1 0,-1 1,1 0,-1 0,1-1,0 2,-1-1,1 0,-1 0,1 1,-1-1,1 1,-1 0,1 0,-1 0,1 0,-1 0,0 1,0-1,0 0,3 4,6 4,-1 0,-1 0,0 1,9 12,7 14,-1 0,-2 2,23 50,40 124,-64-155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4.8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0 421,'269'-7,"-39"1,240 2,692-16,364-58,2-26,810-45,-1936 129,-47 5,-53 5,552 3,-826 8,-18 2,-14 2,-7-2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06.8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1 450,'5'-2,"-1"-2,1 1,-1 0,0-1,0 0,0 0,0 0,-1 0,6-10,25-49,-19 33,19-25,-24 42,-1-1,-1 0,0-1,6-17,-21 133,-134 586,150-778,-4 55,53-333,26 5,-80 349,-2 7,0 0,1 0,0 0,0 0,1 0,0 1,7-11,-11 18,1-1,0 0,0 0,0 1,-1-1,1 1,0-1,0 1,0-1,0 1,0-1,0 1,0 0,0-1,0 1,0 0,0 0,0 0,1 0,-1 0,0 0,0 0,0 0,0 1,0-1,1 1,27 13,-25-12,24 17,-1 1,0 1,42 44,62 84,-129-147,321 432,-116-146,-192-269,-7-9,-1-1,0 1,0 0,-1 0,9 22,-15-31,1 0,-1 0,0 0,0 0,0 0,0 0,0 0,0 0,0 0,0 0,0 0,0 0,-1 0,1 0,0 0,-1 0,1 0,-1 0,1 0,-1 0,0 0,1 0,-1-1,0 1,1 0,-1 0,0-1,0 1,0-1,0 1,-1 0,-4 2,0 0,0 0,-14 3,13-4,-48 13,-1-2,0-3,-62 3,-171-3,259-10,-38 2,-134-6,202 4,0 0,1 0,-1 0,1 0,-1 0,1 0,-1 0,0 0,1-1,-1 1,1 0,-1 0,0 0,1 0,-1-1,0 1,1 0,-1 0,0-1,1 1,-1 0,0-1,1 1,-1 0,0-1,0 1,0-1,1 1,-1 0,0-1,0 1,0-1,0 1,0 0,0-1,0 1,0-1,0 1,0-1,0 1,0 0,0-1,0 1,0-1,0 1,0 0,-1-1,1 1,0-1,0 1,-11-29,9 24,-68-141,53 114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2.1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0 210,'26'-1,"218"-26,-105 9,1462-140,-1576 156,86-1,-114 5,1 1,-1 0,1-1,-1 1,0-1,1 0,-1 0,-5 3,-56 31,-117 49,-78 11,187-71,-537 201,14 36,592-260,-8 4,25-5,477-52,-316 28,1075-85,-1174 105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4.1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1 464,'0'0,"10"-10,4 0,0 0,1 1,0 0,0 1,1 1,0 1,0 0,22-5,0 3,1 1,60-3,-54 9,-1 2,0 2,1 2,-2 2,1 2,-1 1,0 3,-1 1,41 21,-38-13,-2 1,0 3,-2 1,-1 2,-1 2,-2 1,64 72,-86-86,25 39,-35-50,-1 1,0 1,-1-1,1 0,-2 1,1 0,2 16,-5-23,0 0,0 0,0-1,0 1,0 0,0 0,0-1,0 1,-1 0,1 0,-1-1,1 1,-1 0,0-1,1 1,-1-1,0 1,0-1,0 1,0-1,-1 0,-1 3,0-3,0 1,1-1,-1 0,0 0,0 0,0 0,1 0,-1-1,0 1,0-1,0 0,-5 0,-4-1,0 0,0-1,0-1,0 0,-17-7,10 2,1-2,-1-1,2 0,-1-1,2-1,0 0,0-1,1-1,1-1,0 0,-11-19,6 6,1 0,1-1,2-1,1 0,2-1,-10-36,17 48,1 0,1-1,1 0,0 0,2 0,0 0,1 0,2 1,0-1,1 0,9-27,-8 33,1 0,1 1,0 0,1 0,0 1,1 0,1 0,0 1,0 1,1-1,1 2,0-1,0 2,1 0,23-13,-5 8,-6 4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4.5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6.6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1 525,'2'-29,"2"0,1 0,1 1,17-48,-17 58,-1 0,1 1,0 0,2 0,0 1,1 0,0 0,1 1,1 0,1 1,0 0,0 1,1 0,1 1,0 1,1 0,0 1,1 0,0 2,18-8,-17 9,1 0,-1 2,1 0,0 1,0 0,1 2,-1 0,0 1,1 1,-1 1,1 1,-1 0,0 1,0 1,0 1,0 0,-1 2,0 0,0 0,-1 2,29 19,-15-5,-1 2,-1 0,-2 2,0 1,-2 1,21 34,-28-38,-2 1,-1 1,-1 0,-1 1,-2 0,-1 1,-1 0,5 33,-11-42,-1 1,0-1,-2 0,0 0,-1 1,-1-1,-1-1,-1 1,-1 0,0-1,-18 35,18-43,0 0,-1 0,0-1,-1 1,0-2,-1 1,0-1,0 0,-1-1,0 0,0-1,-1 0,0 0,0-1,0-1,-1 0,0 0,0-1,-24 4,17-6,-1-1,0-1,0-1,0 0,0-2,1 0,-1-1,1-1,0-1,-19-8,11 2,1 0,0-2,1-1,0-1,1-2,-25-23,34 26,0-1,1-1,1 0,1-1,-18-35,17 28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7.0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1 178,'43'-2,"-1"-3,0-1,49-15,-26 6,334-63,5 29,-371 47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7.8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65,'0'0,"14"0,416-31,-117 3,-104 22,-169 6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8.1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1,'0'0,"4"4,40 77,-17-28,99 213,-19 10,-52-130,-22-55,-24-65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8.5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1,'5'1,"-1"0,1 0,-1 0,0 1,0 0,0-1,1 2,-2-1,7 4,0 0,36 24,-2 2,0 2,-3 2,-1 1,-1 2,-2 2,-3 2,-1 0,-2 3,36 68,-48-75,-1 0,-3 1,15 55,-25-72,0 0,-1 1,-2-1,0 1,-2-1,0 1,-6 36,4-50,-1 0,0 0,0 0,-1-1,0 1,-1-1,0 0,-1 0,1-1,-2 0,1 0,-1 0,0-1,-1 0,0 0,-8 6,-29 16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8.8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230 0,'-7'12,"-22"23,1 1,2 2,1 1,3 1,-20 47,31-61,2 0,1 1,1 0,2 0,0 1,2-1,1 1,1 0,5 48,1-45,1 0,1 0,2 0,1-1,1 0,2-1,0 0,3-1,0-1,32 41,-19-33,1-2,2-1,2-1,0-2,2-2,73 43,-10-18,-17-14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9.2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1 323,'21'0,"551"-28,-465 21,2058-152,-1725 128,1039-57,-897 78,-558 11,-15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19.6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1 197,'23'-20,"-1"1,1 1,1 1,1 1,0 2,1 0,0 1,1 2,0 0,48-10,-43 14,0 1,0 2,1 1,0 1,0 2,0 1,-1 2,46 9,-52-6,0 2,0 1,-1 1,0 1,-1 1,0 1,33 25,-42-28,-2 2,1 0,-2 0,0 1,0 0,-1 1,-1 1,0 0,-1 0,-1 0,0 1,8 26,-14-35,0-1,-1 1,1 0,-2 0,1 0,-1 0,0 0,-2 13,2-16,-1-1,0 1,0-1,-1 1,1-1,-1 0,1 1,-1-1,0 0,0 0,-1 0,1-1,-1 1,1 0,-1-1,0 0,0 1,-5 2,-3 0,0-1,1 0,-2 0,1-1,0 0,-1-1,1-1,-24 1,2-3,-64-9,49 1,1-2,0-3,1-1,0-3,1-1,1-2,-62-41,82 45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20.0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1,'0'0,"0"0,0 0,0 0,0 0,0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20.6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426 32,'0'0,"0"0,0 0,0 0,0 0,-1-1,-1-1,0 0,0 1,0 0,0-1,0 1,-1 0,1 0,0 0,0 0,-1 1,-2-2,-14-2,-1 0,1 0,-1 2,0 1,0 0,-37 4,42-1,-1 1,1 0,-1 1,1 0,1 1,-1 1,1 0,0 1,-17 11,25-14,1 0,0 0,0 0,1 0,-1 1,1 0,0-1,0 2,-3 6,5-9,1-1,0 1,0 0,1 0,-1 0,1 0,-1 1,1-1,0 0,0 0,0 0,1 0,-1 0,1 0,-1 0,1 0,0 0,0 0,1 0,-1 0,2 2,4 6,0 0,1-1,0 0,0-1,1 0,15 12,67 45,-79-58,136 82,-5-3,-110-65,-1 1,33 33,-63-54,8 7,0 1,-1 0,13 19,-21-27,1 0,-1 0,0 0,0 0,0 0,0 0,0 1,0-1,0 0,-1 0,1 1,-1-1,0 0,1 1,-1-1,0 1,-1-1,1 0,0 1,-1-1,1 0,-1 1,0-1,1 0,-1 0,0 0,-1 0,1 0,-2 3,-3 1,0-1,0 0,-1 1,0-2,0 1,0-1,-1 0,-9 3,-67 20,31-15,0-2,-98 5,104-13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21.5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1 392,'2'-1,"0"1,0-1,0 0,1 1,-1-1,0 0,0 0,0 0,0-1,-1 1,1 0,2-3,7-4,43-22,1 2,104-37,126-22,-94 38,3 8,202-16,-359 54,-3-1,1 1,0 2,53 5,-88-4,1 0,-1 0,0 0,1 0,-1 0,1 0,-1 0,1 0,-1 0,1 1,-1-1,1 0,-1 0,0 0,1 1,-1-1,1 0,-1 1,0-1,1 0,-1 1,0-1,1 0,-1 1,0-1,0 1,1-1,-1 0,0 1,0-1,0 1,0-1,1 1,-1-1,0 1,0-1,0 1,0-1,0 1,0-1,0 1,-1-1,1 1,-11 22,10-22,-31 45,-2-2,-3-1,-78 73,-143 91,-94 29,260-177,85-53,8-3,17-2,79-8,163-34,-139 18,47-4,237-48,-344 59,-18 2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5:44.6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1134,'0'0,"0"0,0 0,11 0,110-16,149-14,198-9,801-70,3731-323,-4596 399,2786-231,1123 56,-2215 206,-2 33,-1509-21,2141 58,-1946-28,-7 41,-742-76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6:20.77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52 830,'-4'-20,"-10"-38,2 0,3-1,-3-97,11 127,2 0,2 1,0-1,2 1,1 0,1 0,1 1,2 0,22-45,-25 59,1 0,0 0,1 1,1 0,0 0,0 1,1 1,0 0,1 0,0 1,20-11,-27 18,1 1,-1-1,1 1,0 0,0 0,-1 0,1 1,0 0,0 0,0 1,-1 0,1 0,0 0,-1 0,1 1,0 0,-1 0,0 1,0 0,6 3,4 3,0 2,-1-1,0 2,-1 0,15 17,8 14,-1 2,38 65,43 109,-92-169,-3 0,24 86,-39-111,0 0,-2 1,-1 0,-1 0,-1 0,-1-1,-7 45,5-59,-1 1,0-1,-1 0,0 0,0 0,-1-1,-1 0,0 0,0 0,-1 0,-12 13,14-18,0-1,-1 1,1-1,-1 0,0 0,0 0,0-1,0 0,-1 0,0 0,1-1,-1 0,0-1,0 1,0-1,0-1,0 1,0-1,0 0,-9-2,1-1,0-1,1-1,-1 0,1-1,1-1,-1 0,1-1,0 0,1-1,0 0,-13-13,-7-9,2-1,-42-59,46 53,2-1,1-2,2 0,-20-57,23 48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6:23.854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15 394,'0'-7,"-7"-89,3 74,2 0,1 0,0-1,2 1,6-43,-5 59,-1 1,1-1,1 0,-1 1,1-1,0 1,0 0,0 0,1 0,0 0,0 0,0 1,0 0,9-7,-6 7,0 0,0 0,0 1,0 0,1 0,-1 1,1 0,0 0,0 0,10 0,-5 2,0 0,0 0,0 1,1 1,-1 0,0 1,-1 1,1-1,-1 2,1 0,-1 1,-1 0,16 10,-12-4,-1 0,-1 2,0-1,-1 1,0 1,-1 0,-1 1,0 0,-1 0,8 23,-6-12,-2 1,-1 0,-1 0,-1 1,4 54,-10-72,0 0,0 0,-1 0,0 0,-1 0,0-1,0 1,-2 0,1-1,-1 0,-10 19,9-22,0 0,0 0,-1-1,0 0,0 0,-1 0,1-1,-1 0,0 0,-1-1,1 0,-1 0,1 0,-1-1,-15 3,9-2,0-1,0-1,0 0,0-1,0-1,0 0,-1 0,-16-4,21 2,1-1,-1 0,0 0,1 0,0-2,0 1,0-1,0 0,1-1,0 0,0 0,-9-10,-9-13,6 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6:24.20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6:26.29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516 13,'-1'-1,"-1"0,0 0,0 0,0 0,1 0,-1 0,0 1,0-1,0 1,0-1,0 1,-4 0,5-1,-15 0,1 0,-1 0,1 2,-1 0,1 1,0 0,0 1,-26 9,19-4,0 0,1 2,1 1,-1 0,-22 18,26-15,0 0,1 1,1 0,0 2,-22 32,29-38,1 1,1 1,-1-1,2 1,0 0,0 0,1 0,1 1,0 0,0 17,3-25,0 1,0 0,1 0,1 0,-1 0,1-1,0 1,0-1,1 1,0-1,0 0,0 0,1 0,0 0,0-1,1 0,-1 0,1 0,0 0,0-1,1 1,8 4,6 3,1-1,0-1,1 0,0-2,30 7,176 35,-31-10,-152-28,-1 2,54 24,-85-33,-1 1,0 1,-1 0,1 1,-1 0,-1 1,1 0,16 19,-23-22,0-1,-1 1,1-1,-1 1,0 0,-1 0,0 0,0 1,0-1,-1 1,0-1,0 1,0-1,-1 1,0-1,0 1,-1-1,0 1,0 0,-3 8,-2 2,0-1,-2 1,0-2,-1 1,0-1,-1-1,-1 0,0 0,-15 13,-5 2,-1 0,-59 39,52-43,-2-2,0-2,-1-1,-1-2,-72 20,79-30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06.35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66,'0'-65,"0"65,0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07.77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80,'0'0,"0"0,0 0,0 0,0 0,0 0,0-26,0-28,0 54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0.13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0,'0'14,"0"-4,8 271,-4-236,3-1,1 0,1 0,21 54,-23-82,1 0,1 0,0-1,2 0,20 24,-20-26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1.80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0 217,'0'0,"0"-13,0 5,1-1,-1 1,2-1,-1 1,1 0,0 0,1-1,0 2,0-1,1 0,0 1,0-1,1 1,0 0,0 1,1-1,-1 1,11-9,-8 9,1 0,-1 1,1 0,0 0,0 1,0 0,0 1,1 0,0 0,-1 1,1 1,0-1,0 1,0 1,17 1,-13 1,0 1,-1 0,1 1,0 1,-1 0,0 1,0 0,-1 1,0 0,0 1,0 1,-1-1,-1 2,1 0,-1 0,12 17,-11-12,0 0,-1 0,0 1,-2 1,0-1,0 1,-2 1,0-1,-1 1,-1 0,-1 0,2 24,-4-33,-2-1,1 1,-1-1,0 0,0 1,-1-1,0 0,-1 0,0 0,0-1,-7 12,7-15,0 1,0-1,-1 0,1 0,-1-1,0 1,0-1,0 0,-1 0,1 0,-1 0,1-1,-1 0,0 0,0 0,0-1,0 1,0-1,-8 0,-1 0,0-1,0 0,-1-2,1 1,0-2,0 0,1-1,-19-6,15 3,0-1,0 0,1-1,0 0,-29-24,41 29,0 0,1 0,-1 0,0 0,-4-10,1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2.15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0,'0'0,"0"0,0 0,0 0,0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2.85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282 0,'0'0,"0"0,0 0,0 0,0 0,-20 0,11 0,0 1,-1-1,1 2,0-1,0 1,0 1,0-1,0 2,0-1,-12 8,11-4,1-1,0 2,0-1,0 2,1-1,0 1,-13 19,11-14,1 0,1 0,0 1,1 0,0 1,-6 22,12-34,0 1,0-1,1 0,-1 1,1-1,0 1,0-1,0 0,1 1,-1-1,1 0,0 1,1-1,-1 0,1 0,0 0,0 0,0 0,0-1,1 1,-1 0,1-1,0 0,0 0,0 0,0 0,1 0,0-1,4 4,22 9,0-1,61 18,-61-23,-1 1,0 2,-1 1,30 17,-51-25,1 1,-1-1,0 1,0 1,-1-1,1 1,-1 1,-1-1,0 1,0-1,0 2,-1-1,0 0,-1 1,0 0,0-1,-1 1,2 11,-3-9,1 0,-2 0,1 0,-2 0,1 0,-5 19,4-24,-1 0,0 0,0-1,-1 1,1 0,-1-1,-1 0,1 1,-1-1,0-1,0 1,0 0,-8 5,-22 14,-53 31,83-53,-13 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4.045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0 263,'10'-19,"1"-2,1 0,0 0,2 1,17-20,-21 30,0 0,1 0,0 1,0 0,1 1,0 1,0 0,20-8,-13 7,0 2,1 0,0 1,0 1,0 1,1 1,-1 1,1 0,0 2,-1 0,0 1,26 6,-29-3,0 0,0 1,0 0,0 2,-1 0,0 0,-1 2,0 0,-1 0,0 2,0 0,-1 0,-1 1,14 19,-12-13,-2 1,0 0,-1 1,-1 1,-1 0,0 0,-2 1,-1 0,-1 0,-1 0,-1 1,1 45,-5-66,1 1,0-1,-1 1,0-1,0 0,0 1,0-1,0 0,-1 0,1 1,-1-1,0 0,0 0,0-1,0 1,0 0,-4 2,2-2,-1 0,1 0,-1 0,0-1,0 1,0-1,0 0,0-1,-11 3,-5-2,0 0,0-1,1-2,-34-3,2-4,1-3,0-1,0-3,2-2,0-2,1-2,-79-47,75 31,39 25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4.698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0 130,'0'0,"0"0,14-1,37-6,97-28,-78 16,-8 3,152-32,-183 44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5.439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1,'0'0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6.076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109 30,'0'0,"-7"-20,6 19,0 0,0 0,-1 0,1 0,0 1,-1-1,1 0,-1 1,1-1,-1 1,1 0,-1-1,1 1,-1 0,1 0,-1 0,1 0,-1 0,1 0,-1 1,0-1,1 0,0 1,-1-1,1 1,-1-1,1 1,0 0,-3 1,0 1,0 0,0-1,0 2,1-1,-1 0,1 1,0-1,-4 6,4-4,0-1,1 1,0 0,0 0,0 0,0 0,1 0,0 1,0-1,0 0,1 1,0-1,0 0,1 8,0-5,1 0,0 0,1 0,-1 0,2-1,-1 1,1-1,7 11,4 1,1 0,1-1,0-1,1 0,26 17,27 14,-49-35,0 2,-1 0,39 37,-58-49,1 0,-1 0,0 1,0-1,0 1,0-1,-1 1,1-1,-1 1,0 0,0 0,0-1,-1 1,1 0,-1 0,0 0,0 0,-1 0,1 0,-1 0,1-1,-1 1,0 0,-1 0,1-1,-1 1,0-1,-2 5,-6 7,0 1,-1-2,-1 1,-20 19,-54 44,50-47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6.552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29,'0'0,"20"-10,-13 7,0 0,1 0,-1 1,0 0,1 0,-1 1,1 0,0 0,-1 1,1 0,0 0,-1 0,1 1,0 1,-1-1,1 1,13 6,0 0,-1 1,-1 1,0 1,0 0,18 16,-22-15,-1 0,0 0,-1 1,-1 1,0 0,0 1,10 19,-19-28,0 0,0 1,0 0,-1-1,0 1,0 0,-1 0,0 1,0 8,-1-10,0-1,-1 0,0 1,0-1,0 0,-1 0,1 0,-1 0,-1 0,1 0,-1 0,1-1,-8 9,8-11,0 1,-1 0,1-1,-1 0,1 0,-1 0,0 0,0 0,0 0,0-1,0 1,0-1,0 0,0 0,-1 0,1 0,-1-1,1 1,0-1,-1 0,1 0,-1 0,1 0,0-1,-1 1,1-1,0 0,-1 0,1 0,0-1,0 1,-6-4,-3-3,1 1,0-1,1-1,0 0,0 0,-16-21,-9-17,23 31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8.07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0 124,'0'0,"0"0,3 0,9 0,13-3,16 0,15-4,12-2,13-3,9-4,6-3,0 0,-11 0,-20 3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7:18.42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1,'2'1,"0"0,0 1,0-1,0 1,0 0,0 0,-1 0,1 0,1 2,3 4,23 27,-1 2,38 66,30 89,-29-37,92 326,-149-442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9:16.6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296 1935,'-8'-10,"0"0,0 0,1-1,-6-13,3 6,-37-73,5-2,-57-180,85 224,2-2,2 1,2-1,-1-68,8 48,4 1,17-111,-14 147,2 0,2 0,0 1,3 0,0 1,2 1,2 0,1 1,1 0,1 2,25-27,-9 13,3 2,1 1,2 2,1 2,2 1,2 3,77-39,-117 66,1 1,-1 0,1 1,-1 0,1 0,0 1,0 0,0 0,0 1,0 0,0 0,0 1,13 2,-12 0,0 0,0 1,0-1,-1 2,0-1,1 1,-2 0,1 1,-1 0,1 0,7 10,16 19,-1 2,-2 2,29 50,52 135,-79-145,-4 1,-3 2,-4 0,15 151,-20 340,-16-519,-3 1,-18 89,16-117,-1 0,-1 0,-1 0,-1-2,-1 1,-2-1,-16 22,25-41,1 0,-1 0,-1-1,1 0,-1 0,0-1,0 1,0-1,-1-1,1 1,-1-1,0 0,0 0,0-1,0 0,-1 0,1-1,0 0,-1 0,1-1,-1 0,1 0,-1-1,-8-1,0-2,-1 1,1-2,0 0,0-1,1-1,0-1,0 0,1 0,-24-20,-124-108,138 116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39:20.28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889 2570,'0'0,"-3"0,0-1,0 0,0-1,0 1,1-1,-1 1,0-1,1 0,-5-3,0 0,-21-18,0 0,1-2,1-1,2 0,-24-34,-96-158,143 217,-228-395,172 285,-71-196,102 227,3-1,4-1,3-1,-8-142,23 179,1 0,3-1,2 1,1 0,3 0,1 1,3 1,1-1,3 2,23-45,-30 71,0 0,1 1,0 0,2 1,0 1,0 0,2 0,-1 1,2 1,-1 1,2 0,-1 1,2 1,-1 0,1 2,0 0,1 0,0 2,0 1,0 0,0 1,31 0,-16 4,1 1,-1 2,-1 1,1 2,-1 1,0 2,-1 1,0 2,-1 1,0 1,-1 2,53 39,-33-16,-1 2,-3 3,-1 1,-3 3,71 104,-44-45,-4 3,-6 3,52 140,-65-135,108 322,-138-383,-3 1,-2 0,-3 1,-3 0,-3 101,-5-126,-1-1,-2 1,-1-1,-2-1,-1 1,-1-2,-18 36,18-47,-1 0,-1-1,-1-1,0 0,-1 0,-1-2,-1 0,-1-1,0-1,-1 0,-24 14,27-20,-1-1,0 0,0-1,0-1,-1-1,1-1,-1 0,-1-1,1-1,-26 0,16-3,0-2,-1 0,1-2,1-1,-1-1,-27-12,-15-8,7-1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03.61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1 439,'3'0,"0"-1,0 1,0-1,0 0,0 0,0 0,0-1,5-3,9-3,56-22,363-147,12 34,-380 125,-4 1,106-15,-169 32,-1 0,1-1,-1 1,1 0,-1 0,0 0,1 0,-1 0,1 0,-1 0,1 0,-1 0,1 0,-1 0,1 0,-1 0,1 1,-1-1,1 0,-1 0,0 0,1 1,-1-1,1 0,-1 1,0-1,1 0,-1 1,0-1,1 0,-1 1,0 0,0 0,0 0,0 0,0 0,-1 0,1 0,0-1,-1 1,1 0,-1 0,1 0,-1 0,1-1,-1 1,0 0,-35 34,31-30,-435 433,437-434,-4 4,1-1,-1 0,-1 0,1 0,-1-1,-11 6,48-16,-15 2,33-5,13-3,88-3,-131 13,0 0,0 1,0 1,0 1,0 0,-1 1,1 1,-1 0,30 16,-43-20,0 0,0 1,0 0,-1 0,1 0,-1 0,1 0,-1 1,0-1,0 1,0-1,0 1,2 3,-4-4,1 0,-1 0,0 0,1 0,-1 0,0 0,0 0,-1 0,1 0,0 0,-1 0,1 0,-1 0,1 0,-1-1,0 1,0 0,0 0,0-1,0 1,0 0,0-1,-2 2,-11 13,-1-1,0 0,-29 21,-60 34,69-48,-7 7,-57 34,83-54,0 0,-1-2,1 0,-23 5,33-10,0-1,0 0,0 0,-1-1,1 0,-7-1,4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04.6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71 823,'0'0,"0"-7,1-20,0 0,2 0,1 0,1 1,2-1,0 1,1 1,2 0,1 0,1 1,0 0,2 1,1 0,1 1,1 1,0 1,35-31,-1 7,1 2,2 3,110-60,-123 78,1 2,1 2,0 1,1 3,1 2,67-9,-79 17,0 1,0 2,-1 2,1 1,0 1,57 16,-73-15,0 0,0 1,-1 1,0 1,0 0,-1 2,0-1,-1 2,0 0,0 0,-1 1,-1 1,0 0,12 18,-5 1,-1 1,-2 1,-1 1,-1 0,-3 0,15 70,-18-55,-2 1,-2 0,-3 0,-6 78,1-95,-1 0,-2-1,-1 0,-2-1,-1 0,-1-1,-2 0,-1 0,-35 52,35-63,-1 0,0-2,-1 0,-1-1,-1 0,-1-2,0 0,-1-1,0-1,-1-1,0-1,-1-1,0-1,-28 6,15-7,-1-2,1-1,-1-2,0-2,0-1,0-2,0-1,-43-10,26 0,0-1,1-3,1-2,-87-46,103 45,2-1,0-2,1-1,1-1,1-2,-40-46,52 50,1-1,1-1,1 0,2-1,0 0,1-1,2-1,1 0,-9-44,7 8,6 10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13.97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0,'10'11,"1"7,-1 0,0 1,-1 0,9 29,-5-13,15 36,123 340,-123-300,-22-75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16.4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101 351,'-10'-30,"6"19,1-1,0 0,1 0,1 0,-1 0,2-1,0 1,0 0,1 0,5-23,-4 27,1 0,0-1,0 1,0 1,1-1,0 0,1 1,0 0,0 0,0 0,1 1,0 0,0 0,1 0,-1 1,12-7,-8 6,1 0,1 1,-1 0,1 1,0 0,0 1,0 1,0-1,1 2,-1 0,1 0,-1 1,1 1,15 2,-13 0,-1 1,0 0,-1 1,1 0,-1 1,0 0,0 2,-1-1,1 1,-2 1,1 0,10 12,2 5,-1 1,-2 0,-1 2,-1 0,-1 1,-2 1,-1 1,18 55,-21-47,-1 1,-3 0,-1 0,-2 1,-1 0,-5 79,0-106,0-1,-1 0,-1 0,0-1,-1 1,-1 0,-8 18,10-27,0 1,-1-1,1 0,-1-1,0 1,0-1,-1 1,1-1,-1 0,0-1,0 1,0-1,-1 0,1-1,-1 1,0-1,1 0,-1 0,-11 1,0-1,0-1,-1 0,1-1,-1-1,1-1,0-1,0 0,0-1,0-1,-21-9,13 4,0-2,1-1,1 0,0-2,-41-35,42 30,1-2,2 0,0-1,1-1,2-1,-21-40,17 24,3-1,1-1,-15-66,16 39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0.9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1,'9'27,"31"94,-5 3,19 136,-36-112,0 6,-16-143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1.3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0,'15'18,"-7"-10,17 27,-2 2,-1 0,-2 1,-2 1,16 45,-6 4,23 120,-38-131,-2 0,-4 1,-6 135,-2-189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08.3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506 0,'0'7,"-1"-1,0 1,0-1,-1 0,0 0,-5 11,-1 7,-20 74,-26 186,15 108,8 363,28 3,3-758,0 0,0 0,0 0,-1 0,1 1,0-1,0 0,-1 0,1 0,0 0,0 0,-1 0,1 0,0 0,0 0,-1 0,1 0,0 0,0 0,-1 0,1 0,0 0,0 0,-1 0,1 0,0 0,0-1,-1 1,1 0,0 0,0 0,0 0,-1 0,1-1,0 1,-11-6,-28-24,1-2,2-2,-57-66,61 63,-34-36,66 73,-1-1,1 0,-1 1,1-1,-1 0,1 1,0-1,-1 0,1 0,0 0,-1 1,1-1,0 0,0 0,0 0,0 0,0 1,0-1,0 0,0 0,0 0,0 0,1 1,-1-1,0 0,0 0,1 0,-1 1,1-1,-1 0,1 1,-1-1,1 0,-1 1,1-1,-1 0,1 1,0-1,-1 1,1-1,0 1,0 0,-1-1,1 1,1-1,7-3,0 0,0 1,13-4,-7 2,146-48,72-25,-161 50,78-42,-105 44,-14 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10.0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163 54,'0'0,"0"0,0 0,0 0,0 0,10-10,-5 5,1 0,-1 1,1 0,0 0,0 1,1 0,-1 0,1 0,0 1,0 0,-1 0,1 1,0 0,1 0,-1 0,0 1,0 0,0 1,0-1,0 1,10 3,0 0,1 1,-1 1,0 1,-1 0,1 1,-2 1,22 14,-18-8,0 1,-1 1,-1 0,-1 1,0 1,-2 0,0 2,-1-1,12 26,-16-26,0 0,-1 1,-1 1,-1-1,-1 1,-1 0,-1 0,-1 0,0 1,-3 24,0-36,0 1,-1-1,0 0,-1 0,0-1,-1 1,0 0,-1-1,0 0,-1 0,0-1,-8 11,9-14,-1 0,0 0,0-1,-1 0,1 0,-1-1,0 0,0 0,-1 0,1-1,-1 0,1 0,-1-1,0 0,0-1,0 0,-12 1,2-3,1 0,-1 0,1-2,-1 0,1-1,0-1,1 0,-1-2,1 0,0 0,-22-16,11 6,2-1,1-2,0 0,2-2,-34-40,42 46,2-2,0 1,1-2,1 1,1-2,1 1,-11-37,15 39,0-1,2 0,0 0,1 0,1 0,0 0,2 0,0 0,6-24,3 0,-1 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10.4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1,'0'0,"0"0,0 0,0 0,0 0,0 0,0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11.26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273 0,'-4'20,"-11"18,-2-2,-2 0,-1-1,-27 34,18-27,-42 84,62-105,0-1,1 2,2-1,0 1,-4 33,9-49,0 1,1-1,0 1,0 0,1-1,-1 1,1-1,1 1,-1-1,1 1,0-1,1 0,0 0,0 0,0 0,0 0,1-1,0 0,0 0,1 0,-1 0,1 0,6 4,0-3,0-1,0 0,1-1,-1 0,1-1,0 0,0-1,16 2,5 1,-14-2,51 10,69 21,-117-27,0 1,-1 1,0 1,-1 0,0 2,-1 0,24 20,-29-20,-1 0,0 1,-1 1,-1 0,0 1,-1 0,15 28,-22-36,0 0,0 0,-1 0,0 0,0 0,-1 0,0 1,0-1,-1 0,0 1,0-1,0 1,-1-1,-1 0,1 1,-1-1,0 0,0 0,-1 0,0-1,-7 11,1-3,-1-2,-1 1,0-1,-1-1,0 0,-1-1,0 0,0-1,-1 0,-1-1,1-1,-1 0,0-1,-1-1,1 0,-1-1,0-1,-27 2,13-3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0:11.60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0 650,'0'0,"3"-3,6-6,10-10,10-12,11-13,9-8,8-8,5-6,0 0,-5 2,-7 4,-6 5,-6 5,-8 9,-10 11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2.18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0,'2'2,"0"-1,0 1,0-1,0 1,0 0,0 0,2 4,-2-4,21 32,-1 0,-2 1,-1 1,26 73,45 167,-71-211,-17-55,3 5,0 0,2 28,-6-38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2.58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0,'3'3,"0"-1,0 1,0 0,0 1,-1-1,1 0,-1 1,0-1,0 1,0 0,1 4,4 6,111 244,13 25,-109-244,34 43,-49-73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3.66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0,'11'14,"22"38,-2 0,46 112,19 125,-63-174,25 177,-57-276,0-7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4.3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0,'11'14,"36"61,-3 2,-3 2,44 124,60 258,-49-139,-72-245,-18-56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5.55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243 470,'8'0,"42"-7,71-20,-40 7,606-146,240-51,-884 208,-13 2,0 1,1 2,37-1,-68 4,1 1,-1 0,0 0,0 0,0 0,0 0,1 0,-1 0,0 0,0 0,0 0,0 0,1 0,-1-1,0 1,0 0,0 0,1 1,-1-1,0 0,0 0,0 0,0 0,1 0,-1 0,0 0,0 0,0 0,0 0,1 0,-1 0,0 1,0-1,0 0,0 0,0 0,1 0,-1 0,0 1,0-1,0 0,0 0,0 0,0 0,0 1,0-1,0 0,0 0,0 0,0 1,0-1,0 0,0 0,0 0,0 0,0 1,0-1,0 0,0 0,0 0,0 1,0-1,-13 12,-14 6,0-1,-48 23,-273 112,-15-19,299-109,-538 185,118-43,456-156,-65 23,-98 49,180-75,21-8,27-8,167-54,365-103,-92 54,586-62,-1042 172,45-5,68 0,-126 8,-17 0,-17 1,1-2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7.4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0,'3'2,"0"1,1-1,-1 1,0 0,-1-1,1 1,2 4,7 7,21 21,-1 1,-3 2,29 46,63 131,-73-126,88 126,-122-197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7.90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1,'3'13,"135"380,-119-346,32 59,-43-92,0 0,1 0,1-1,1 0,0 0,0-2,1 1,15 10,-23-19,0 0,0-1,0 1,0-1,1 0,-1-1,1 1,-1-1,1 0,0 0,-1 0,1 0,0-1,0 0,0 0,-1 0,1-1,0 0,-1 1,1-2,0 1,5-3,-2 0,-1 0,1-1,-1 1,0-2,0 1,-1-1,0 0,0 0,0-1,-1 0,7-10,-2 0,-1 0,0-1,-1 0,-1 0,-1 0,0-1,-2 0,0 0,-1-1,-1 1,-1 0,-2-37,0 42,-1-1,-1 1,0-1,0 1,-2 0,0 0,0 1,-1-1,-1 1,0 0,-1 1,-1 0,1 0,-2 1,0 0,0 1,-18-15,7 11,0 0,-1 1,0 2,-43-17,45 22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9.28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0 204,'8'-5,"-1"0,0 0,-1 0,1-1,5-6,16-14,-5 8,0 2,2 0,-1 2,2 1,0 1,0 1,52-14,-56 20,0 1,0 1,0 1,0 1,0 1,0 1,0 1,0 1,0 1,37 11,-37-8,-1 2,0 0,0 1,-1 1,0 1,-1 0,0 2,-1 0,27 29,-36-33,0 1,0 0,-1 1,-1-1,0 2,-1-1,0 1,-1 0,0 0,-1 0,-1 1,0-1,0 1,-2 0,0 0,0 0,-2 17,-2-11,-1 0,0 0,-1-1,-2 1,0-1,-1-1,0 1,-2-1,0-1,-1 0,-1 0,0-1,-1-1,-1 0,0-1,-1 0,-1-1,0-1,-1 0,0-1,-1-1,0-1,0 0,-22 6,29-12,0-1,0-1,0 1,0-2,0 1,0-1,0-1,1 0,-1-1,0 0,0-1,1 0,-1 0,1-1,0 0,0-1,0-1,-10-6,0-2,1-1,1-1,0-1,1 0,1-1,0-1,-13-22,4 3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29.6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0,'15'18,"-7"-9,39 55,-3 2,66 134,44 157,-104-235,-11-17,-35-91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31.4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1 249,'1'-1,"1"0,-1 1,1-1,-1 0,1 0,-1 0,1 0,-1 0,0 0,1 0,1-3,3-2,15-12,96-77,-91 76,0 1,52-25,-64 36,0 1,1 1,-1 1,1 0,0 1,0 0,24 0,-27 3,0 0,0 1,0 1,0 0,0 1,-1 0,1 1,-1 0,0 1,19 11,-11-4,0 1,-1 1,0 1,-2 1,0 0,0 1,-1 1,-2 0,16 26,-18-25,-1 1,0-1,-1 2,-2-1,0 1,-1 1,-1-1,-1 1,2 38,-6-47,0 0,-1 0,-1-1,0 1,-1 0,0-1,-1 0,-1 0,1 0,-11 17,10-22,0 1,0 0,-1-1,0 0,0-1,-1 1,0-1,0 0,0-1,-1 0,0 0,0 0,0-1,-1-1,-11 5,2-4,0 0,0-2,0 0,0 0,-1-2,1-1,0 0,0-1,-1-1,2 0,-1-2,0 0,1-1,0 0,-27-16,19 8,1-1,0-1,1-1,1-1,1-1,0 0,2-2,0-1,-21-32,-2-15,11 10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4:33.6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1 370,'0'-30,"0"3,2 0,1 1,1 0,2-1,0 2,2-1,0 1,17-33,-23 53,1 0,-1 1,1-1,0 1,0 0,0 0,1 0,-1 0,1 1,0-1,0 1,0 0,1 0,-1 1,1-1,-1 1,1 0,0 0,0 0,0 1,0 0,0 0,0 0,0 1,0-1,1 1,-1 0,0 1,0-1,0 1,0 0,0 1,0-1,0 1,8 4,4 3,-1 0,0 1,0 1,-2 1,1 0,-1 1,-1 0,19 26,-8-8,-2 1,-2 1,20 44,-26-47,-2 1,-1 0,-2 0,7 42,-12-50,-1 1,-2-1,0 1,-2-1,0 1,-8 39,8-56,-1-1,0 1,0-1,-1 1,0-1,0 0,0 0,-1 0,-4 6,6-10,0 0,0 0,0 0,-1 0,1 0,0-1,-1 1,1-1,-1 1,0-1,1 0,-1 0,0-1,0 1,1 0,-1-1,0 0,0 1,0-1,0 0,0-1,0 1,1 0,-5-2,-6-2,1 0,-1-1,1 0,0-1,1-1,-1 1,2-2,-1 0,-13-12,1-2,2 0,-35-47,33 36,2-2,1 0,2-1,1-1,2-1,1 0,2-1,2 0,2 0,1-1,-1-46,8 58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0.03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0 529,'15'-14,"44"-40,4 2,1 3,2 2,3 4,1 3,2 2,127-45,-122 57,0 5,2 2,122-12,-103 23,0 5,150 13,-193-4,1 2,-1 3,-1 2,90 35,-116-37,-1 1,-1 2,-1 0,0 2,0 1,-2 1,0 0,-1 2,-1 1,29 38,-41-46,0-1,-1 1,-1 1,0 0,-1 0,-1 0,0 0,-1 1,0 0,-1 0,-1 0,-1 0,0 0,0 0,-2 1,0-1,-1 0,0 0,-1 0,-1 0,0 0,-1-1,-1 0,0 0,-1 0,-9 13,3-8,-1 0,0-1,-2 0,0-1,-1-1,-27 20,16-16,-1-2,0-2,-61 26,31-21,0-3,-1-3,-1-2,-90 7,60-13,-139-8,158-5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0.3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0,'10'12,"372"446,-300-348,-5 4,84 165,-146-248,36 67,-41-82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1.7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0 222,'4'4,"-1"1,0-1,0 1,0 0,-1-1,1 1,2 9,5 10,62 105,-62-114,0-1,2 0,-1 0,2-1,-1-1,19 14,-26-23,0 1,0-1,0 0,0 0,1-1,-1 0,1 0,-1 0,1-1,0 1,0-1,0-1,0 1,-1-1,1 0,0-1,0 1,0-1,0 0,0 0,-1-1,1 0,-1 0,1 0,-1-1,0 0,1 0,-2 0,1 0,0-1,-1 0,6-5,5-8,0 0,-2-1,0 0,-1-1,18-37,38-112,-46 109,27-75,-49 133,0 1,1-1,-1 1,0 0,0-1,1 1,-1-1,0 1,0 0,1-1,-1 1,0 0,1-1,-1 1,1 0,-1 0,0-1,1 1,-1 0,1 0,-1 0,1-1,-1 1,1 0,-1 0,1 0,-1 0,1 0,-1 0,0 0,1 0,-1 0,1 0,-1 0,1 1,-1-1,1 0,-1 0,1 0,-1 1,0-1,1 0,-1 0,1 1,-1-1,0 0,1 1,-1-1,0 0,1 1,-1 0,21 24,-20-24,29 42,37 75,16 58,-67-141,169 407,-150-340,-3 1,25 156,-50-216,-3 1,-1 54,-3-82,-1 0,-1 0,0 0,-1-1,-1 1,-1-1,0 0,-1 0,-11 20,13-27,-1-1,0-1,0 1,-1-1,0 0,0 0,0 0,-1-1,0 0,0-1,-8 5,3-4,0 0,0 0,0-2,-1 1,1-2,-21 3,-1-4,0-1,0-2,1-1,-56-12,7-6,1-3,1-3,2-5,-142-77,130 56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2.34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0,'9'17,"42"88,-11-25,52 153,-86-219,1-10,-5-5,-1-1,1 1,0-1,0 0,-1 1,1-1,-1 0,1 0,1-3,89-132,23-30,-106 154,2 0,-1 1,2 1,-1 0,2 0,15-10,-22 17,0 1,1 0,-1 0,1 0,0 1,0 0,-1 0,2 1,-1 0,0 0,0 0,0 1,0 0,0 1,0-1,9 3,-2 1,0 0,0 1,0 1,-1 0,0 1,0 0,0 1,-1 1,-1 0,1 0,14 16,9 14,57 83,-23-27,-59-83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2.8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215 1,'-1'1,"1"1,-1-1,0 1,1-1,-1 1,0-1,0 0,0 1,0-1,0 0,0 0,-2 2,-4 5,-22 31,2 1,2 2,2 0,-21 51,35-69,0 0,2 0,1 1,1 0,1 0,1 1,1-1,1 0,4 41,-2-57,0 0,1 0,0 0,1-1,0 1,0-1,1 1,0-1,9 13,-10-17,0-1,0 0,0 0,0 0,0 0,1-1,-1 1,1-1,0 0,-1 0,1-1,0 1,0-1,0 1,1-1,-1 0,0-1,0 1,0-1,1 0,-1 0,8-1,-1-1,0-1,0 0,0 0,-1-1,1-1,-1 0,0 0,-1-1,1 0,-1-1,0 0,-1 0,1-1,-1 0,8-11,5-8,-1-1,-1-1,25-52,-34 62,-2-2,0 1,-1-1,5-25,-12 45,0 1,0-1,0 0,0 0,1 1,-1-1,0 0,1 0,-1 1,0-1,1 0,-1 1,1-1,-1 0,1 1,0-2,0 2,-1 0,0 0,1 0,-1 0,0 0,1 0,-1 0,0 0,1 0,-1 0,0 0,1 0,-1 0,1 0,-1 0,0 0,1 0,-1 1,0-1,1 0,-1 0,0 0,0 0,1 1,-1-1,20 24,-17-19,32 52,-4 1,-1 1,30 91,-16-15,-32-87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3.45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1,'11'13,"218"319,-73-101,-145-214,-8-12,1 0,-1 0,1 0,0 0,8 7,-11-12,-1 0,1 1,-1-1,0 0,1 0,-1 0,1 0,-1 0,1 0,-1 0,0 0,1-1,-1 1,1 0,-1 0,1 0,-1 0,0-1,1 1,-1 0,1 0,-1-1,0 1,1 0,-1 0,0-1,0 1,1 0,-1-1,0 1,0-1,1 1,-1 0,0-1,0 1,0-1,11-20,-9 17,54-126,-23 51,57-102,-89 180,0-1,0 0,0 0,0 1,0-1,1 1,-1-1,0 1,1 0,-1-1,1 1,-1 0,1 0,0 0,0 0,-1 0,1 0,0 1,0-1,0 0,2 1,-1 0,-1 0,1 1,-1-1,0 1,1 0,-1 0,0 0,0 0,0 0,0 0,0 1,0-1,0 1,0-1,0 1,-1 0,3 2,5 7,0 1,13 23,-17-26,0 0,1-1,0 1,0-1,1 0,0 0,0-1,9 7,-13-13,-1 1,1-1,0 0,0 0,0 0,0-1,0 1,0-1,0 1,0-1,0 0,0 0,0 0,0 0,0-1,0 0,0 1,-1-1,1 0,0 0,0 0,0-1,-1 1,5-4,4-1,-1-2,0 0,-1 0,14-15,29-39,-34 39,0 1,41-36,-57 56,0 1,-1-1,1 1,0 0,0 0,0 0,1 0,-1 0,0 1,0-1,0 0,1 1,-1 0,0-1,0 1,1 0,-1 0,0 1,1-1,-1 0,0 1,0-1,0 1,1 0,-1 0,0 0,0 0,0 0,0 0,3 3,4 3,-1 1,0 0,0 1,12 17,-15-20,153 227,-137-202,-15-21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3.81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0,'0'0,"3"3,3 3,7 9,9 16,9 13,7 10,3 7,0 4,-2 2,-4-3,-9-6,-8-10,-7-14,-6-12,-4-10,-1-7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4.18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1 273,'0'0</inkml:trace>
  <inkml:trace contextRef="#ctx0" brushRef="#br0" timeOffset="1">1063 0,'6'27,"-4"-4,-2-1,0 0,-1 0,-4 25,1-12,-4 33,-15 198,21-210,2 0,14 97,-10-129,2 0,0-1,1 0,1 0,16 31,-17-41,0-1,1 0,1-1,-1 0,2 0,0-1,0 0,0 0,1-1,21 12,-11-10,0-1,1-1,1-1,-1-1,2-1,-1-1,42 4,166-4,-227-5,70-2,-17-1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5.08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1 170,'14'14,"321"374,-267-305,3 4,207 261,-29 17,-233-338,-4-7,0 0,-1 1,10 29,-27-104,-40-239,-20 5,-42-255,103 510,2-1,2 1,1-1,1 0,9-45,-8 69,1 0,0 0,0 0,1 1,1-1,-1 1,1 0,1 1,8-12,-8 14,-1 1,1 0,0 0,0 0,1 1,-1 0,1 0,0 0,0 1,0 0,1 0,-1 1,15-2,1 1,0 1,0 1,0 2,0 0,0 2,0 0,0 1,-1 2,0 0,0 1,0 1,-1 1,0 2,-1 0,0 0,33 27,-45-31,1 1,-1 0,-1 0,0 0,0 1,-1 0,0 1,0-1,-1 1,8 20,-11-23,0 1,-1 0,0 0,0 0,0-1,-1 1,0 0,-1 0,0 0,0 0,0 0,-1 0,0-1,-1 1,-6 13,1-7,-1 0,-1 0,0-1,0 0,-1-1,-1 0,0 0,-1-2,-25 18,1-5,-2-1,-60 24,57-29,42-17,-1 0,1 0,0 0,0 0,-1 0,1 0,0 0,0 0,0 1,-1-1,1 0,0 0,0 0,0 0,-1 0,1 1,0-1,0 0,0 0,0 0,-1 1,1-1,0 0,0 0,0 1,0-1,0 0,0 0,0 1,0-1,0 0,0 0,0 1,0-1,0 0,0 0,0 1,0-1,0 0,0 0,0 0,0 1,0-1,0 0,1 0,-1 1,0-1,0 0,0 0,0 0,0 1,1-1,-1 0,0 0,0 0,0 0,1 0,-1 1,0-1,1 0,17 10,-15-9,191 90,217 139,-373-206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5.87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213 1,'-1'1,"0"1,0 0,0-1,0 0,-1 1,1-1,-1 0,1 0,-1 0,-1 1,-4 3,-7 10,-1 0,2 1,0 0,1 1,1 0,0 1,1 0,-10 28,4-3,2 0,-15 79,25-97,0 1,2 0,0 0,2 0,1 0,1 0,1 0,12 43,-11-55,1 0,1 0,0 0,1-1,0 0,1 0,0-1,1 0,1 0,0-1,0 0,1-1,1 0,-1-1,2 0,17 10,-18-13,1 1,0-2,0 0,0 0,1-1,-1-1,1 0,0-1,0 0,0-1,0-1,0 0,0-1,0-1,0 0,0-1,-1 0,1-1,-1-1,0 0,0 0,0-1,-1-1,0-1,0 1,-1-2,0 1,0-2,16-19,-11 9,-1 0,-1-1,-1-1,0-1,-2 1,-1-2,13-46,-15 41,-2-1,-1 0,-1 0,-2 0,-1 0,-4-42,3 72,0 0,-1-1,1 1,0 0,0-1,0 1,0 0,0-1,0 1,0 0,0-1,0 1,0 0,0-1,0 1,0 0,0 0,0-1,0 1,1 0,-1-1,0 1,0 0,0-1,0 1,1 0,-1 0,0-1,0 1,0 0,1 0,-1-1,9 8,13 25,-17-24,10 15,179 248,-192-268,0-1,1 1,-1-1,0 0,1 1,0-1,-1 0,1 0,0-1,3 3,-5-4,0 0,1 0,-1 0,0 0,1 0,-1 0,0 0,0 0,1-1,-1 1,0 0,0-1,0 1,1-1,-1 1,0-1,0 0,0 1,0-1,0 0,0 0,0 0,0 0,-1 0,1 0,0 0,0 0,0-2,21-33,-1 0,-2-1,21-63,-18 45,30-72,-51 126,-1 0,0 0,1 0,-1 0,1 0,-1 0,1 0,0 0,-1 0,1 0,0 0,0 0,0 1,-1-1,1 0,0 0,0 1,0-1,0 1,0-1,2 0,-2 1,0 1,0-1,-1 0,1 0,0 1,0-1,0 0,0 1,-1-1,1 1,0-1,-1 1,1-1,0 1,-1 0,1-1,-1 1,1 0,-1 0,1-1,0 2,4 7,-1 1,0 0,5 15,-7-18,-1-3,73 254,-70-237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6.8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246 1,'0'0,"-4"11,-1-2,-139 287,125-249,1 1,3 1,2 1,-10 70,22-113,0-1,0-1,0 1,1 0,0 0,0 0,0 0,0 0,1-1,0 1,1 0,-1 0,4 8,-4-13,-1 0,1-1,0 1,-1 0,1-1,0 1,-1 0,1-1,0 1,0-1,0 0,-1 1,1-1,0 0,0 1,0-1,0 0,0 0,0 0,0 1,0-1,-1 0,1 0,0-1,0 1,0 0,0 0,0 0,0-1,0 1,0 0,-1-1,3 0,26-19,-12 3,-1 0,-1 0,0-2,17-28,44-90,-46 81,-5 10,-4 4,2 1,56-74,-79 114,0 1,1 0,-1-1,0 1,0 0,1-1,-1 1,0 0,1-1,-1 1,1 0,-1 0,0-1,1 1,-1 0,1 0,-1 0,1 0,-1-1,0 1,1 0,-1 0,1 0,-1 0,1 0,-1 0,1 0,-1 0,1 1,-1-1,1 0,-1 0,0 0,1 0,-1 1,1-1,-1 0,0 0,1 1,-1-1,0 0,1 1,-1-1,1 1,11 20,-10-18,20 53,-2 1,22 102,-38-139,25 107,-6 0,-6 2,-6 0,-5 159,-8-239,-3 0,-2 0,-16 57,17-83,-2-1,0 1,-1-2,-1 1,-2-1,0-1,-1 0,-26 30,35-46,0 1,0-1,-1 0,1-1,-1 1,0-1,0 0,0 0,-1 0,-9 3,12-6,0 1,0-1,0 1,0-1,0 0,0 0,0 0,0 0,0-1,0 1,0-1,0 0,1 0,-1 0,0 0,0 0,1-1,-1 1,1-1,-1 1,1-1,-4-4,2 3,1 0,0-1,0 0,0 0,0 1,1-2,0 1,-1 0,1 0,1-1,-1 1,1-1,0 1,0-1,0 0,0 1,1-1,0 0,0 0,0 0,1 1,-1-1,1 0,0 1,0-1,1 1,2-7,4-6,1 1,1 0,0 0,1 1,22-24,33-33,91-75,87-52,18-14,-194 151,100-115,-151 156,0-1,21-37,-34 51,0 1,0-1,-1 0,0 0,-1-1,1 1,-2 0,1-1,-1 1,0-1,-1 0,-1-10,1 17,0-1,0 1,0 0,-1 0,1 0,-1 0,0 0,1 0,-1 0,0 0,0 0,0 0,0 0,-1 1,1-1,0 0,-1 1,1-1,-1 1,0-1,1 1,-1 0,0 0,0 0,0 0,0 0,0 0,0 0,0 1,0-1,0 1,0-1,-3 1,0 0,0 1,0-1,0 1,0 0,0 1,0-1,1 1,-1 0,0 0,1 0,0 1,-1 0,-5 4,1 2,-1 0,1 0,1 1,0 0,0 1,1-1,0 2,1-1,0 1,1 0,0 0,1 0,0 0,1 1,1 0,0 0,1 0,0 0,1 15,1-5,1 0,1 0,1 0,1-1,1 0,1 0,1 0,1-1,0 0,15 21,-9-19,2 0,1-1,1-1,0-1,2 0,0-2,1 0,1-2,0 0,1-2,1 0,46 17,-35-18,0-1,1-2,0-2,0-2,1-1,0-2,-1-1,76-7,-97 3,-1 0,1-1,-1-1,30-11,-17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7:48.5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1,'1'0,"0"1,0 0,-1-1,1 1,0 0,-1 0,1 0,-1-1,1 1,-1 0,1 0,-1 0,0 0,1 1,0 1,11 27,-2-1,-1 2,7 43,-7-35,33 166,30 130,25-8,-84-291,1-1,3 0,0-1,24 33,-29-51,0 0,2-1,-1-1,2 0,0 0,0-2,1 0,1-1,27 14,-4-7,0-1,2-3,77 17,134 7,453 9,6-57,649-90,-562 33,350-10,-158 12,4019-261,-2480 177,-1732 101,463-25,-1031 61,1287-51,-831 35,34-1,-528 25,447-20,-369-9,-208 22,-1-4,79-28,-114 32,-1 0,0-2,0-1,-2-1,34-27,-43 31,0-2,-1 0,-1 0,0-1,-1 0,0-1,-1-1,-1 0,11-25,-16 29,-1 0,0-1,0 1,-1-1,-1 0,0 1,-2-19,-2-6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49.5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08.7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0.5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0 386,'21'-19,"6"-11,2 2,1 1,1 2,1 0,64-35,-70 46,0 1,1 1,0 1,1 2,1 1,-1 1,1 2,51-4,-56 9,-1 2,1 1,0 0,-1 2,1 1,-1 1,-1 0,1 2,-2 1,1 0,-1 2,-1 0,24 20,-14-9,-1 2,-1 1,-2 1,-1 2,0 0,-3 2,31 52,-36-51,-2 1,21 60,-31-75,0-1,-1 1,-1 0,-1 0,-1 1,0-1,-3 25,2-39,-1 1,0-1,0 0,0 1,0-1,-1 0,1 0,-1 0,0 0,-1 0,1-1,-1 1,1-1,-1 1,0-1,0 0,-1 0,1 0,-1-1,-4 4,3-4,-1 1,1-1,-1 0,0-1,1 1,-1-1,0-1,0 1,0-1,0 0,0 0,0 0,1-1,-11-2,2-1,0-1,0-1,0 0,0-1,1 0,0-1,1 0,0-1,0-1,1 0,-12-13,0-3,0-1,2-2,-29-50,35 52,1 0,1-1,1-1,2 0,1 0,1-1,2 0,-3-32,8 48,1-1,0 0,1 1,1-1,0 0,1 1,1 0,6-16,-6 19,1 1,1-1,0 1,0 0,1 1,0-1,1 1,0 1,0 0,1 0,12-9,-7 8,0 1,0 0,1 1,0 0,0 1,1 1,0 0,0 1,16-1,-10 2,0 2,0 0,0 1,0 2,0 0,25 6,-4 3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1.0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288 0,'-1'0,"0"1,0-1,0 0,0 1,0-1,0 1,0-1,0 1,1 0,-1-1,0 1,0 0,1-1,-1 1,-1 2,-3 2,-33 30,1 2,-56 73,80-93,1 1,1 0,0 1,2 0,0 1,1-1,1 2,1-1,-5 34,9-41,2 1,-1-1,2 0,0 0,4 20,-4-27,0-1,1 1,0 0,0-1,0 0,1 0,-1 1,1-1,0-1,1 1,-1 0,1-1,0 0,9 7,-10-9,-1-1,1 1,0-1,0 0,0 0,0 0,0-1,0 1,1-1,-1 1,0-1,0 0,0-1,0 1,0 0,0-1,1 0,-1 1,0-1,0 0,-1-1,1 1,0 0,0-1,-1 0,6-3,6-6,0-1,0-1,17-19,-20 20,10-13,-16 18,0 0,0 1,0 0,1 1,0-1,13-8,-17 13,0 0,0 1,0-1,1 1,-1 0,0-1,0 1,1 0,-1 0,0 1,0-1,1 0,-1 1,0-1,0 1,0 0,4 1,35 22,-39-23,21 16,-1 1,0 1,-1 0,-1 2,22 29,-6 0,43 76,-61-92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1.4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1,'0'0,"20"24,14 25,44 85,15 60,-64-130,22 47,70 142,-95-204,3-2,68 87,-79-114,0-1,1-1,1-1,33 23,-41-32,0-1,0-1,1 0,-1 0,2-1,-1-1,0 0,1-1,0 0,15 0,-3-4,-7-3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1.7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0 169,'0'0,"0"0,0 0,3 0,9-2,11-4,15-7,15-5,9-4,5 0,2 1,0 1,-1 1,-8 4,-16 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2.1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257 210,'0'0,"0"0,3 3,6 11,10 18,13 19,8 14,7 8,0 2,-3-1,-2-7,-7-10,-5-12,-9-13,-8-13,-5-9</inkml:trace>
  <inkml:trace contextRef="#ctx0" brushRef="#br0" timeOffset="1">0 0,'0'0,"0"0,0 0,0 0,0 0,0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2.4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0,'0'4,"1"0,0 0,0 0,0 0,0-1,1 1,2 5,4 11,30 111,32 94,-60-201,1 0,1-1,1 0,1 0,1-2,33 38,-40-51,1-1,0 0,0 0,1-1,0 0,0 0,0-1,1 0,-1-1,1 0,0-1,18 3,-23-5,-1-1,0 1,0-1,0 0,0 0,0 0,0-1,0 0,0 0,0 0,0-1,0 0,0 1,0-2,-1 1,1-1,-1 1,0-1,0 0,0-1,0 1,0-1,-1 1,0-1,1 0,-1 0,-1-1,1 1,-1-1,3-5,-1-3,1 0,-2 0,0-1,-1 0,0 1,-1-1,0 0,-3-27,0 24,-1 1,0 0,-1 0,0 0,-2 0,0 1,-9-18,8 20,-1 1,-1 1,0-1,0 1,-1 1,-1 0,1 0,-2 1,-14-9,-6-1,0 2,-48-19,57 27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3.4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1 122,'2'-1,"0"0,0 0,0 0,0-1,0 1,0 0,0-1,-1 1,1-1,0 1,-1-1,1 0,1-2,6-6,2-1,1 2,1 0,0 0,0 1,0 1,1 0,0 0,1 2,19-6,-25 9,1 0,-1 1,1 0,0 0,-1 1,1 0,0 1,-1 0,1 1,0 0,-1 0,0 1,1 0,-1 1,16 8,-2 3,-1 1,0 1,-2 1,0 0,25 31,-23-22,-1 1,-2 1,30 56,-24-22,-23-59,-1 1,0-1,0 1,0-1,-1 1,1 0,-1-1,0 1,0-1,-1 1,0-1,-1 6,2-9,-1 1,0-1,0 0,0 1,0-1,0 0,0 0,0 0,0 0,-1 0,1 0,0 0,-1 0,1 0,0-1,-1 1,1-1,-1 1,1-1,-1 1,1-1,-1 0,0 0,1 0,-1 0,1 0,-1 0,1 0,-1 0,-2-1,-6-1,1 0,0-1,-16-6,4-1,0-1,1-1,0-1,1 0,0-2,-22-22,2-3,-51-68,60 68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3.9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502 1,'-23'2,"1"1,0 1,1 1,-1 1,-22 9,41-14,-19 7,0 1,0 1,1 0,1 2,-1 0,2 2,0 0,1 1,-18 19,23-20,0 0,2 2,0-1,0 1,2 1,0 0,1 0,1 1,0 0,1 0,-5 36,6-16,3 1,1-1,2 1,1-1,2 1,2-1,1 0,21 60,13 15,78 154,-72-174,50 117,-85-169,-12-32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4.2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1 196,'0'0,"2"0,13-3,19-6,27-7,24-7,14-1,9 0,3 1,2 3,-2 1,-4 4,-9 5,-18 4,-23 2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1.5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403 1,'-23'26,"-40"37,-90 118,129-148,2 0,1 1,2 2,1-1,2 2,-12 43,24-66,0 0,2 0,-1 0,2 0,0 0,1 0,2 27,-1-35,0-1,0 1,1-1,0 1,0-1,0 0,1 0,0 0,-1 0,2 0,-1-1,1 1,-1-1,1 0,0 0,1 0,-1 0,1-1,0 0,-1 0,1 0,8 2,12 4,1-2,0 0,0-2,1-1,48 1,-27-2,64 5,203 21,-265-21,0 2,0 3,-1 1,54 25,-81-29,-1 0,0 2,-1 0,21 18,-35-26,-1 0,0 0,0 1,0 0,-1 0,0 0,0 1,0-1,0 1,-1 0,0 0,0 0,-1 1,0-1,0 0,0 1,-1 0,0-1,0 8,-1-9,-1-1,0 1,0-1,0 1,-1-1,1 1,-1-1,0 0,0 0,-1 0,1 0,-1 0,0 0,0-1,0 0,0 1,-1-1,1 0,-6 3,-7 4,0 0,0-2,-27 11,-8 0,0-2,-81 15,-108 3,173-28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2.2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0,'2'2,"0"0,0 0,-1 0,1 0,0 0,-1 1,1-1,-1 0,0 1,2 3,3 6,199 360,-32-56,-173-316,0 0,0 0,0 0,0 0,0 1,0-1,0 0,0 0,1 0,-1 0,0 0,0 0,0 1,0-1,0 0,0 0,0 0,1 0,-1 0,0 0,0 0,0 0,0 0,0 0,1 0,-1 0,0 0,0 0,0 0,0 0,1 0,-1 0,0 0,0 0,0 0,0 0,0 0,1 0,-1 0,0 0,0 0,0 0,0 0,1 0,5-9,3-16,-9 23,44-173,11-33,-53 200,1 0,0 0,1 0,0 0,0 1,10-13,-11 17,-1 0,1 0,0 1,0 0,0-1,0 1,1 0,-1 0,0 1,1-1,-1 1,1 0,0-1,0 2,-1-1,1 0,6 1,2-1,1 2,-1 0,1 0,-1 2,0-1,21 8,68 35,-73-31,2 0,32 9,-56-21,1-1,0 0,0 0,-1-1,1 1,0-2,0 1,0-1,0 0,0 0,-1 0,1-1,-1-1,1 1,-1-1,0 0,0 0,7-5,8-7,-1-1,0-1,26-30,-17 18,-11 10,-14 13,1 0,0 1,0 0,0 0,1 0,0 1,0-1,0 1,0 1,8-4,-12 7,0 0,0 0,0 0,1 0,-1 0,0 0,0 1,0-1,0 1,0-1,0 1,0 0,0 0,0 0,0 0,0 0,-1 0,1 0,2 2,30 32,-28-28,67 91,-20-24,-45-64,1 0,0-1,12 10,0-4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2.7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321 0,'0'0,"0"0,-4 4,-38 27,2 3,1 1,-39 46,65-65,0 0,1 0,1 1,0 1,2-1,0 2,1-1,0 1,2 1,0-1,-3 24,8-37,0 0,1 1,0-1,0 0,1 1,-1-1,1 0,0 1,1-1,0 0,0 0,0 0,1-1,-1 1,2 0,-1-1,0 0,1 1,0-2,0 1,1 0,-1-1,1 0,0 0,0 0,0 0,1-1,-1 0,1 0,0-1,0 1,0-1,0-1,0 1,0-1,1 0,-1 0,0-1,1 0,-1 0,0 0,1-1,10-2,0-2,-1 0,1-1,-1 0,0-1,-1-1,0-1,0 0,-1-1,0-1,17-15,-3-2,-1-1,-1-1,32-48,-49 64,-1-1,0-1,0 1,5-19,-10 34,3 7,4 14,-9-20,47 107,-5 1,39 152,-74-227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3.1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0,'11'15,"20"38,-1 2,27 72,32 119,-88-242,232 849,-231-842,-2-7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3.4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1,'2'2,"0"0,0 0,-1 0,1 0,0 1,-1-1,0 1,1-1,-1 1,1 5,3 4,145 368,-31 13,-118-390,45 157,93 330,-132-467,-4-10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3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1 312,'17'-4,"57"-25,-2-3,81-49,-118 62,-18 10,-7 4,0 0,-1 0,1-1,-1 0,-1 0,1-1,-1 0,0-1,6-8,-13 15,0-1,0 1,0 0,-1 0,1 0,-1 0,1-1,-1 1,1 0,-1-1,0 1,0 0,1-1,-1 1,0 0,0-1,0 1,-1-1,1 1,0 0,0 0,-1-1,1 1,-1 0,1-1,-1 1,0 0,1 0,-1 0,0 0,0 0,0 0,0 0,0 0,0 0,0 0,0 0,0 0,0 1,0-1,0 0,-1 1,-1-1,-4-2,0 0,0 1,-1 0,1 0,-1 0,-11 0,4 1,1 1,-1 1,0 0,1 0,-1 2,1 0,-1 0,1 1,0 1,1 0,-1 1,1 1,0 0,1 1,0 0,0 1,0 0,1 1,1 0,0 1,0 0,1 0,0 1,1 0,1 1,-1 0,2 0,-9 25,10-19,0 0,1 0,1 0,1 1,0-1,2 1,0 0,1-1,4 21,0-14,1-1,2 0,0 0,1-1,1 0,21 33,-16-33,0 0,2-1,1-1,0-1,2-1,0 0,1-2,1 0,1-1,1-2,0 0,1-1,42 16,-50-25,0 0,0-1,0 0,25 1,-2-5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4.1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269 0,'0'2,"-1"0,0-1,1 1,-1-1,0 0,0 1,0-1,0 0,0 1,0-1,0 0,-2 1,-3 6,-29 35,-82 108,101-127,1 0,1 0,2 2,-17 43,27-60,-1 1,1 0,0-1,1 1,0 0,1 0,0 0,0 0,1 0,0-1,1 1,0 0,1-1,0 1,0-1,1 0,1 0,-1 0,1 0,12 15,18 17,2-1,56 47,16 17,-89-83,-2 1,0 0,18 32,-32-48,-1 0,0 0,0 1,-1-1,0 1,0-1,0 1,-1 0,0 0,0 0,0 0,-1 7,-1-10,0 0,1 1,-2-1,1 0,0 0,-1 0,0 0,0 0,0 0,0 0,0 0,-1-1,0 1,0-1,0 0,0 0,0 0,-1 0,-6 4,5-4,-1 0,0 0,0-1,0 0,0 0,0 0,0-1,-8 2,-13-2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4.5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1,'2'1,"0"0,0 0,0 0,0 0,0 1,0-1,0 1,2 1,13 21,-1 1,-1 0,-2 1,20 51,-17-38,69 170,-29-63,102 184,-139-296,3 0,0-2,2 0,2-2,0-1,40 34,-53-52,0-1,1 0,0-1,1-1,0 0,0-1,1-1,-1 0,2-1,-1 0,0-2,1 0,0-1,-1 0,1-2,0 0,20-2,-34 2,0 0,1-1,-1 1,0-1,0 0,0 1,0-1,0 0,0-1,-1 1,1-1,0 1,0-1,-1 0,1 0,-1 0,0 0,0 0,0 0,0-1,0 1,0-1,2-4,0-6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5.6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1658 0,'0'0,"0"0,-8 3,-14 6,-21 10,-32 13,-33 11,-25 10,-20 7,-20 3,-10 3,4-5,16-7,24-8,29-8,29-11,26-10,23-8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4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0,'2'2,"0"-1,-1 1,1 0,-1 0,1 0,-1 0,0 0,0 0,0 0,0 0,1 3,1 3,56 122,58 191,-109-297,102 337,48 137,-131-427,50 87,-53-115,2-2,2 0,39 43,-46-62,0-1,1-1,1 0,1-2,0-1,33 17,-36-23,0-2,0-1,1 0,0-2,0 0,1-1,-1-2,46 2,-52-5,1-1,-1 0,0-1,0-1,-1-1,20-6,-12 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5.7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468 239,'-8'0,"1"1,-1 0,1 0,0 1,0 0,0 0,-8 5,-47 25,55-29,-24 16,1 1,1 1,1 2,-45 46,56-52,1 1,1 1,1 1,1 0,1 1,0 0,2 1,-9 27,15-39,2 1,-1-1,2 1,-1-1,1 1,1 0,0-1,0 1,1 0,1-1,3 14,-3-16,1 0,0 0,1-1,-1 0,2 1,-1-1,1-1,0 1,0-1,0 0,1 0,0 0,1-1,-1 0,9 5,-3-3,0-1,1 0,-1-1,1 0,0-1,0 0,0-2,1 1,-1-1,1-1,0-1,-1 0,1 0,-1-1,27-6,-29 4,0 0,-1-1,1 0,-1-1,1 0,-1 0,-1-1,1 0,-1-1,0 0,-1 0,1-1,-1-1,-1 1,0-1,0 0,-1-1,0 1,7-16,-7 9,-1-1,0 1,-1-1,0 0,-2 0,0-1,-1-20,-13-126,1 48,11 99,0 1,0-1,6-31,-4 42,-1 0,1-1,0 1,1 0,-1 0,1 1,0-1,1 0,-1 1,1 0,0 0,1 0,4-4,-7 8,-1 0,1 0,0 0,0 0,0 0,0 0,0 1,1-1,-1 1,0 0,0-1,0 1,0 0,0 0,1 1,-1-1,0 0,0 1,0-1,0 1,0-1,0 1,0 0,0 0,0 0,0 0,3 3,6 4,0 1,0 0,11 11,-18-16,41 44,-2 1,-2 1,53 90,82 179,-156-284,-10-17,0 1,12 33,-23-58,1 1,0-1,0 0,1 1,-1-1,4-8,-2 1,8-47,3 0,39-109,-42 144,1 0,1 0,2 1,0 1,1 0,2 1,0 1,38-36,-47 50,-1 1,1 0,0 1,0 0,1 0,0 1,0 0,0 0,0 1,0 1,1-1,-1 1,1 1,0 0,-1 0,1 1,0 0,0 1,-1 0,1 0,0 1,-1 1,0-1,1 2,13 5,6 6,0 1,-1 1,-1 2,0 0,-1 2,-2 1,0 1,-1 1,-1 1,20 30,-4 6,-35-56,-1 0,1 1,-1 0,0-1,-1 1,1 0,-1 0,0 0,0 9,-4-12,-4-7,-8-10,14 13,-18-21,1-1,1-1,1-1,2 0,-23-53,16 24,3 0,-12-62,21 72,3 0,2-1,1-62,4 80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6.8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332 0,'0'0,"-7"3,-15 8,1 0,0 1,0 1,1 1,-27 24,22-14,0 1,2 1,-24 35,40-51,0 1,1 0,0 0,1 0,1 1,-1 0,2 0,-4 18,6-26,1 0,-1 0,1-1,0 1,0 0,0 0,0-1,1 1,0 0,-1-1,1 1,1-1,-1 1,0-1,1 1,0-1,0 0,0 0,0 1,0-2,1 1,-1 0,1 0,0-1,-1 1,1-1,0 0,1 0,-1 0,0-1,1 1,4 1,1 0,1-1,-1 0,1-1,-1 0,1-1,-1 0,1 0,-1-1,1 0,-1-1,1 0,-1 0,10-4,4-3,0-1,-1-1,39-26,-42 25,62-45,-72 50,-1 0,-1-1,1 0,-1 0,0 0,10-18,-17 26,0 0,0 0,0-1,0 1,0 0,1 0,-1-1,0 1,0 0,0 0,0 0,0-1,1 1,-1 0,0 0,0 0,0 0,0 0,1-1,-1 1,0 0,0 0,1 0,-1 0,0 0,0 0,1 0,-1 0,0 0,0 0,0 0,1 0,-1 0,0 0,0 0,1 0,-1 0,0 0,0 0,1 0,-1 0,0 0,0 0,1 0,-1 1,0-1,0 0,0 0,0 0,1 0,-1 1,0-1,0 0,0 0,0 0,0 1,1-1,-1 0,0 1,9 17,-7-13,26 66,-3 2,26 127,-32-92,7 140,-24-69,-3-159,-1 0,-1 0,-1 0,-1-1,-1 1,-14 34,18-50,0 0,0-1,0 1,0-1,-1 1,1-1,-1 0,0 0,0 0,0 0,-1 0,1-1,0 0,-1 1,0-1,0-1,1 1,-1 0,0-1,0 0,-7 1,6-1,1-1,-1-1,0 1,0-1,0 0,0 0,1 0,-1 0,0-1,1 0,0 0,-1 0,1-1,0 1,0-1,0 0,0 0,-4-5,1 0,-1 0,1-1,0 0,1 0,0-1,0 0,1 0,0 0,1 0,0-1,1 0,0 1,1-1,0-1,0 1,2 0,-1-15,2 10,1 0,0 0,1 1,1 0,0-1,1 1,1 1,0-1,1 1,0 0,19-24,-5 12,1 1,1 1,1 1,2 2,0 0,50-29,185-84,-222 116,54-24,0 1,131-81,-219 119,1-1,-1 1,0-1,0-1,-1 1,1-1,3-5,-7 9,-1 0,1 0,0 0,-1 0,0 0,1 0,-1 0,1 0,-1 0,0 0,0-1,0 1,0 0,0 0,0 0,0 0,0 0,-1-2,1 1,-1 1,0-1,0 1,0-1,0 1,0 0,0-1,-1 1,1 0,0 0,-1 0,1 0,-1 0,1 0,-1 0,-1 0,-6-3,0 1,0-1,-1 2,1 0,-1 0,0 0,1 2,-1-1,0 1,0 0,0 1,1 0,-1 1,0 0,1 0,-10 5,6-3,0 2,0-1,1 2,0 0,0 0,1 1,-1 0,2 1,0 0,-18 21,22-22,-1 1,2 1,-1-1,1 1,1 0,0 0,0 0,1 1,0-1,-2 17,4-11,0 0,1 0,1 0,0-1,1 1,7 24,1-7,2 0,0-2,3 1,1-2,1 0,21 29,19 13,-49-63,0 0,1 0,1-1,-1-1,15 9,-18-13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7.2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1,'-13'26,"-2"-3,1 1,1 1,1 0,2 0,-10 33,17-46,1 0,0 1,1-1,0 0,0 0,2 1,-1-1,2 0,0 1,0-1,1 0,0 0,1-1,7 15,0-4,1-2,1 1,31 35,56 49,-69-76,-2 1,-1 2,44 64,-68-90,-1-1,0 1,-1 0,1 0,-1 0,-1 0,1 0,-1 0,1 8,-2-11,0 0,0 0,0-1,-1 1,1 0,-1-1,1 1,-1 0,0-1,0 1,0-1,-1 1,1-1,-1 0,1 1,-1-1,0 0,1 0,-1 0,0 0,-1-1,1 1,-4 2,-1-1,1 0,-1 0,0 0,0-1,0 0,0-1,0 0,-1 0,1 0,0-1,0 0,-12-2,-3-1,-1-1,-36-12,10-1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7.6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1,'1'0,"-1"1,1 0,0-1,-1 1,1 0,-1-1,1 1,-1 0,1 0,-1-1,1 1,-1 0,0 0,0 0,1 1,0 2,14 38,-3 1,10 55,-9-32,14 56,63 262,31-11,-108-340,2-2,1 0,1-1,1 0,26 30,-34-48,1-1,0-1,0 0,1 0,26 16,-29-21,0-1,1 0,-1 0,1-1,0 0,0-1,0 0,0 0,19 0,-27-2,1 0,-1 0,0 0,1 0,-1 0,0 0,1-1,-1 1,0-1,0 0,1 0,-1 0,0 0,0 0,0 0,0 0,0-1,0 1,-1-1,1 1,0-1,-1 0,3-2,1-8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8.0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1 109,'0'0,"2"0,10 0,15 0,21 0,21-2,17-4,14-4,12-3,8-1,0-2,-6 0,-12 2,-18 3,-22 5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8.9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1 532,'24'-1,"1"-1,-1-1,0-1,0-1,25-10,114-49,-140 54,313-139,114-49,-398 176,49-18,-86 35,1 1,-1 1,1 0,30-1,142 7,-189-3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19.5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0,'3'14,"23"102,20 205,-23-137,34 129,-37-231,54 138,-62-193,0-1,2 0,0-1,2-1,1 0,26 28,-33-41,0-1,1 0,0-1,1 0,0-1,0-1,1 1,0-2,0 0,1 0,-1-2,1 1,1-2,18 3,-5-3,32-1,-51-2,-1-1,1 0,-1 0,0 0,1-1,-1-1,0 1,10-6,-13 5,0 0,-1-1,0 1,1-1,-1 0,-1 0,1 0,-1-1,6-8,23-51,-15 26,16-30,111-206,-110 217,3 1,69-82,-93 124,0-1,1 2,0 0,2 0,28-18,-40 29,0 0,0 0,0 0,0 1,0-1,0 1,0 0,1 0,-1 0,0 0,1 1,-1 0,0 0,1 0,-1 1,0-1,1 1,-1 0,0 0,0 1,0-1,0 1,0 0,0 0,0 0,0 0,-1 1,1-1,-1 1,0 0,5 5,-2 1,1-1,-2 0,1 1,-1 0,0 1,-1-1,0 1,-1 0,0 0,0 0,-1 0,1 15,-2-14,0 1,-1-1,0 1,-1-1,-1 1,0-1,0 0,-1 1,-1-1,-9 21,12-29,-1 0,1 0,-1 0,0 0,0 0,0 0,-1-1,1 1,-1-1,1 0,-1 1,0-1,0 0,0-1,0 1,0 0,0-1,0 0,-1 1,1-2,0 1,-1 0,1 0,-1-1,1 0,-1 0,1 0,-1 0,1 0,-1-1,1 0,-1 0,1 0,0 0,-1 0,1 0,0-1,-3-1,-9-7,0 1,-24-23,7 3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6.3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595 1,'-17'4,"-4"5,1 1,0 1,-23 16,-57 46,81-58,-34 26,2 2,-60 66,96-92,0 1,0 0,2 1,1 1,0 0,1 1,2 0,0 0,1 1,-7 32,13-43,0 1,1-1,1 1,0-1,0 0,1 1,0-1,1 0,5 15,-6-21,1 1,1-1,-1 0,1 0,0 0,0 0,0 0,1-1,-1 1,1-1,0 0,1 0,-1-1,1 1,-1-1,1 0,0 0,0-1,1 1,6 1,0 0,1-2,0 0,0 0,0-1,0-1,0 0,0-1,0 0,0-1,0 0,0-2,0 1,13-6,-3-1,0 0,0-1,-1-2,-1 0,38-31,-38 25,0-1,-1 0,18-25,-27 31,-2-1,1 0,-2 0,0 0,-1-1,7-21,-14 36,0 1,0-1,0 1,0 0,0-1,0 1,0-1,0 1,0 0,0-1,0 1,0-1,0 1,1 0,-1-1,0 1,0 0,0-1,1 1,-1 0,0-1,0 1,1 0,-1 0,0-1,1 1,-1 0,0 0,1-1,-1 1,0 0,1 0,-1 0,1 0,-1 0,0 0,1 0,-1 0,1 0,-1 0,0 0,1 0,-1 0,1 0,-1 0,0 0,1 0,-1 0,1 0,-1 0,0 1,1-1,-1 0,0 0,1 1,-1-1,0 0,0 0,1 1,-1-1,1 1,18 27,-13-18,36 60,50 112,-74-139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7.1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0,'0'0,"9"10,4 8,0 1,-2-1,14 30,1 2,167 247,-191-294,1 2,1 0,-1-1,1 1,0-1,7 5,-11-9,1 1,0 0,0-1,0 1,0-1,0 1,0-1,0 0,0 1,0-1,1 0,-1 0,0 0,0 1,0-1,0 0,0-1,0 1,0 0,0 0,1 0,-1-1,0 1,0 0,0-1,0 1,0-1,0 0,0 1,-1-1,1 0,0 1,0-1,1-1,9-13,0 0,0 0,-2-1,10-20,0 1,22-47,-28 53,2-1,1 2,27-35,-41 60,0 1,1-1,-1 1,1-1,0 1,0 0,0 0,0 0,0 1,0-1,1 1,-1 0,0 0,1 0,-1 0,1 0,-1 1,1 0,-1-1,1 1,-1 1,1-1,-1 0,1 1,-1 0,1 0,4 1,8 5,1 0,-1 1,-1 0,20 14,-10-5,-21-15,0 1,0-1,1 1,-1-1,1 0,-1-1,1 1,-1-1,1 0,0 0,0 0,-1-1,1 1,0-1,0-1,0 1,-1 0,1-1,0 0,0 0,-1-1,1 1,-1-1,1 0,-1 0,0-1,0 1,7-6,15-10,-5 2,1 1,1 1,31-14,-46 25,0 0,1 1,-1-1,0 2,1-1,-1 1,1 0,0 1,-1 0,1 1,0-1,-1 2,1-1,11 4,-5 1,0 1,0 0,0 1,-1 1,-1 0,0 1,0 0,0 1,15 19,-6-5,-1 1,-1 1,27 49,-31-44,-6-8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7.9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1 194,'10'13,"386"682,-375-655,161 335,-54-106,-122-259,-5-12,-5-22,-90-409,-32-164,94 379,29 182,1-1,2 1,10-70,-9 99,0 0,1 0,-1 1,2-1,-1 0,1 1,0 0,0-1,1 1,5-6,-7 9,1 0,-1 1,1 0,0-1,0 1,0 0,0 1,0-1,0 1,1-1,-1 1,1 0,-1 0,1 0,-1 1,1-1,-1 1,1 0,-1 0,1 0,4 1,7 1,1 1,-1 1,0 1,0 0,0 1,-1 1,0 0,0 0,14 12,-6-3,-1 1,0 0,-2 2,28 33,-37-40,0 2,-1 0,-1 0,0 0,-1 1,0 0,-1 1,-1-1,-1 1,0 0,2 21,-5-27,-1 0,1-1,-2 1,0 0,0 0,-1 0,0 0,0-1,-1 1,-1-1,1 0,-2 0,1 0,-1-1,0 1,-1-1,0 0,0-1,-14 13,10-12,0 0,0-1,0-1,-1 0,0 0,-1-1,1 0,-1-1,0-1,-14 3,-14 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8.5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1,'1'1,"1"0,-1 0,1 1,-1-1,0 0,1 1,-1-1,0 1,0-1,0 1,0-1,0 3,2 2,110 182,107 160,-146-255,-64-82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8.8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0,0 0,0 0,0 0,0 0,0 0,0 0,0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29.2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0,'11'15,"9"23,21 54,-21-45,242 599,-18-43,-178-457,-56-125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30.1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1 316,'0'0,"10"-1,-1-2,-1 0,0-1,16-10,0 0,83-44,3 5,164-54,-118 58,-127 39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30.5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1,'3'8,"39"127,-10-23,119 283,-106-297,113 177,-139-246,2 0,1-1,1-1,1-1,33 26,-49-45,1 0,0-1,0-1,0 1,1-1,-1-1,1 0,1 0,-1-1,0 0,1-1,-1 0,1-1,0 0,-1-1,1 0,0 0,0-2,-1 1,1-1,11-4,3-3,-1-2,0 0,-1-2,0 0,-1-2,-1 0,0-2,-1 0,-1-1,27-33,-17 14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31.9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0,'0'0,"0"7,1 0,0-1,0 1,1 0,3 7,4 19,196 896,-168-793,30 130,-55-206,-3 0,3 89,-12-139,1-5,-1 0,0 1,0-1,-2 10,1-14,1 0,0 0,0-1,-1 1,1 0,-1 0,1 0,0-1,-1 1,1 0,-1 0,0-1,1 1,-1 0,0-1,1 1,-1-1,0 1,0-1,1 1,-1-1,0 0,0 1,0-1,1 0,-1 0,0 1,0-1,0 0,0 0,0 0,0 0,-1 0,-7-2,0 0,0 0,0 0,1-1,-1-1,-14-7,-49-32,64 38,-39-27,2-2,0-1,-61-66,101 96,0-1,0 0,1 0,0 0,0 0,0-1,1 0,-1 0,2 0,-4-11,5 13,1 0,-1 1,1-1,0 0,1 0,-1 1,1-1,0 0,0 1,0-1,1 1,0-1,0 1,0 0,0 0,0-1,1 2,3-5,10-11,0 2,1 0,1 1,0 0,25-15,109-61,-134 82,552-277,-557 281,10-4,0-1,34-22,-56 32,-1 1,1 0,-1-1,1 1,0 0,-1-1,1 1,-1-1,1 1,-1-1,1 1,-1-1,1 1,-1-1,0 0,1 1,-1-1,0 0,1 1,-1-2,-11 0,-24 9,16-1,0 0,1 2,0 0,0 1,1 1,0 0,0 1,2 1,-1 1,-20 21,28-25,1-1,0 1,1 1,-1-1,2 1,0 0,0 0,0 1,1-1,1 1,0 0,1 0,0 0,0 0,1 1,0-1,1 0,1 0,3 22,0-16,2-1,-1 0,2 0,0-1,1 0,0 0,2-1,-1 0,2 0,0-1,0-1,1 1,24 17,-2-5,1-1,1-1,1-2,53 22,-56-28,0-1,1-2,1-2,-1-1,2-1,39 3,-61-11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32.8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36,'11'17,"58"111,60 103,-95-176,3-2,47 52,-76-95,1 0,0-1,1 0,0-1,0 0,18 9,-24-15,1 0,0 0,0 0,0 0,1-1,-1 0,0 0,0 0,1-1,-1 0,0 0,1 0,-1 0,0-1,1 0,-1 0,0-1,6-2,-1 0,-1-1,0 0,-1-1,1 0,-1 0,0-1,-1 0,1 0,-1-1,-1 0,12-17,-5 3,-1-1,-1 0,14-40,-15 32,-2 0,-1-1,-2 1,-1-1,0-39,-6 1,-12-91,13 160,1 0,0 1,0-1,0 0,0 0,0 1,0-1,0 0,0 1,0-1,0 0,0 1,0-1,1 0,-1 1,0-1,0 0,1 1,-1-1,1 0,0 0,-1 1,1 0,-1 0,0 0,1 0,-1 0,1 0,-1 0,1-1,-1 2,1-1,-1 0,1 0,-1 0,1 0,-1 0,1 0,-1 0,1 1,-1-1,1 0,0 1,29 22,-22-17,31 28,-2 2,-1 1,-2 2,36 53,-30-31,-3 1,44 98,-59-106,-8-13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8:33.1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0,0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2.2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70 759,'57'-70,"54"-49,-48 55,-4-3,65-93,-116 147,0-1,-1 1,0-1,-1 0,-1-1,0 0,5-26,-9 37,-1-1,1 0,-1 1,0-1,0 1,0-1,-1 0,1 1,-1-1,-1 1,1 0,0-1,-1 1,0 0,0 0,0 0,-1 0,1 0,-1 0,0 1,0-1,0 1,-1 0,1 0,-1 0,1 0,-1 1,0-1,-7-2,-1 0,0 1,-1 1,1 0,-1 1,1 0,-1 1,0 0,0 1,1 1,-1 0,-22 4,15-1,-1 2,1 0,0 1,0 1,1 0,-25 16,34-17,0 0,0 0,1 1,0 1,0 0,1 0,0 0,1 1,0 0,-11 22,12-17,-1 0,2 1,0 0,1 0,1 1,0-1,0 25,3-14,1 0,2 0,0 0,2-1,0 1,2-1,1 0,2-1,21 45,-14-42,1 0,2-1,0 0,2-2,0 0,2-2,31 24,-14-16,2-2,2-1,87 40,-110-59,42 13,-35-16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2.8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70,'27'10,"-7"0,0 0,-1 1,0 1,0 1,-1 0,-1 1,0 2,-1-1,-1 2,-1 0,20 29,-17-19,-2 1,-1 1,-1 0,-2 1,-1 0,-1 0,8 52,-11-39,-1 1,-2 0,-3 0,-1 0,-13 80,14-124,0 1,0-1,0 0,0 0,1 1,-1-1,0 0,0 0,0 1,0-1,-1 0,1 1,0-1,0 0,0 0,0 1,0-1,0 0,0 0,0 1,-1-1,1 0,0 0,0 0,0 1,0-1,-1 0,1 0,0 0,0 1,0-1,-1 0,1 0,0 0,0 0,-1 0,-3-11,0-25,3-62,25-185,-6 113,-13 109,1 3,-2-1,-5-75,-6 164,6-8,2-1,0 1,2-1,0 1,1-1,1 0,1-1,1 1,11 23,3-1,1-1,2-2,35 45,-30-46,3-2,0 0,2-3,2-1,1-1,2-2,61 36,-72-51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3.1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0,0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4.2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110 1,'20'3,"8"7,-1 1,0 1,-1 2,0 1,-1 0,-1 2,0 1,-2 1,0 0,-1 2,-1 1,-1 0,19 30,-30-39,0 1,-1 0,-1 1,0-1,-1 1,-1 0,0 0,-1 0,0 1,-2-1,1 1,-2 0,0-1,-1 1,-1 0,-6 26,3-22,-1-1,-1 0,-1 0,-1 0,0-1,-1-1,-1 1,-1-2,0 1,-1-2,-1 0,-22 20,12-17,-1 0,0-2,-1 0,-1-2,0-1,-1-1,0-2,-1-1,-42 9,9-7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5.3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1 700,'0'-8,"1"-15,1-1,1 1,1 0,1 0,11-29,4-2,27-52,-29 70,1 1,2 0,1 2,49-58,-59 78,1 1,-1 1,2 0,0 0,0 1,1 1,0 1,0 0,1 1,0 0,0 1,1 1,32-6,-24 9,0 0,0 2,0 0,1 2,-2 0,1 2,0 1,-1 1,26 10,-21-5,-1 2,0 1,-1 1,0 1,-2 2,45 38,-43-31,-1 2,-2 1,0 1,-2 1,-1 0,-1 2,-2 1,-1 0,-2 1,-1 1,-2 0,15 70,-24-83,0 0,-2 0,0 0,-1 0,-2 0,0 0,-1-1,-9 32,7-36,-1-1,-1 1,0-1,-2-1,1 1,-2-1,0-1,-1 0,0 0,-26 23,17-20,-1-1,0-1,-1-1,-1-1,0-1,-1-1,-1-1,1-1,-1-1,-46 8,48-12,-1-2,1 0,-1-1,1-2,-1 0,1-2,-1 0,1-2,0 0,0-2,1 0,-25-13,-8-10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5.7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1,'10'27,"199"449,-32-77,-166-374,68 183,-74-190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6.0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1,'0'0,"0"0,0 0,0 0,0 0,0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6.5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22,'0'2,"0"-1,1 0,-1 1,1-1,-1 0,1 0,-1 1,1-1,0 0,0 0,-1 0,1 0,2 2,4 5,135 199,186 302,-191-235,-107-206,-4 2,20 78,-40-106,-9-55,1 0,0-1,1 1,1-16,-1-15,-9-97,-22-576,32 703,6-149,-4 139,1 0,2 0,0 1,13-35,-17 55,0-1,0 1,1 0,0 0,-1 0,1 0,0 0,0 0,1 0,-1 1,1-1,-1 1,1-1,0 1,0 0,5-3,-5 4,0 1,0-1,0 1,1-1,-1 1,0 0,0 0,0 1,1-1,-1 1,0-1,0 1,0 0,0 0,0 0,0 1,0-1,3 3,6 2,-1 1,-1 0,1 1,-1 0,0 0,-1 1,0 1,-1 0,1 0,10 19,-16-24,0 1,0-1,0 1,-1 0,0 0,0 0,-1 0,0 1,0-1,0 0,-1 1,1-1,-2 0,1 0,-1 1,0-1,0 0,0 0,-1 0,0 0,-1 0,1 0,-6 9,-1-2,0-1,-1-1,0 1,-22 17,-51 33,82-61,0 0,0 0,0 0,0 0,0 0,0 0,0 0,0 1,1-1,-1 0,1 0,-1 1,1-1,-1 0,1 1,0-1,-1 1,1-1,0 0,0 1,0-1,0 1,0-1,0 0,1 1,-1-1,0 1,1-1,-1 0,2 3,2 5,1 1,0-2,8 13,-6-11,27 39,2-1,63 63,97 75,-60-60,-110-100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7.1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1 244,'385'-19,"310"-87,-69 9,-596 93,25-4,1 2,111 3,-167 3,0 0,0 0,0 0,0 0,1 0,-1 0,0 0,0 0,0 0,0 0,1 0,-1 0,0 0,0 0,0 0,0 0,1 0,-1 1,0-1,0 0,0 0,0 0,0 0,1 0,-1 0,0 0,0 1,0-1,0 0,0 0,0 0,0 0,0 1,0-1,0 0,0 0,1 0,-1 0,0 1,0-1,0 0,0 0,0 0,0 1,-1-1,1 0,0 0,0 0,0 0,0 1,0-1,-10 12,-17 12,-280 169,226-147,-1000 606,1041-628,63-22,545-48,1-22,-394 47,-130 15,357-57,-348 49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49:58.5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132 92,'0'13,"-25"141,4-38,17-95,-52 391,31 4,25-411,1 20,2-19,4-12,3-13,0 0,-2 0,0-1,-2 0,0 0,4-26,-5 21,81-526,-24 115,-61 431,0-1,0 1,1-1,0 1,0 0,0 0,0 0,1 0,0 0,4-6,-5 10,0-1,0 1,-1-1,1 1,0 0,0 0,0 0,0 0,1 0,-1 0,0 0,0 1,1-1,-1 1,0 0,0-1,1 1,-1 0,0 0,1 1,-1-1,0 0,0 1,1 0,-1-1,0 1,3 1,12 6,-1 0,1 1,-2 0,1 1,13 13,72 67,-72-63,234 239,-216-213,-4 2,-1 2,44 82,-81-129,0 0,0 1,-1-1,0 1,0 0,-2 0,4 22,-6-28,0 0,0-1,-1 1,1 0,-1-1,0 1,0 0,-1-1,1 1,-1-1,0 0,0 0,-1 1,1-1,-1-1,0 1,0 0,0-1,-1 1,1-1,-7 5,-10 5,0-1,0-1,-1 0,-40 13,-95 21,139-40,-75 17,-1-3,-152 10,202-28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0.0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0 668,'2'-34,"2"1,15-66,-11 62,6-28,28-78,-32 118,0-1,2 1,0 1,2 0,31-40,-41 58,1 0,0 1,0 0,0 0,1 0,0 1,-1-1,2 1,-1 1,0-1,1 1,0 1,0-1,0 1,0 0,0 0,0 1,0 0,0 0,1 1,-1 0,0 0,0 1,1 0,-1 0,0 1,0 0,0 0,0 0,0 1,11 7,3 2,-1 0,0 2,-1 1,-1 0,-1 1,0 1,0 1,-2 0,-1 1,13 21,-5-5,-3 1,0 1,-3 1,-1 0,10 42,-18-51,0 0,-2 0,-2 0,0 1,-2 0,-1-1,-5 40,2-52,0 0,-1 0,-1-1,-1 0,0 0,-1 0,0-1,-2 0,0 0,0-1,-1 0,-1-1,0 0,-14 12,5-8,-1 0,-1-2,-28 16,36-23,0-1,-1-1,0 0,0-1,0-1,-27 5,26-8,17-3,27-5,72-14,90-13,-163 31,54-3,-71 5,0 1,0 1,0 0,0 1,16 4,-16-3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2.2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0 664,'8'0,"-1"-1,1 0,0-1,-1 0,14-5,9-3,494-97,-295 66,572-123,74-15,4 47,-832 127,-5-1,-1 2,1 2,0 2,45 5,-67-1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3.0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1 350,'19'24,"-9"-6,-1 1,-1 1,-1 0,0 0,-1 0,4 37,6 129,-15-159,2 370,-13-440,-15-118,7-2,7 0,15-242,-3 387,9-80,-9 89,1 0,0 0,1 0,0 0,0 1,1-1,0 1,6-8,-9 14,1 0,0 0,-1 1,1-1,0 1,0 0,0-1,0 1,0 0,0 0,0 0,0 0,0 1,0-1,0 0,1 1,-1 0,0-1,1 1,-1 0,0 0,0 0,1 1,-1-1,0 0,1 1,-1 0,3 1,8 2,-1 2,-1-1,21 14,-28-16,67 43,69 62,58 66,-12 4,-149-139,-2 2,52 79,-81-110,-1 0,1 0,6 19,-11-26,0 0,0 0,-1 0,1 1,-1-1,0 0,0 0,0 0,0 0,0 0,0 1,-1-1,0 0,0 0,0 0,0 0,0 0,-3 4,0-1,-1 0,-1 1,1-2,-1 1,0-1,0 0,0 0,-8 4,-61 29,68-35,-60 27,-1-3,-1-3,-2-3,0-3,-1-4,0-2,-1-4,-84-1,124-8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3.4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3016 0,'-13'11,"-23"13,0-2,-64 27,-88 26,160-65,-656 207,-13-40,-476 62,1138-233,10-2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4.0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53 304,'0'-1,"0"0,1 0,-1 0,1 0,-1 0,1 0,-1 0,1 0,0 0,-1 0,1 0,1-1,3-4,102-127,-89 114,1 0,1 1,0 1,32-20,-40 31,1 0,0 0,-1 1,1 1,1 0,-1 1,1 1,-1 0,1 0,0 2,-1 0,1 0,0 1,-1 1,26 6,-7 0,-1 2,0 2,-1 0,0 2,43 28,-45-23,-1 1,0 1,-2 1,0 2,-2 0,0 1,-2 2,-1 0,31 55,-39-59,-1 1,-1 0,-1 0,-1 1,-1 0,-1 1,-1-1,-2 1,0 0,-2 0,-1 0,-1 0,-5 35,2-42,-1-1,-1 1,0-1,-1-1,-1 1,-1-1,0-1,-13 18,5-12,0-1,-2-1,0-1,-1 0,-26 17,4-8,-1-1,-1-3,-1-1,-2-2,-81 24,79-31,1-2,-2-2,1-3,-1-1,0-3,-72-5,115 2,-54-9,58 9,-1-1,0 0,1-1,-1 1,1-1,-1 1,1-1,0 0,-1 0,1-1,0 1,1-1,-4-2,5 4,1 0,-1 0,0-1,1 1,-1 0,1 0,-1 0,1-1,-1 1,1 0,0-1,0 1,-1 0,1 0,0-1,0 1,1 0,-1-1,1-2,0 1,0 0,0-1,1 1,0 0,-1 0,5-6,6-4,-1-1,2 2,0-1,0 2,22-15,82-44,-14 17,2 4,2 5,146-39,-95 43,290-35,-393 70,-18 2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4.4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1,'79'77,"132"167,-103-100,-6 4,91 178,134 337,-326-661,9 21,162 366,-144-314,-4 0,-2 2,14 102,-32-148,-1 0,-2 1,-1-1,-1 1,-11 57,8-71,-1 1,-1-1,0 0,-1-1,-1 1,-1-2,-1 1,0-1,-1 0,0-1,-15 14,4-8,-1-1,-1-1,-1-2,0 0,-2-1,-34 14,-10 0,-92 26,7-12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4.8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700 1,'-116'52,"81"-32,0 2,2 1,0 1,2 2,1 2,1 0,2 2,0 1,2 1,2 1,1 1,-32 68,21-27,4 1,3 2,3 0,4 2,-15 137,24-93,5 0,5 0,19 134,-4-144,5-1,5 0,4-2,6-1,4-2,86 166,-82-197,3-3,3-1,96 106,-96-126,3-3,3-2,1-2,112 69,-120-88,2-2,0-3,1-2,1-2,1-2,85 14,-20-15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5.5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1 483,'7'0,"1"-1,-1 0,0 0,1-1,12-5,1 0,290-81,43-13,404-143,-673 214,-85 30,0 0,0 0,0 0,0 0,-1 0,1 0,0 0,0 1,0-1,0 0,0 0,0 0,0 0,0 0,0 0,0 0,0 0,0 0,0 1,0-1,0 0,0 0,0 0,0 0,0 0,0 0,0 0,0 0,0 1,0-1,0 0,1 0,-1 0,0 0,0 0,0 0,0 0,0 0,0 0,0 0,0 0,0 0,0 0,0 0,0 1,1-1,-1 0,0 0,0 0,0 0,0 0,0 0,0 0,0 0,0 0,0 0,1 0,-1 0,0 0,-9 10,-52 41,30-26,-444 339,43-35,414-315,-3 3,0 0,-34 37,54-52,-1-1,1 1,0-1,0 1,0 0,0-1,0 1,0 0,1 0,-1-1,0 1,1 0,-1 3,1-4,0-1,0 1,1 0,-1 0,0 0,0-1,1 1,-1 0,0 0,1-1,-1 1,0 0,1-1,-1 1,1 0,-1-1,1 1,0-1,-1 1,1-1,0 1,0 0,4 1,0 0,0-1,0 1,0-1,0 0,1 0,-1 0,8-1,51-1,1-3,109-20,-124 16,602-120,-591 111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5.9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1515 1,'0'0,"0"2,-6 7,-9 15,-25 29,-35 37,-40 44,-40 41,-33 32,-19 15,5-8,25-26,38-40,40-45,36-40,29-31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6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1237 1,'0'3,"-9"6,-15 18,-27 26,-31 32,-29 33,-27 28,-16 13,-7 1,2-5,15-9,26-19,33-31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7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1022 0,'-1'3,"1"-1,-1 0,0 0,0 0,0 0,0 0,0 0,0 0,0-1,-1 1,1 0,-2 1,-5 7,-216 340,72-107,-113 134,51-76,202-284,-64 101,66-100,0 1,1 0,1 1,-7 27,14-45,1 1,-1-1,1 0,-1 1,1-1,0 0,0 1,0-1,0 1,0-1,1 1,-1-1,1 0,0 1,-1-1,1 0,0 0,0 0,0 1,1-1,-1 0,1 0,-1-1,1 1,-1 0,1 0,0-1,0 1,0-1,0 0,0 1,0-1,0 0,0 0,5 1,7 2,-1-1,1 0,0-1,0-1,14 0,-17 0,86-2,188-26,-208 17,-70 9,950-129,-910 122,-17 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07.4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1,'0'2,"0"0,1 0,-1 0,1 1,-1-1,1 0,0 0,0 0,0 0,2 3,5 9,92 204,142 319,-21 7,-66-147,-148-380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15.0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1,'0'27,"2"20,14 88,21 47,-19-102,233 1316,-72 161,-83-752,-90-774,-3-15,0 1,-1 0,-1 0,0 0,-3 22,9-36,1 1,0-1,-1 0,11 1,28 7,88 7,55-8,-174-9,938 8,141 6,-344 37,-198-11,-525-39,-3-1,-51-9,-81-24,2-5,2-4,-163-90,255 124,-108-64,102 58,-1 0,2-2,0 0,-17-19,34 34,0 0,0 0,0 0,0 0,-1 0,1 0,0 0,0-1,0 1,0 0,0 0,-1 0,1 0,0 0,0-1,0 1,0 0,0 0,0 0,0-1,0 1,0 0,0 0,0 0,0-1,0 1,0 0,0 0,0 0,0-1,0 1,0 0,0 0,0 0,0-1,0 1,0 0,0 0,0-1,10 2,14 7,17 13,0 2,-2 1,0 2,44 39,-41-31,-2 2,-1 2,-2 1,-1 2,-2 1,29 50,-50-68,0 0,-1 1,-2 0,-1 1,12 49,-18-55,0 0,-1 0,-1 0,-1 0,-1 0,-1 0,-1 0,-9 36,2-26,-2-1,-1 0,-1 0,-1-1,-1-1,-2-1,0 0,-2-2,-43 42,15-22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15.6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 1,'47'56,"-3"2,-2 2,45 86,76 205,178 589,-302-782,-33-126,-1 0,1 61,-6-89,-1 1,1-1,0 1,-1 0,0-1,0 1,0-1,-1 0,0 1,0-1,0 0,0 0,0 0,-4 4,3-5,0 0,0-1,0 1,-1-1,1 1,-1-1,1 0,-1-1,0 1,0-1,0 1,0-1,0 0,0 0,-8 0,-8-1,0 0,0-1,-1 0,1-2,-32-8,-97-37,80 22,2-3,0-3,-108-71,167 97,-1 0,1 0,0-1,1 0,0 0,-10-14,15 19,1 0,-1-1,1 0,0 1,0-1,0 0,0 1,1-1,-1 0,0 0,1 0,0 0,0 0,0 0,0 1,0-1,1 0,-1 0,1 0,0 0,0 1,0-1,0 0,0 1,1-1,-1 1,4-5,3-3,1 1,-1 0,1 0,1 1,0 0,0 0,1 1,13-6,98-42,-94 43,163-64,-144 56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16.4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0,'4'3,"0"1,0-1,0 1,0 0,0 0,-1 0,0 0,0 1,0-1,2 6,6 8,322 558,-239-401,165 330,-250-488,-14-37,-24-64,-48-99,40 100,2 4,-60-153,85 202,1-2,1 1,2-1,1-1,0-50,5 68,1 1,0-1,1 0,1 1,0-1,1 1,1 0,6-14,-6 19,-1 1,1-1,1 1,0 1,0-1,0 1,1 0,0 0,0 1,1 0,-1 0,1 1,11-6,-2 4,0 0,0 1,0 1,0 1,1 1,0 0,0 1,0 1,0 0,0 2,0 0,-1 1,1 1,0 0,-1 2,24 8,-26-8,-1 2,0 0,0 0,0 2,-1-1,0 2,-1 0,15 15,-18-16,-1 0,-1 1,1 0,-2 1,1-1,-2 1,1 0,-2 1,1 0,-1-1,2 17,-3-13,-2 0,0 1,0-1,-2 0,0 0,0 1,-7 25,1-17,0-1,-1-1,-2 0,-13 25,22-46,1-1,-1 1,1 0,-1-1,1 1,0 0,-1-1,1 1,0 0,0 0,0-1,-1 1,1 0,0 0,0-1,0 1,0 0,0 0,0 0,1-1,-1 2,0-1,1-1,-1 0,1 1,-1-1,1 0,-1 0,1 1,0-1,-1 0,1 0,-1 0,1 0,-1 1,1-1,0 0,-1 0,1 0,-1 0,1-1,0 1,0 0,43-15,-32 11,9-4,1 1,-1 1,2 1,-1 1,36-1,-47 5,-1 0,1 1,-1 0,1 1,-1 0,0 1,0 0,0 0,0 1,-1 1,1 0,-1 0,0 0,11 11,-11-9,0 1,-1 0,0 1,0 0,-1 0,-1 1,1 0,-2 0,1 0,-1 1,-1-1,0 1,0 1,3 20,-5-15,-1 0,0 0,-1-1,-1 1,-1 0,-1 0,0-1,-1 1,-10 27,2-12,-1 0,-2-1,-1 0,-1-1,-2-1,-1-1,-28 31,41-52,-1 0,-1 0,1 0,-1-1,0-1,0 0,-1 0,0 0,-12 3,4-3,0-1,0 0,0-1,-26 0,-17-2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16.7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1,'11'6,"-1"0,0 1,15 13,-2-1,46 39,-3 3,-2 2,-3 4,-3 2,69 105,-68-79,-4 3,-4 2,73 207,-102-236,-3 1,-3 0,-3 1,-3 1,0 102,-11-125,-1-1,-3 0,-3-1,-1 0,-2 0,-3-1,-1 0,-42 85,43-107,0-1,-2-1,-1 0,-1-1,-1-1,-1-1,0-1,-2 0,0-2,-2 0,0-2,0 0,-1-2,-1-1,-1-1,0-1,0-1,-44 9,29-12,-61 4,-28-9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17.0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332 1,'-7'4,"-3"6,0 0,1 1,0 0,0 0,2 1,-1 0,-7 17,15-28,-36 71,3 1,4 1,-38 145,40-93,-19 213,39-242,5 1,3-1,5 0,23 119,-17-156,3-2,2 0,3-1,2-1,2 0,3-2,3-2,36 52,-31-59,2-1,2-1,2-3,1-1,2-2,2-2,80 46,-68-49,1-3,1-2,2-4,1-1,0-4,84 13,-40-17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35.2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0 307,'3'0,"-1"1,1-1,-1 0,1 0,-1 0,0 0,1-1,-1 1,1 0,2-2,2 1,439-74,614-53,7 43,-1026 82,385-9,-426 12,1 0,-1 0,0-1,0 1,0 0,0 0,0 0,1 0,-1 0,0 0,0 0,0 0,0 0,1 0,-1 0,0 0,0 0,0 0,0 0,0 1,1-1,-1 0,0 0,0 0,0 0,0 0,0 0,0 0,1 0,-1 0,0 0,0 1,0-1,0 0,0 0,0 0,0 0,0 0,0 1,1-1,-1 0,0 0,0 0,0 0,0 0,0 1,0-1,0 0,0 0,-8 8,-17 6,-205 79,99-43,-344 145,-105 42,-44 12,502-208,121-41,4 1,10-1,25-2,574-68,4-30,-20 2,-99 38,-437 56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37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0 582,'0'-7,"5"-16,0 1,1-1,2 1,0 0,1 1,1 0,23-35,-8 20,1 1,2 1,39-37,-46 51,0 2,1 0,1 1,0 2,1 0,1 2,0 0,1 2,1 1,-1 1,1 1,1 1,-1 2,1 0,0 2,1 2,-1 0,0 2,0 1,0 1,0 1,0 2,-1 0,0 2,34 15,-30-8,-1 2,0 1,-1 1,-1 2,-1 0,-1 2,-1 1,0 1,-3 1,0 1,-1 1,-2 1,20 39,-24-39,-2 1,0 0,-2 1,-2 0,0 1,-3 0,0 0,-2 0,-1 1,-2-1,-2 1,0 0,-2-1,-9 39,7-51,-1-1,-1 0,0-1,-2 0,0 0,-1 0,0-1,-2-1,0 0,-1 0,0-1,-1-1,-1 0,0-2,-1 1,-1-2,0 0,-19 10,-10 2,0-1,-2-3,0-2,-1-1,0-3,-1-2,-1-3,0-1,0-3,-82-3,39-6,448-2,197-3,172 11,-723-1,1-1,0 1,0-1,-1 1,1-1,0 1,-1-1,1 1,-1-1,1 0,-1 1,1-1,-1 0,1 1,-1-1,1 0,-1 0,0 1,0-1,1 0,-1 0,0 0,0 1,0-1,0 0,0 0,0 0,0 0,0 1,0-2,0-2,9-119,6-52,-10 141,1-1,2 1,20-56,-23 79,0-1,1 2,0-1,0 1,1 0,1 0,-1 1,2 0,-1 0,1 1,1 0,-1 0,1 1,14-7,-7 6,1 0,0 1,0 1,1 0,0 2,0 0,0 1,0 1,1 1,-1 0,0 2,1 0,-1 1,0 1,24 7,-19-3,0 2,0 0,-1 2,0 0,-1 1,-1 2,0 0,-1 1,0 1,-1 1,20 24,-15-14,-2 2,37 62,-48-72,-1 1,-1 1,-1 0,-1 0,-1 0,4 24,-9-37,0-1,0 0,-1 1,0-1,-1 1,0-1,0 0,0 1,-1-1,0 0,0 0,-1 0,0 0,0-1,-1 1,0-1,0 0,0 0,-1 0,0 0,0-1,0 0,-12 9,1-3,-1-1,0 0,-1-1,0-1,0-1,-1-1,-36 8,6-4,0-3,-1-1,1-3,-53-3,70-2,1-1,0-2,1-1,-1-1,1-1,0-2,-45-22,44 15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37.4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16,'0'0,"0"-2,-3-5,-1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38.4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279 1521,'2'0,"0"-1,0 0,0 0,0 0,0-1,0 1,-1 0,1-1,0 1,-1-1,1 1,-1-1,0 0,1 1,-1-1,0 0,0 0,0 0,1-3,-2 4,19-44,-2 0,-2-1,13-71,-11 31,-3 0,-4-2,-1-110,-10 142,-2 0,-3 1,-2-1,-3 1,-2 1,-25-66,27 91,-2 1,-2 0,0 0,-32-42,33 54,0 0,-1 0,0 1,-1 1,-1 1,0 1,-34-20,49 31,1 0,-1 0,0 0,0 1,0-1,1 0,-1 1,0-1,0 1,0 0,0-1,0 1,0 0,0 0,0 0,0 0,0 1,0-1,0 1,0-1,0 1,0 0,0-1,1 1,-1 0,0 0,1 0,-1 0,0 1,1-1,-1 0,1 1,0-1,-1 1,1-1,-2 4,-1 4,0-1,0 0,1 1,0 0,1 0,-3 17,1 6,2 1,1 0,1 0,2 0,8 42,2-13,36 110,-27-116,1-1,4-1,1-1,54 75,-58-95,2-1,1-2,2-1,1 0,1-3,1 0,58 35,-77-53,2-1,-1-1,1 0,0-1,0 0,0-2,0 1,1-2,22 2,-27-4,1 0,-1-1,1 0,-1-1,0 0,1-1,-1 0,-1-1,1 0,0 0,-1-1,0 0,0-1,9-7,0-3,-1 0,0-1,-1-1,0 0,-2-2,0 1,13-28,66-159,-51 105,48-78,-76 157,1 0,0 1,2 0,0 1,32-27,-40 40,1 0,-1 0,1 1,1 1,-1-1,1 2,-1-1,1 2,0-1,1 2,-1-1,16 0,-11 2,0 1,0 1,0 1,0 0,0 1,0 0,-1 2,19 7,-8-1,1 2,-2 1,0 1,0 1,-2 2,0 0,-1 1,-1 1,27 33,-35-37,-2 0,0 0,0 1,-2 0,0 1,-1 0,8 26,-14-37,0 0,-1 1,1 0,-2-1,1 1,-1 0,0 0,-1-1,1 1,-2 0,1-1,-1 1,0-1,-1 0,1 1,-1-1,-1 0,0-1,0 1,0 0,-8 8,-2-1,0-1,0-1,-1 0,-1-1,0-1,-1 0,0-1,0-1,-26 9,10-7,1-1,-2-1,1-2,-52 3,35-8,-95-10,67-2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39.3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728 0,'-102'49,"-91"50,123-58,2 3,3 3,-87 80,142-118,1 1,0 0,0 1,1 0,-13 24,19-32,0 0,1 0,0 1,0-1,0 1,0-1,0 1,0 0,1-1,0 1,0 0,0-1,0 1,1 0,-1-1,1 1,0-1,0 1,0-1,1 1,-1-1,1 0,0 1,0-1,0 0,3 4,1-1,0-1,0 0,1 0,0 0,-1-1,1 1,1-2,-1 1,1-1,-1 0,1-1,0 0,0 0,0-1,0 0,0 0,0 0,11-2,-8 0,-1 0,1 0,0-1,0 0,-1-1,1-1,-1 1,0-2,0 1,0-1,-1-1,1 0,8-8,4-7,0-1,-2-1,-1-1,-1-1,-1 0,-1-1,-1-1,20-51,-32 70,0 0,-1 0,0 0,0 0,-1 0,0-1,-1 1,0-17,29 73,48 127,55 188,-106-285,132 450,-118-356,19 196,-57-347,10 150,-12-153,0 0,-2 0,0-1,-1 1,-1-1,-1 0,-8 23,10-34,0-1,0 1,-1 0,0-1,0 0,0 0,0 0,-1-1,0 1,0-1,0 0,-1 0,1-1,-1 0,0 0,1 0,-2-1,1 1,0-1,0-1,-1 1,1-1,-13 0,-4 0,0-2,1 0,-1-2,0 0,-34-10,5-2,0-2,2-2,-97-51,111 49,0-2,2-1,1-1,0-2,-49-55,69 67,0-1,1-1,1 0,1-1,-10-21,15 29,2 0,-1-1,1 1,1-1,0 1,1-1,-1 0,2 0,0 0,0 0,3-14,0 12,1 0,0 0,0 0,2 0,0 1,0 0,1 0,0 0,1 1,17-19,0 5,0 2,2 0,34-23,14-2,2 3,2 3,91-34,262-74,0 26,-337 98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3.5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4.2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0,'0'14,"-9"76,-3 63,-27 666,33-704,14 178,-6-271,1-1,1 0,1 0,1-1,11 29,-13-41,1 1,0-1,0 1,0-1,1-1,0 1,1-1,0 0,0-1,0 1,1-1,0-1,0 1,10 3,1 0,1-2,0 0,0-2,1 0,0-1,0-1,25 0,150-8,-38-11,-1-6,198-54,-339 72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4.5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0,0 0,0 0,0 3,0 1,0-1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4.9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50,'0'8,"56"447,-41-342,116 556,-105-569,-23-125,42-484,2-20,-43 498,0-17,3 1,25-91,-31 132,1 0,1 1,-1-1,1 1,0 0,0 0,6-8,-7 12,-1-1,1 1,0-1,-1 1,1 0,0 0,0 0,0 0,0 0,0 0,0 0,0 1,0-1,0 1,0-1,0 1,0 0,0 0,0 0,1 0,-1 0,0 0,0 1,2 0,6 3,0 0,-1 1,0 0,0 0,0 1,0 0,-1 1,0 0,12 13,40 43,87 115,33 88,-103-139,115 255,-186-368,-4-7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5.2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0 554,'0'0,"0"0,0 0,3-3,12-9,16-14,21-15,19-13,21-7,21-4,16 0,8 4,-3 9,-13 10,-16 10,-15 11,-21 8,-21 7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5.6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0 561,'13'-1,"135"-21,757-90,-266 37,233-45,13-3,0 27,-878 96,82-8,107 5,-158 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6.7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290 58,'-19'-17,"6"5,9 8,-1 1,1 0,-1 0,0 1,0-1,0 1,0 0,0 1,0-1,-1 1,1 0,-1 0,1 1,-1 0,1 0,0 0,-1 0,1 1,-1 0,1 0,0 1,-1-1,1 1,0 0,0 0,0 1,1 0,-1 0,-6 5,3-1,-1 0,1 1,0 0,1 1,0 0,1 0,-1 1,2-1,-1 1,2 1,-1-1,1 0,1 1,0 0,0 0,1 0,1 0,0 1,0 12,1-10,1-1,0 1,1-1,0 1,1-1,0 0,2 0,-1-1,1 1,1-1,0 0,1 0,0-1,1 0,16 18,-7-13,0-2,1 1,1-2,0-1,27 13,110 43,-98-44,-19-8,120 52,-120-49,70 47,-98-58,-1 0,0 0,-1 1,0 0,0 1,8 11,-14-17,-1-1,0 0,0 1,0 0,0-1,-1 1,0 0,0 0,0 0,0 0,0 0,-1 0,1 0,-1 0,0 0,0 0,-1 0,1 0,-1 0,0 0,0-1,-1 1,-2 6,-1-2,0 0,-1-1,0 0,0 0,-1 0,1-1,-2 1,1-2,-1 1,1-1,-2-1,-11 7,-6 0,-1-1,-50 13,40-16,-2-1,1-1,-71-2,84-4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7.1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0,'0'0,"0"0,0 0,0 3,0 3,0 4,0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7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0,'0'11,"1"-1,1 0,0 0,4 12,3 13,39 206,67 389,-112-614,1 18,0 1,-2 41,-6-146,3-54,0-170,22 1,-19 279,1-9,1-1,0 1,14-37,-17 55,1 0,0 0,1 0,-1 1,1-1,0 1,0 0,0 0,0 0,1 0,-1 0,1 1,0-1,1 1,-1 0,0 1,1-1,-1 1,1 0,0 0,0 0,9-2,-3 3,-1 1,1 0,0 0,-1 1,1 1,0 0,-1 0,0 1,1 0,-1 1,-1 0,12 6,5 5,-1 0,0 2,27 24,12 16,-2 4,101 129,80 157,-228-322,-12-18,1-1,0 0,0 0,6 7,-14-17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7.8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0 322,'3'0,"0"-1,0 0,0 1,-1-1,1 0,0 0,-1 0,1-1,2-1,11-6,105-37,1 4,221-44,262-7,-449 69,-108 13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8.7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868 1,'-20'11,"0"4,1 1,1 1,1 1,0 0,-26 38,40-52,-78 107,6 4,4 2,-102 236,109-188,7 2,-57 276,83-278,9 2,6 1,10 260,14-295,6-2,5 0,6-1,6-1,51 131,-36-143,5-3,5-2,6-3,3-2,112 137,-79-129,4-3,6-6,4-4,138 97,77 20,-223-158,137 58,-200-103,0-1,1-1,59 10,-73-20,0-1,-1-1,1-1,0-2,0-1,34-6,17-11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49.2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0,'11'1,"18"3,1 1,-1 2,-1 1,46 19,106 64,-106-45,-1 4,-3 3,-2 3,-3 2,88 104,-66-58,-6 5,129 226,-129-177,-6 4,-8 3,-7 3,48 219,-68-196,-8 3,-9 0,-3 333,-26-380,-6-1,-7-1,-55 218,45-263,-4-1,-4-2,-4-1,-5-3,-98 152,104-188,-3-2,-3-2,-1-2,-3-2,-2-3,-2-1,-115 72,67-61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51.0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1,'11'8,"-7"-5,14 9,-1 2,-1 0,0 1,-1 0,24 33,55 98,-13-6,-7 4,73 202,-101-213,-6 1,-6 2,16 143,-42-208,-8-54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51.5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0 308,'15'-7,"51"-36,3 2,1 3,1 4,3 3,0 3,110-27,-136 45,0 2,1 1,0 3,0 2,0 3,1 1,-1 2,-1 3,1 2,-1 2,73 26,-88-24,0 2,-1 2,-1 0,-1 3,0 0,-2 2,0 1,47 50,-57-52,-1 1,0 0,-2 1,-1 1,-1 0,-1 1,0 1,-3 0,0 0,-1 1,-2 0,4 30,-8-24,-1-1,-1 1,-2-1,-2 0,-1 0,-1 0,-1 0,-2-1,-2 0,0-1,-2 0,-1-1,-2 0,-1-1,-34 43,26-40,-1-1,-2-1,-1-1,-1-2,-2-1,0-2,-2 0,0-3,-1-1,-1-1,-1-2,-53 16,46-21,0-2,-1-2,1-2,-1-1,0-3,0-2,-69-9,45-2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51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1,'0'0,"0"0,0 0,0 0,0 0,0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0:52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0 317,'4'9,"92"145,-29-50,211 413,-216-379,81 275,-138-398,-3-6,1 1,-1-1,0 1,0 12,-33-80,-27-65,5-3,7-2,4-2,7-1,-34-247,54 133,15 213,2 0,2 0,0 0,3 0,14-45,-17 65,1-1,1 1,0 1,0-1,1 1,1 0,0 0,13-13,-15 19,0-1,0 1,1 1,0-1,0 1,0 0,0 1,1-1,-1 2,1-1,0 1,-1 0,1 0,16 0,-5 2,1 1,-1 1,1 1,-1 0,0 1,0 2,-1-1,30 15,-9-1,0 2,63 47,-66-41,-1 2,-1 1,-2 2,35 45,-51-57,-2 0,0 1,-1 1,-1 1,-1-1,-1 2,-1-1,-1 1,5 28,-11-41,-1-1,0 1,-1-1,0 1,-1-1,0 1,0-1,-1 1,0-1,-1 0,-1 0,1 0,-7 12,3-10,-1 0,0 0,-1-1,0 0,-1 0,0-1,-1 0,0-1,-15 10,-4 0,-2-2,0-1,0-1,-2-2,1-1,-2-2,-57 10,20-10,-2-2,-123-5,326 11,1648 142,-1486-127,-202-18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0.7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1 353,'30'-3,"976"-109,-560 70,-333 31,958-111,-718 61,-339 60,-18 6,-25 10,24-12,-392 155,310-127,-1282 496,1157-434,-254 99,455-188,-5 2,0 0,0-2,0 0,-23 3,97-19,1169-160,-807 120,669-88,-1040 134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3.5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3.1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655 0,'0'0,"0"0,-7 3,-16 10,0 0,1 1,-27 22,-57 59,61-52,3 2,1 2,3 2,1 1,3 2,-47 96,61-103,2 0,2 1,2 1,2 0,2 1,3 0,1 0,3 1,2 54,4-57,2-1,2 0,2-1,1 0,3 0,2-1,1 0,25 45,-25-60,1 1,1-2,2-1,0 0,2-1,1-1,0-2,2 0,1-1,0-2,58 32,-47-34,1-1,0-1,1-3,1-1,0-2,0-2,1-1,0-2,0-2,0-2,50-6,-58 2,0-2,0-2,0 0,-1-2,-1-2,31-15,-38 14,0-1,-1-1,-1 0,0-2,-1-1,-1 0,33-41,-43 46,0 0,-2 0,0-1,0 0,-1 0,-1-1,9-28,-13 36,-1 0,0 0,0-1,0 1,-1 0,0-1,-1 1,1 0,-1 0,-1-1,1 1,-1 0,0 0,-1 0,0 1,0-1,-1 0,1 1,-7-8,2 5,-1 0,0 1,-1 0,0 0,0 1,0 0,-1 1,0 0,0 1,-1 0,-20-5,-6 0,-1 1,-55-4,42 9,-1 1,1 3,-1 3,1 1,-1 3,-63 17,75-12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56.1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53 324,'0'-29,"0"-73,1 104,0 0,0 0,1 0,-1 0,1-1,-1 1,1-1,-1 1,4 1,1 3,64 72,74 106,8 12,-78-117,-63-69,1 1,0-2,0 0,27 14,-37-22,0 0,1 1,-1-2,1 1,-1 0,1 0,0-1,-1 1,1-1,-1 0,1 0,0 0,-1 0,1 0,0-1,-1 1,1-1,-1 0,1 1,0-1,-1 0,0-1,1 1,-1 0,0-1,0 1,0-1,0 0,0 0,0 1,0-1,2-3,3-6,0 0,-1-1,0 0,0 0,4-15,-7 20,14-38,3 1,1 0,3 2,1 1,2 0,2 2,47-49,-48 58,1 2,1 0,2 2,68-42,-86 60,-1 2,1 0,1 0,-1 2,1 0,0 0,16-1,-20 4,0 1,1 0,-1 1,1 0,-1 0,0 1,0 1,0 0,0 0,16 9,-6-1,0 2,0 0,-1 2,-1 0,-1 1,0 1,-1 1,-1 0,23 33,8 21,52 106,-77-136,-8-15,-1-3,-1-1,-1 2,10 31,-28-79,-1 1,0 0,-2 1,-1 0,0 0,-2 1,-17-21,9 15,-2 1,-1 1,0 1,-47-33,35 32,0 2,-1 2,-1 1,0 2,-2 1,0 3,-1 1,-71-12,80 20,0 1,-1 1,-41 4,63-2,-1 2,1 0,0 0,-1 1,1 1,1-1,-1 2,0 0,1 0,0 1,0 0,-15 13,3 1,2 2,1 1,0 0,-22 40,-53 110,70-124,21-44,-21 48,22-49,1 1,0-1,0 1,0-1,0 1,1-1,0 1,0 0,0-1,1 6,-4-10,-1 0,1-1,0 0,0 1,0-1,-1-1,1 1,0 0,0-1,-3-2,-16-12,0-1,1-1,1-1,1-1,-28-37,11 14,-261-307,269 318,-44-40,85 92,-4-4,167 223,45 69,-217-301,2 3,0-1,1 1,0-2,12 13,-18-19,1-1,-1 1,1-1,0 0,0 1,-1-1,1 0,0 0,0 0,0 0,0-1,0 1,0-1,1 1,-1-1,0 0,0 1,0-1,0 0,1 0,-1-1,0 1,0 0,0-1,0 0,0 1,0-1,0 0,0 0,2-1,6-5,0 0,0-1,-1 0,-1-1,11-11,35-54,-29 39,-9 13,164-217,-133 183,3 2,60-51,-99 95,0 1,1 0,1 0,-1 2,1-1,17-6,-24 12,0 0,1 1,-1 0,1 0,-1 0,1 0,-1 1,1 0,-1 1,1-1,-1 1,0 0,1 1,-1 0,0 0,10 4,1 3,0 1,0 1,-1 0,0 1,-1 1,19 20,72 95,71 146,-91-131,-110-214,5 33,-3 0,-1 2,-1 0,-2 2,-2 1,-54-51,62 66,-1 1,0 2,-1 0,-1 1,0 1,-1 1,0 1,-1 1,0 1,-1 2,0 0,-30-3,37 8,-1 2,0 0,0 1,0 1,1 1,-1 0,1 2,0 0,0 1,0 1,1 1,0 1,1 0,-1 1,-28 23,22-13,1 1,1 1,1 1,1 0,1 2,1 0,1 1,1 1,-17 41,19-36,-59 157,71-181,0-4,1 0,0 0,0 0,0 0,0 0,0 0,1 0,0 0,0 0,1 5,-28-25,4-1,0-2,2 0,-38-45,-46-75,98 130,-88-136,-109-223,203 367,-1-3,0 1,0-1,0 0,0 0,1 0,0 0,-1-1,2 1,-1 0,0 0,1-1,0-5,1 10,0 0,0 0,0 1,0-1,0 0,-1 1,1-1,0 1,0-1,0 1,0-1,0 1,-1-1,1 1,1 1,-1-1,34 30,0 2,-3 2,46 62,-52-64,289 434,-280-410,-26-43,-5-6,1-1,0 1,0-1,0 0,7 6,3-31,0 0,76-120,43-56,-123 180,1 1,0 0,1 1,0 0,1 1,29-17,-34 23,0 1,0 0,1 0,-1 1,1 0,0 1,0 0,0 1,0 0,0 0,0 1,0 0,16 3,30 10,-1 3,105 44,-125-46,100 42,154 86,-273-132,0 0,24 20,-37-28,1 1,-1 0,0 1,0-1,0 1,0-1,-1 1,1 0,-1 0,0 0,0 0,0 0,-1 1,0-1,0 0,1 8,-4-4,2-9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1.2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46 929,'-4'-7,"-5"-21,0-1,2 0,1 0,2 0,0 0,2-1,1 1,2-1,1 1,1-1,1 1,2 0,10-32,-7 33,1-1,2 2,1 0,1 0,1 1,1 1,2 1,0 0,2 1,0 1,1 1,48-36,-45 41,1 1,0 1,1 1,1 1,0 2,1 0,0 2,0 1,0 1,1 2,0 1,37 0,-27 4,-1 2,0 2,0 1,0 2,-1 1,0 2,-1 2,64 32,-45-15,-3 2,0 3,-3 2,0 1,-3 3,70 79,-73-68,-2 2,-3 2,-2 1,-2 2,49 121,-69-144,-2 0,-1 1,-2 0,-2 1,4 58,-10-79,-1-1,-1 1,0-1,-1 1,-1-1,-1 0,0 0,-1 0,-1-1,0 1,-1-1,0-1,-2 1,1-1,-14 15,5-11,0-2,-2 1,1-2,-2-1,0 0,-1-2,0 0,-1-1,0-1,-31 9,-5-2,-1-2,-115 13,109-22,0-3,0-3,-116-13,99-1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1.6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0,'24'27,"31"55,-3 2,50 109,-90-168,211 521,-205-494,15 31,-23-62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1.9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1,'0'0,"3"2,1 2,2 2,1 0,-2-1,0 0,-3-3,0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2.3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1 246,'1'2,"0"0,0 0,1 0,-1 0,1 0,0-1,-1 1,4 2,5 5,45 57,74 116,28 85,-100-162,44 115,-84-175,-2 0,-1 1,-3 1,-2 0,5 71,-13-107,-1 0,-2 22,2-33,0 0,0 0,-1 0,1 0,0 0,0-1,0 1,0 0,0 0,0 0,-1 0,1 0,0 0,0 0,0 0,0 0,0 0,0 0,-1 0,1 0,0 0,0 0,0 0,0 0,0 0,0 0,-1 0,1 0,0 0,0 1,0-1,0 0,0 0,0 0,0 0,-1 0,1 0,0 0,0 0,0 0,0 1,0-1,0 0,0 0,0 0,0 0,0 0,0 0,0 1,0-1,0 0,0 0,0 0,0 0,0 0,0 0,0 1,0-1,0 0,0 0,0 0,-7-15,-13-45,-18-87,0-70,16 73,7 0,8-269,9 366,2 1,12-50,-13 84,0 0,0 0,1 0,1 0,0 0,1 1,0 0,1 0,0 1,0 0,1 0,14-13,-18 20,1-1,-1 1,1 0,0 0,0 0,0 1,1 0,-1 0,0 0,1 0,-1 1,1 0,0 0,7 1,-5 0,1 1,-1 0,0 0,0 1,0 0,0 0,0 1,14 7,-1 2,-2 1,1 1,-1 0,-1 2,31 33,-35-33,0 0,-1 2,-1-1,-1 2,0-1,-1 2,-1-1,-1 1,8 31,-13-39,-1 0,0 0,-1 0,0 0,-1 0,0 0,-1 0,0 0,-1 0,0 0,-1-1,-1 1,0-1,0 1,-1-1,0 0,-1-1,-10 15,6-13,-1-1,1 0,-2 0,1-1,-2-1,1 0,-1 0,-1-1,1-1,-1 0,0-1,-22 6,10-5,1-1,-1-2,0 0,0-1,0-2,-43-2,50-2,13 1,11 1,13 3,0 0,0 1,0 1,-1 1,1 0,19 10,-26-11,369 168,-14 36,-304-169,-16-9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3.0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1 406,'0'0,"0"0,4 0,28-2,1-2,-1-1,52-14,-49 10,423-109,37-9,3 25,-471 98,3-2,1 2,0 0,-1 2,48 4,-75-2,0 0,-1 1,1-1,0 1,-1 0,1 0,-1 0,1 0,-1 0,0 0,3 2,-4-2,-1 0,1 0,-1-1,1 1,-1 0,1 0,-1 0,0 0,0-1,1 1,-1 0,0 0,0 0,0 0,0 0,0 0,0 0,0 0,0 0,0 0,0-1,0 1,-1 0,1 0,0 0,-1 0,1 0,-1-1,1 1,-1 0,1 0,-1-1,1 1,-1 0,-1 0,-8 10,0 0,-1-1,0 0,-1-1,-15 10,18-13,-696 425,678-415,-140 79,-351 202,509-291,-7 5,19-11,-1 1,0-1,1 1,-1-1,0 0,1 0,-1 0,0-1,1 1,1-1,400-65,-278 43,1298-216,-1361 229,-22 3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5.2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0 311,'1'-3,"0"0,0 0,0 0,0 0,1 0,-1 1,1-1,0 0,2-3,3-4,6-10,1 0,1 1,0 0,1 1,2 1,-1 0,2 2,0 0,1 1,0 1,1 1,1 1,0 0,0 2,1 1,0 0,1 2,-1 1,1 0,0 2,0 1,1 1,-1 1,0 1,0 1,0 1,0 1,28 9,-24-4,-1 1,-1 2,0 1,0 0,-1 2,-1 1,29 25,-27-18,0 2,-1 0,-2 2,-1 1,33 53,-39-53,0 2,-2 0,-1 0,-1 1,-2 1,-1 0,-2 1,-1-1,-2 1,0 0,-3 0,-1 1,-1-1,-8 48,4-61,0 0,-1 0,-2-1,0 0,-1 0,0 0,-2-2,0 1,-1-1,-1-1,0 0,-2-1,1 0,-2-1,0-1,0 0,-1-2,-1 0,0 0,-1-2,1 0,-2-1,1-1,-1-1,0-1,0-1,-1 0,-30 0,-54-8,-2 0,150-8,40-7,15 0,1 5,192-4,88 36,-52-2,-317-15,-1-1,1 0,0-1,-1 0,16-3,-22 3,-1-1,1 1,0 0,-1-1,1 1,0-1,-1 0,0 1,1-1,-1-1,0 1,0 0,0 0,-1-1,1 1,0-1,-1 1,0-1,1 0,-1 0,0 0,0-3,4-17,-1-1,-1 1,0-44,0 6,4-30,29-141,-28 196,2 1,1-1,2 2,1 0,2 0,37-57,-43 78,0 0,0 1,1 0,1 1,0 0,0 1,1 0,0 1,1 0,0 1,26-10,-27 13,0 1,0 1,1 0,-1 1,1 1,-1 0,1 0,-1 1,1 1,-1 1,1 0,-1 0,0 1,15 6,-6 0,0 1,-1 0,0 2,-1 0,0 1,-1 1,-1 1,19 19,-22-18,-1-1,-1 1,0 1,-1 1,-1 0,-1 0,0 1,-1 0,8 27,-15-37,0 0,0 0,0 1,-1-1,-1 0,0 1,0-1,-1 0,0 1,0-1,-1 0,0 0,-6 15,3-14,0 0,0-1,-1 1,-1-1,0 0,0-1,0 1,-1-2,0 1,-1-1,-11 8,-2-2,-1 0,-1-1,0-1,0-2,-1 0,-1-2,1 0,-1-2,0-1,0-1,0-1,-53-3,34-3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5.9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1511,'24'-4,"-13"-1,0 0,0-1,0 0,0-1,-1 0,0-1,-1 0,10-10,0-3,0 0,23-37,-21 23,-1-1,-2-1,-2 0,-1-1,-2 0,15-79,-18 59,-3-1,-3 1,-2-1,-7-71,0 76,-2 1,-3 1,-2-1,-2 2,-2 0,-3 0,-38-72,46 104,-1 0,-20-23,26 34,-1 1,-1-1,1 1,-1 1,0 0,-1 0,-10-6,18 12,-1-1,1 0,-1 0,0 0,1 1,-1-1,0 1,0 0,1-1,-1 1,0 0,0 0,0 0,1 0,-1 0,0 0,0 1,0-1,1 1,-1-1,0 1,1 0,-3 0,2 1,0 0,0 0,0 0,0 0,0 1,0-1,1 0,-1 1,1 0,0-1,0 1,-2 5,-1 8,1 0,0 0,1 0,1 18,0 39,4-1,3 1,3-1,3-1,3 0,4-1,2 0,59 127,-55-150,1-1,65 84,-73-108,1-1,1 0,0-2,2 0,0-2,1 0,33 17,-49-30,0-1,1 0,-1 0,1 0,0-1,0 0,0-1,0 0,13 1,-16-2,0-1,-1 0,1 0,0 0,0 0,0-1,-1 1,1-1,0 0,-1-1,0 1,0-1,0 0,0 0,0 0,6-7,-1-1,0-1,0 1,-1-2,-1 1,0-1,5-15,26-85,-35 103,49-195,-32 115,58-158,-71 231,1 0,1 0,0 0,2 1,0 1,0-1,1 2,1 0,19-16,-24 23,0 1,1 0,0 1,0 0,0 1,1-1,0 2,0-1,0 1,0 1,0 0,0 0,1 1,-1 1,1-1,-1 2,0-1,15 4,-6 1,0 0,0 1,0 1,-1 1,0 1,-1 0,0 2,0 0,25 22,-11-7,-2 3,-2 0,43 59,-50-60,-2 0,22 48,-33-60,-1 0,0 0,-1 1,-1 0,0 0,2 30,-6-42,0 1,0 0,-1 0,1 0,-1-1,-1 1,1 0,-1-1,0 1,0-1,0 1,-1-1,0 0,-5 6,4-5,-1-1,0 0,-1 0,0 0,1-1,-1 0,-1 0,1 0,0-1,-9 3,-8 1,0 0,-1-2,0-1,0-1,-41 1,19-4,10-1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7.6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402 89,'0'-7,"0"0,-1 1,0-1,0 0,-1 1,0-1,-3-6,5 12,-1-1,1 1,-1-1,0 0,0 1,0-1,0 1,0-1,0 1,0 0,0 0,-1-1,1 1,0 0,-1 0,1 0,-1 0,1 0,-1 1,0-1,1 0,-1 1,0-1,0 1,1 0,-1-1,0 1,0 0,1 0,-1 0,-2 1,-3 1,0 0,0 0,1 1,-1 0,1 0,0 1,0-1,-9 8,-42 42,50-46,-20 21,2 0,1 2,-35 57,46-66,2 1,0 1,2-1,1 1,0 1,-8 46,15-62,0 0,0 1,1-1,0 0,1 0,0 0,0 0,1 0,-1 0,6 11,-6-15,1 0,0-1,1 1,-1-1,1 0,-1 1,1-1,0 0,0-1,0 1,1 0,-1-1,1 0,-1 0,1 0,0 0,0 0,0-1,0 0,0 0,8 1,4 0,0-1,1-1,-1 0,1-2,-1 0,0 0,0-2,0 0,28-11,-13 2,-1-1,0-2,51-35,-29 10,-3-1,75-83,-113 111,-10 11,1 0,0 1,0-1,0 1,0-1,0 1,0 0,0-1,1 1,0 1,3-3,-5 4,0 1,1-1,-1 1,0-1,0 1,1 0,-1 0,0 0,0 0,0 0,0 0,0 0,0 0,0 0,-1 0,1 0,0 0,-1 1,1-1,0 0,-1 1,1 2,2 1,72 180,-42-95,268 633,-119-296,-161-377,80 207,-82-202,-3 1,15 94,-30-137,1-1,-2 0,0 1,0-1,-1 1,-5 23,5-30,-1 0,-1 0,1-1,-1 1,0 0,0-1,0 0,-1 0,0 0,0 0,0 0,-1-1,0 0,1 0,-9 5,2-2,-2-1,1 0,-1-1,0 0,0-1,0 0,-1-1,1-1,-28 2,1-3,-1-3,-47-7,14-1,2-4,0-3,1-4,0-2,2-3,1-4,-66-39,112 57,1 0,1-2,0 0,1-2,1 0,0-1,-23-28,37 39,1 0,-1 1,1-1,0 0,1-1,0 1,0 0,0-1,0 1,1-1,0 0,1 1,-1-1,1 0,1 1,-1-1,1 0,0 1,1-1,0 1,0-1,0 1,0 0,1 0,0 0,7-10,4-4,1 1,1 1,0 0,2 2,0-1,25-17,24-12,2 2,113-53,164-51,-128 58,-121 47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8.7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1,'0'0,"0"0,10 4,-3 2,0 1,0 0,-1 1,0-1,-1 1,9 15,-7-12,22 42,-1 1,-3 0,-3 2,18 66,44 237,-63-246,44 172,-62-272,2-1,0 0,0 0,1 0,13 18,-14-24,-1-1,1 0,-1 0,2 0,-1-1,0 0,1 0,0 0,0 0,0-1,0 0,11 3,3-1,0 0,0-2,1 0,-1-2,1 0,21-2,125-19,-145 17,-7 1,14-2,-1-1,34-11,-37 6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9.1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1,'0'0,"0"0,0 0,0 0,0 0,0 0,0 0,0 3,0 1,0-1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9.4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1 245,'5'17,"1"-7,67 177,-7 3,58 281,-94-306,-25-129,-2-1,-2 57,-3-88,0-17,-2-27,-10-212,30-415,-9 562,30-151,-37 255,3-12,0 1,0-1,1 1,1-1,6-12,-10 23,1 0,-1 0,0 0,0 0,1 1,-1-1,1 0,0 1,-1-1,1 1,0 0,0-1,0 1,0 0,0 0,0 0,0 0,0 1,1-1,-1 0,0 1,0 0,1-1,-1 1,0 0,0 0,1 1,-1-1,0 0,0 1,1-1,-1 1,0 0,0-1,0 1,2 2,12 6,0 1,-1 1,0 0,-1 1,0 1,19 22,27 33,-4 2,60 98,68 170,-175-317,37 84,-42-92,1 0,-2 0,0 1,-1-1,2 26,-6-18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09.8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0 315,'0'0,"0"0,0 0,3 0,6 0,13-5,21-8,26-9,20-9,11-5,5-2,2-2,-5 2,-8 6,-15 5,-18 7,-19 7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0.2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0 456,'702'-96,"-148"20,899-111,-1447 187,610-62,-2 28,-546 33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0.8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1,'1'0,"-1"1,1 0,0-1,-1 1,1-1,0 1,-1 0,1 0,-1-1,0 1,1 0,-1 0,1 0,-1 1,3 3,143 249,123 244,-264-486,3 5,-2-1,8 28,-31-201,-9 1,20 126,-2 1,-1-1,-15-31,21 55,0 0,0 0,0 1,0-1,-1 1,0 0,0 0,0 0,-1 0,0 1,0 0,0 0,0 0,-1 0,1 1,-1 0,0 0,0 0,0 1,0 0,-1 0,1 1,0 0,-1 0,1 0,-1 1,1 0,-1 0,1 1,-13 2,6 0,1 0,-1 1,1 1,0 0,0 0,0 2,1-1,-1 1,2 1,-12 10,17-14,0 0,0 1,1 0,-1 0,1 0,0 0,0 1,1 0,0 0,0 0,0 0,1 0,0 0,0 1,0-1,1 1,0-1,0 1,1 0,0-1,1 13,2-8,0-1,0 1,1-1,1 0,0 0,0-1,1 1,0-1,11 13,9 7,40 34,-52-51,229 183,6 6,-231-186,0 2,-2 1,0 0,-2 1,0 0,20 36,-31-48,0-1,0 0,-1 1,0 0,0 0,-1-1,1 1,-1 0,-1 0,1 0,-1 0,-1 0,1 0,-1 0,-1 0,1 0,-1 0,0 0,0-1,-1 1,0-1,0 0,-1 1,0-1,0-1,-9 11,2-5,0-1,-1 0,0-1,-1 0,0-1,0-1,-1 0,1-1,-2 0,1-1,-18 4,3-2,0-2,1-1,-2-2,-54-1,17-7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1.1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0,'0'0,"0"0,0 0,0 0,0 0,0 0,0 0,0 0,0 3,0 0,0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1.5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0,'6'231,"9"-1,52 258,-28-279,25 155,-63-362,5 32,-2-24,-3-10,-1 0,0 0,0 0,1 0,-1 0,0 0,0 0,1 0,-1 0,0 0,0-1,0 1,1 0,-1 0,0 0,0 0,0 0,0-1,1 1,-1 0,0 0,0 0,0 0,0-1,0 1,0 0,1 0,-1 0,0-1,0 1,0 0,0 0,0-1,0 1,0 0,0 0,0 0,0-1,0 1,0 0,6-24,5-43,-5 29,88-644,-44-12,-50 688,3-24,-3 29,0 1,0-1,0 1,0-1,1 0,-1 1,0-1,1 1,-1-1,0 1,1-1,-1 1,0 0,1-1,-1 1,1-1,-1 1,1 0,-1-1,1 1,-1 0,1 0,-1-1,1 1,-1 0,1 0,-1 0,1 0,0 0,-1-1,1 1,-1 0,1 0,-1 1,1-1,0 0,-1 0,1 0,-1 0,1 0,-1 1,1-1,0 0,7 5,0-1,-1 1,0 1,1-1,-2 1,1 0,7 10,-5-7,59 66,103 146,30 104,-168-267,-2 1,42 117,-66-149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2.1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0,'17'1,"0"1,-1 1,1 0,-1 1,26 10,-21-7,41 15,-1 4,-1 2,-2 2,-1 3,-1 3,71 58,-50-27,-3 2,-3 4,92 120,-97-101,-4 3,-4 2,69 158,-77-132,-6 3,48 217,-62-173,-8 0,-7 1,-7 1,-8-1,-28 218,13-269,-5-1,-45 148,48-212,-3 0,-2-1,-2-2,-3 0,-2-2,-64 84,71-109,0-1,-2-1,-1-1,-1-1,-1-2,0 0,-1-2,-1-1,-1-1,0-2,-61 18,-37 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2.4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434 0,'-7'4,"-9"6,0 1,1 0,0 1,1 1,0 1,1 0,-19 25,4 2,-42 82,36-50,4 2,3 1,3 1,3 1,4 1,-10 110,18-66,5 0,5 1,26 182,-4-164,6-1,7-1,5-2,7-1,98 199,-86-223,4-3,5-3,5-3,4-3,5-3,144 132,-169-180,3-2,1-3,2-2,2-4,106 47,-54-40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2.8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1 229,'0'0,"0"0,5 0,16 0,26-5,35-8,42-7,40-5,29-4,14 0,4 2,-6 4,-16 2,-24 5,-26 5,-32 5,-34 3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3.9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0 273,'2'0,"-1"0,1 0,-1 0,1-1,-1 1,1 0,-1-1,1 0,-1 1,0-1,1 0,1-1,7-3,41-14,0 3,74-14,111-6,-166 26,699-73,6 27,-733 53,0 0,77-2,-105 9,-20 3,-29 9,34-16,-329 127,72-29,-972 380,993-382,210-83,21-7,11-2,18-1,331 2,-213-7,134 2,666-9,-806 5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4.9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1 103,'2'-1,"0"1,0-1,0 1,0-1,0 0,0 0,0 0,0 0,0 0,2-3,8-3,17-8,0 2,1 2,1 1,0 1,0 1,0 2,1 1,0 1,40 2,-21 3,0 2,0 3,-1 2,0 2,54 18,-64-15,0 2,0 2,-2 1,0 3,-2 0,0 3,-1 1,-2 1,0 2,-2 1,-1 2,-2 1,-1 1,-1 1,39 70,-39-53,-2 1,-2 1,-3 2,-2-1,-2 2,9 75,-18-88,-3 0,-1 0,-2 0,-2 0,-2 0,-2 0,-2-1,-1 0,-16 42,19-67,-2 0,0 0,0-1,-2 0,-16 22,18-29,0 0,0 0,-1-1,0 0,-1-1,0 0,0 0,-1-1,-14 6,-3-1,1-3,-2 0,1-1,-1-2,-47 2,-151-7,203 0,-31-2,-83-4,134 6,0-1,0 0,0 0,0 0,0 0,1-1,-1 1,0-1,1 0,-1 0,1 0,0 0,0-1,0 1,0-1,0 0,0 0,1 0,-1 0,-2-6,4 8,1-1,-1 1,1-1,0 1,0 0,-1-1,1 1,0-1,0 1,0-1,0 1,1-1,-1 1,0-1,1 1,-1 0,1-1,-1 1,1 0,0-1,-1 1,1 0,0 0,0-1,0 1,0 0,0 0,0 0,0 0,0 1,1-1,-1 0,0 0,0 1,3-2,5-2,1 0,-1 1,1 0,10-2,-16 4,99-19,1 3,140-2,215 18,-321 4,-30-1,488-10,-586 7,19-1,1-1,-1-1,43-12,-64 13,-1 1,0-1,1 0,-1-1,-1 0,1 0,-1 0,1-1,-1 0,-1 0,1 0,-1-1,0 0,0 0,0 0,-1-1,0 1,5-11,0-7,-2-1,0 0,5-31,3-80,-4 40,-11 92,38-209,-33 194,1-1,1 1,0 0,2 0,0 1,1 0,1 0,19-22,-21 30,1 0,0 1,0 1,1-1,0 2,1 0,0 0,22-9,-16 10,0 0,1 1,0 1,0 1,33-2,-25 4,-1 2,0 1,1 1,-1 1,0 2,-1 0,1 2,-1 0,28 15,-36-14,0 1,0 1,-1 0,-1 1,0 1,0 0,-2 1,1 1,-2 0,17 27,-23-33,-1 1,0 0,-1 0,0 1,0 0,-1-1,-1 1,3 20,-5-23,0 1,0 0,-1 0,0-1,-1 1,0-1,0 1,-1-1,0 0,0 0,-1 0,-6 9,-1 0,0-2,-2 0,0 0,-1-1,0-1,-1 0,0-1,-21 12,-12 5,-79 34,43-28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5.6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1451,'26'-4,"-7"-2,0-2,0 0,0-1,-1-1,-1-1,31-23,-19 9,-1-1,45-54,-41 37,-1-2,-3 0,-2-2,-1-2,-3 0,-2-1,-3-1,-1-1,-3 0,-2-1,8-103,-18 122,-1-1,-2 1,-1 0,-1 0,-3 0,-13-45,15 62,-2 0,0 0,0 1,-2 0,0 0,-1 0,0 1,-2 1,1 0,-2 1,0 0,0 1,-23-17,30 25,0 1,0-1,-1 1,1 1,-1-1,1 1,-1 0,0 0,0 1,0 0,-14 0,18 1,-1 0,0 1,0 0,0-1,0 1,1 1,-1-1,1 1,-1-1,1 1,-1 0,1 0,0 1,0-1,0 1,0-1,0 1,1 0,-1 0,1 0,0 0,0 1,-2 3,-3 8,1 0,1 0,1 0,0 0,1 1,0 0,2 0,-1 31,4 2,14 80,-4-67,2 0,3-1,3-1,46 97,-40-107,1-1,3-2,1 0,3-2,62 63,-81-93,1 0,0-1,1-1,0-1,21 11,-32-20,0 0,0 0,0-1,1 1,-1-1,1-1,-1 0,1 1,0-2,-1 1,1-1,0 0,0-1,0 1,-1-1,1-1,0 1,-1-1,12-5,-5 0,-1-1,0 0,-1 0,0-1,0-1,-1 0,0 0,-1-1,12-18,4-10,32-66,29-92,27-51,-105 233,1 0,0 1,1 0,18-19,-26 30,1 1,0-1,0 0,0 1,0 0,0-1,0 1,1 0,-1 1,1-1,-1 1,1-1,0 1,0 0,-1 1,1-1,0 1,0-1,0 1,0 0,0 1,-1-1,1 1,0-1,6 3,0 2,-1 0,0 1,0 0,0 0,-1 1,0 0,0 0,0 1,-1 0,-1 1,1-1,4 11,3 4,-1 1,-1 1,14 40,-18-40,-1 1,-1-1,4 41,-9-56,0 0,-1-1,0 1,-1-1,0 1,0-1,-1 1,0-1,-1 0,0 1,-1-2,-9 18,0-8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6.3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795 0,'-12'1,"1"0,-1 1,1 0,0 1,-1 0,1 1,-11 5,-9 6,-32 20,38-19,0 1,-42 38,54-43,0 1,1 1,1 0,0 0,1 1,-9 20,17-31,0 0,0 0,0 1,1-1,-1 0,1 1,1-1,-1 1,0-1,1 1,0 0,0-1,1 1,-1-1,1 1,0-1,2 9,0-9,-1 0,1 1,0-1,0 0,0 0,0-1,1 1,-1-1,1 1,0-1,0 0,0-1,0 1,1-1,-1 0,6 2,2 1,1-1,0 0,-1-1,1-1,0 0,0 0,0-1,1-1,13-2,-7 0,-1-1,0-2,0 1,0-2,28-13,-12 2,0-3,-2 0,0-3,-1 0,42-42,86-100,-159 164,-1-1,1 1,0 0,0 0,0 0,0 0,0 0,0 0,0 0,0 0,1 0,-1 1,0-1,1 0,-1 1,0-1,1 1,-1 0,0-1,1 1,-1 0,1 0,-1 0,1 0,-1 0,2 0,0 2,0-1,0 1,0 0,0 0,-1 0,1 0,-1 0,1 1,-1-1,0 1,3 4,24 33,-1 2,40 85,30 105,-8 20,-11 3,-11 4,52 402,-85-274,-33-323,-3 0,-3-1,-3 0,-16 66,18-107,-1-1,-1-1,-1 1,-1-1,0-1,-24 36,21-40,0-1,0 0,-1-1,-1 0,0-1,-1 0,0-2,-24 14,6-8,0-1,-1-2,0-1,-1-2,-63 10,15-9,-117-1,77-11,-156-20,206 11,0-4,1-3,-100-37,150 45,0 0,0-1,1-2,0 0,-20-16,35 23,-1-1,2 1,-1-1,0 0,1 0,0 0,1-1,0 0,0 0,0 0,0 0,1-1,1 1,-1-1,1 0,1 0,-1 1,0-13,3 11,-1-1,1 0,1 0,-1 1,2-1,-1 1,1 0,1-1,0 1,6-11,2 1,0 1,1 1,28-30,-4 11,1 2,2 2,1 2,58-33,-5 11,107-40,-25 26,2 7,3 9,2 7,198-20,-249 48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7.2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0 593,'1'-24,"1"0,1 0,1 0,1 0,1 1,1-1,20-42,-14 39,2 2,0 0,1 0,1 2,2 0,26-25,-26 30,1 2,0 0,1 2,1 0,0 1,1 1,0 2,1 0,0 1,1 1,0 2,0 0,35-2,-36 6,1 1,0 1,-1 1,1 1,-1 2,1 0,-1 1,-1 2,1 1,-1 0,0 2,-1 0,0 2,21 14,-14-4,-1 1,-1 2,-1 0,-2 2,0 1,-2 1,-1 0,-1 2,-2 0,-1 2,19 47,-20-36,-2-1,-2 2,-2 0,-2 0,-1 1,-3-1,-2 1,-5 76,0-96,-1 1,-1-1,-1 1,-17 44,17-57,0-1,-1 0,-1 0,0 0,0-1,-1 0,-1-1,0 0,-1-1,-14 12,3-7,-1 0,-1-2,-1 0,1-2,-2 0,0-2,-41 9,18-8,-1-2,0-2,-60-2,73-4,-67-9,92 7,0 0,0-1,0-1,0 0,1 0,-1-1,1-1,0 0,-10-7,18 11,1 0,-1 0,1 0,0 0,0-1,0 1,0 0,0-1,0 0,1 1,-1-1,1 0,0 0,-1 0,1 0,1 0,-1 0,0 0,1-4,0 3,0 0,1-1,0 1,0 0,0 0,0 0,1 0,-1 0,1 0,0 1,1-1,3-5,5-4,0 1,1 0,0 1,1 1,0 0,19-11,13-3,1 1,1 2,1 3,0 2,80-17,1 10,131-6,459 19,-678 12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8.8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0,'0'0,"10"10,13 21,-2 0,0 2,20 45,-16-29,32 65,22 40,-77-151,0 1,0-1,0 0,0 0,0 0,1 0,0 0,-1-1,1 1,0-1,0 0,1 0,-1 0,7 3,-7-4,1-1,-1 1,0-1,0 0,1 0,-1 0,0-1,0 1,1-1,-1 1,0-1,0 0,0-1,0 1,0 0,0-1,5-3,18-13,0-1,-1-2,-1 0,28-32,76-106,-96 114,33-43,-64 87,1-1,-1 1,0-1,1 1,-1 0,0 0,1-1,0 1,-1 0,1 0,0 0,0 1,-1-1,1 0,0 1,0-1,0 1,0-1,0 1,0 0,0 0,0 0,-1 0,1 0,0 1,0-1,0 0,0 1,0-1,0 1,0 0,-1 0,1 0,0 0,-1 0,3 2,4 4,1 0,-2 1,1 0,-1 0,7 12,-11-15,17 24,-2 0,26 59,17 70,2 3,-59-154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9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56,'38'7,"0"-2,1-1,69-3,-45-2,268-1,-1-27,-312 27,0-1,-1-1,1 0,-1-2,18-7,-19 4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19.5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1,'0'0,"0"3,3 6,6 10,10 15,10 15,9 17,5 12,1 10,-1 7,-6 2,-8-3,-10-7,-8-10,-8-11,-8-10,-3-15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0.2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1 501,'39'-4,"-5"2,532-82,-100 13,3061-251,-3447 318,542-9,-605 14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1.6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1 787,'0'-8,"3"-45,2 0,3 1,2-1,20-62,-18 77,1 1,2 1,2 1,35-57,-40 73,1 1,1 0,1 1,0 1,1 0,1 1,0 1,1 0,33-18,-38 26,0 0,1 1,-1 1,1 0,0 0,0 2,1 0,-1 0,25 1,-19 3,-1 0,1 1,-1 1,1 0,-1 2,27 11,-16-2,0 1,-1 1,-1 1,0 2,-1 1,-2 1,0 1,22 26,-16-12,-2 2,-1 0,-2 2,-2 1,-1 1,-3 1,-1 1,19 71,-30-82,-1 0,-1 1,-2 0,-1 0,-2 0,-2 1,-1-1,-2 0,-1 0,-1-1,-2 0,-19 49,20-66,-1 0,0-1,-1 0,-1 0,-1-1,0-1,-1 1,-1-2,-17 16,11-14,-1 0,-1-2,1 0,-2-1,0-2,-33 12,16-9,-2-3,0-1,0-2,0-2,-1-1,1-3,-1-1,-42-6,84 6,0 0,0 0,0 0,-1 0,1 0,0 0,0 0,-1 0,1 0,0 0,0 0,0 0,-1-1,1 1,0 0,0 0,0 0,-1 0,1 0,0 0,0-1,0 1,0 0,-1 0,1 0,0 0,0-1,0 1,0 0,0 0,0 0,0-1,0 1,-1 0,1 0,0 0,0-1,0 1,0 0,0 0,0-1,0 1,0 0,0 0,1-1,7-11,17-11,-4 10,0 1,1 1,0 1,38-11,99-21,2 14,210-12,-233 24,-93 7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2.0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1 176,'0'0,"10"0,135-27,-45 7,708-104,-768 119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2.3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0,'10'28,"8"36,-3 1,12 116,-18-118,-6-40,122 705,-122-713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2.8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1259 1,'18'14,"-9"-5,39 35,83 96,27 68,-38-32,-8 5,-8 4,-8 6,-9 3,-8 3,-9 4,75 357,-97-261,-12 1,-14 1,-20 371,-56-80,25-419,-75 242,64-291,-5-2,-100 185,95-218,-3-2,-5-3,-129 143,135-174,-2-1,-1-3,-3-3,-2-2,-1-3,-122 57,108-64,0-4,-2-4,-1-2,0-5,-2-2,-86 4,-152-14,10-20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3.5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1336 0,'-7'3,"0"0,1-1,-1 2,1-1,0 1,-10 7,5-3,-20 16,1 0,2 3,0 0,2 1,-30 41,5 5,-55 103,-14 69,-7 65,-5 70,0 65,-154 880,230-918,-5 537,62-715,10 0,10-1,75 338,-58-413,7-3,6-1,7-3,6-2,161 262,-160-309,5-3,3-3,5-4,108 96,-124-130,2-4,2-2,3-4,1-2,2-4,143 55,-67-48,-30-19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5.4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0 164,'0'0,"11"0,174 6,16 0,786-59,-789 38,321-28,132-10,-585 48,-22 1,1 1,47 4,-85 1,-7 1,-13 7,12-10,-118 67,98-56,-131 67,-57 26,-719 314,-61 30,707-296,280-151,0 0,0 0,1 0,-1 0,0 0,1 1,-1-1,1 1,0-1,-2 3,3-3,0-1,0 0,0 0,0 1,0-1,0 0,0 1,0-1,0 0,0 0,0 1,0-1,1 0,-1 0,0 0,0 1,0-1,0 0,1 0,-1 0,0 1,0-1,0 0,1 0,-1 0,0 0,0 1,1-1,-1 0,0 0,0 0,1 0,-1 0,0 0,0 0,1 0,-1 0,0 0,1 0,-1 0,0 0,1 0,9 0,1 0,-1-1,12-2,474-82,-195 31,817-108,5 80,-972 79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6.4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1 659,'1'-9,"0"1,0-1,1 1,0-1,4-9,2-7,3-15,1 2,2 0,2 0,2 1,1 1,1 1,43-54,-47 69,1 1,1 1,1 0,0 2,1 0,1 1,0 1,1 1,0 1,1 1,1 1,-1 1,39-9,-40 14,0 0,0 2,1 0,-1 2,1 0,-1 2,0 0,1 1,32 10,-29-4,-2 0,1 1,-2 1,1 2,-2 0,0 2,38 31,-22-11,-3 1,-1 2,-2 1,-1 2,-3 0,-1 3,-2 0,-2 1,-2 1,-2 1,25 97,-33-94,-2 0,-2 1,-2 0,-5 101,-3-109,-3 0,-1 0,-2 0,-2-1,-2-1,-20 46,18-57,-1 1,-1-2,-2 0,0-1,-2-1,-36 35,27-33,-2-2,-1-1,-1-1,-67 35,47-33,-1-3,-1-3,-1-2,-1-2,0-3,-1-3,-94 6,114-14,-76-6,102 2,1 0,0-1,0-1,1 0,-1-1,1 0,-1-1,1 0,1-1,-14-8,21 12,1 0,-1 0,1 0,0 0,0 0,0 0,0-1,0 1,1-1,-1 1,0-1,1 0,0 1,0-1,0 0,0 0,0 0,1 0,-1 0,1 0,0 0,0 0,0 0,0 0,0 0,1 0,-1 0,1 0,0 0,1-4,3-2,-1 1,1 0,0 0,1 0,0 0,0 1,1 0,14-12,11-6,2 1,0 2,1 1,2 2,42-16,11 1,104-24,-73 30,2 5,224-13,-196 34,-1 5,151 24,-253-20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7.5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9,'2'2,"1"-1,-1 2,0-1,0 0,-1 0,1 0,0 1,0 2,1-2,243 394,-242-390,23 42,2-2,40 51,-66-94,0-1,0 1,0-1,0 0,1 0,-1 0,1-1,0 1,6 2,-8-4,0-1,0 1,1-1,-1 0,0 0,0 0,0 0,0 0,0 0,0 0,0-1,0 1,0-1,0 0,0 1,0-1,0 0,0 0,-1 0,1 0,0-1,2-1,9-8,-1-1,-1 0,0-1,19-26,31-65,-55 95,68-141,-44 84,45-70,-69 127,0 0,1 0,0 0,0 1,1 1,0-1,0 1,16-10,-19 14,0 0,0 1,0 0,1 0,-1 1,0-1,1 1,0 0,-1 0,1 1,-1 0,1 0,-1 0,1 1,0 0,-1 0,0 0,10 4,4 3,1 1,-2 0,1 2,-1 0,-1 1,0 1,26 26,-18-13,-1 1,-1 1,33 54,-23-25,34 80,-47-85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29.5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0 394,'4'-7,"5"-12,2-9,2 1,1 1,2 0,32-43,-30 48,1 1,1 1,1 1,0 0,43-25,-50 35,1 1,0 0,1 1,-1 0,1 1,0 1,0 1,1 0,-1 1,0 1,19 0,-6 4,0 1,0 2,-1 0,1 2,-1 1,-1 2,0 0,43 26,-25-10,-1 3,-1 2,75 71,-79-62,-1 2,-2 1,-2 2,48 86,-60-89,-2 1,-1 1,-2 0,-3 2,16 88,-26-112,-2 1,-1 0,0-1,-2 1,-1 0,-5 27,4-39,0 0,0 0,-1-1,-1 1,0-1,0 0,-1 0,-1 0,0-1,0 0,-1-1,0 1,-15 11,8-9,-2-2,0 1,0-2,0 0,-1-2,-1 1,1-2,-1-1,0 0,0-1,-1-1,1-1,-21-1,-1-1,0-1,0-3,1-1,-1-2,-48-16,60 15,1-1,-1-2,2-1,0-1,0-2,2 0,-1-2,2-1,1 0,0-2,-31-35,22 15,-43-73,38 50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0.0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0 421,'0'0,"5"-1,16-8,0 0,21-15,0 1,424-200,-491 236,1 2,-23 20,30-23,-66 49,83-61,0 0,0 0,0 0,0 0,0 0,0 0,0 0,0 0,1 0,-1 0,0 0,0 0,0 0,0 0,0 0,0 0,0 0,0 0,0 0,0 0,0 0,0 0,0 1,0-1,0 0,0 0,0 0,0 0,0 0,0 0,0 0,0 0,0 0,0 0,0 0,0 0,0 0,0 1,0-1,0 0,0 0,0 0,0 0,15-4,24-8,169-66,33-10,-169 63,117-35,-175 57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1.2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328 1984,'0'0,"16"-216,-4 97,5-751,-17 866,-15-284,9 230,-3 0,-30-108,30 138,-23-46,27 63,-1 2,0-1,0 1,-1 0,0 0,-1 1,-13-12,19 18,0 0,0 0,0 1,-1-1,1 1,0 0,-1-1,0 1,1 0,-1 1,1-1,-1 0,0 1,0-1,1 1,-1 0,0 0,0 0,0 0,1 1,-1-1,0 1,1-1,-1 1,0 0,1 0,-1 0,1 1,-1-1,1 1,0-1,-5 4,0 2,1 1,-1-1,1 1,1 0,-1 0,1 0,1 1,-6 13,-1 9,1 0,1 1,2 0,1 0,-3 64,8-28,15 129,-2-117,3 0,4-1,3-1,62 145,-60-173,1 0,3-2,2 0,2-3,2 0,2-2,2-2,45 38,-56-57,1 0,1-3,31 17,-47-29,0-1,0 0,0-1,1 0,0-2,0 1,0-2,0 0,29 1,-35-4,1 0,-1-1,1 0,-1-1,0 1,1-1,-1-1,-1 0,1 0,0 0,-1-1,0 0,0-1,-1 1,1-1,-1-1,-1 1,1-1,4-7,7-12,-1-1,-2 0,22-58,47-178,-12 34,-54 183,1 2,48-81,-56 110,0 1,0 0,1 0,1 1,0 1,1 0,1 1,18-13,-23 18,0 1,1 1,-1-1,1 1,0 1,0 0,0 1,0-1,0 2,1 0,-1 0,1 1,-1 0,1 0,11 3,-2 2,-1 0,1 2,-1 0,0 0,-1 2,35 22,-13-3,64 57,-67-51,59 71,-84-90,0 1,-1 1,-1-1,0 2,-2-1,0 1,10 34,-17-47,0 0,0 0,0 1,0-1,-1 0,0 1,-1-1,1 1,-1-1,0 0,0 1,0-1,-1 0,0 0,-4 8,3-7,-1-1,0 1,-1-1,1-1,-1 1,0 0,0-1,0 0,-1 0,1-1,-8 4,-8 2,0-1,0-1,-1-1,0-1,0-1,-28 1,-6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1.9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459 1,'-1'0,"0"0,-1 0,1 1,0-1,0 1,0-1,0 1,0-1,0 1,0-1,0 1,0 0,-1 1,-5 3,-38 26,1 2,1 2,2 2,2 1,2 2,-57 79,77-95,1 1,-22 50,34-67,1 1,-1 0,2 0,-1 0,1 1,1-1,0 1,0-1,1 1,0-1,0 1,4 14,-3-19,1 0,0 0,0-1,0 1,1-1,0 1,0-1,0 0,0 0,1 0,-1 0,1-1,0 0,0 1,0-1,1-1,-1 1,1-1,-1 1,1-1,0-1,0 1,0-1,9 2,-2-1,0-1,-1 0,1-1,0 0,0 0,0-2,-1 1,1-2,21-6,-16 2,0-1,-1-1,0 0,-1-1,0-1,0 0,-1-1,-1-1,0 0,-1-1,20-27,-16 16,0 0,-2-1,-1 0,-1-2,-1 1,11-48,-22 74,0 0,0 0,0 0,0 0,1 0,-1 0,0 0,0 0,1 0,-1 0,1 0,-1 0,1 0,0 0,-1 0,1 0,0 1,-1-1,1 0,0 0,0 1,0-1,0 0,0 1,0-1,-1 1,3-1,-1 1,0 1,0 0,-1 0,1-1,0 1,0 0,-1 1,1-1,0 0,-1 0,1 1,-1-1,0 1,1-1,-1 1,1 2,17 21,-2 1,-1 1,-1 0,13 35,40 126,-65-180,80 275,55 349,-86-299,-44-259,-4 1,-7 112,2-169,-1-1,-1 1,-1-1,-9 29,11-41,0 0,0 0,-1 0,0-1,0 1,0-1,0 0,-1 1,1-2,-1 1,0 0,0-1,-1 1,1-1,-1-1,0 1,1 0,-1-1,-7 2,-3 0,0-2,0 0,1 0,-1-2,0 0,0 0,0-2,0 1,0-2,-19-6,3 0,1-1,1-2,-54-29,55 24,1-1,0-2,2 0,0-2,2-1,0 0,2-2,0-1,-18-30,28 38,1-1,1 0,1 0,0-1,1 0,-6-33,11 38,0 0,1 0,1 0,0 0,1 0,1 0,0 0,1 0,9-28,-4 23,1 0,1 1,0 0,1 0,1 1,1 1,20-22,-12 18,0 2,2 0,0 1,47-27,-19 19,1 2,1 2,1 3,1 2,59-10,-21 8,-15 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2.5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1 371,'3'-7,"6"-14,0 2,1-1,1 1,1 1,0 0,2 0,28-28,-18 23,2 1,1 0,0 2,41-22,-52 33,1 1,0 1,1 0,0 1,0 1,0 1,0 0,1 1,-1 1,1 1,0 1,0 1,-1 0,1 1,-1 1,1 1,22 7,-5 3,0 1,0 1,-2 2,0 2,-1 1,-1 1,-1 2,-1 1,-1 2,-2 0,41 53,-36-37,-2 1,-2 1,-2 2,-2 0,-2 2,-3 0,-1 2,11 55,-21-69,-1 1,-2-1,-2 1,-3 70,-2-89,0 0,-2 0,0 0,0 0,-2-1,-1 1,0-1,-1-1,-1 0,0 0,-17 21,12-21,-2 0,0-1,-1 0,0-2,-1 0,-1-1,0-1,-1 0,0-2,0 0,-35 10,37-14,1-1,-1-1,0-1,0 0,0-1,-1-2,1 1,0-2,-1-1,1 0,0-1,0-1,1 0,-32-14,43 16,0-1,0 0,0-1,0 0,1 0,0 0,0 0,-5-6,8 8,1 1,0-1,0 1,1-1,-1 1,0-1,0 1,1-1,-1 0,1 1,0-1,-1 0,1 1,0-1,0 0,0 0,0 1,0-1,0 0,1 0,-1 1,0-1,1 0,0 1,-1-1,1 1,0-1,0 1,0-1,0 1,0-1,0 1,0 0,0 0,0-1,3-1,6-4,-1 0,1 0,1 0,-1 1,1 1,0 0,0 1,1 0,20-5,3 2,0 2,41-1,11 6,129 16,2 1,-169-16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3.0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67,'22'0,"-5"1,-1 0,1 1,-1 1,0 1,0 0,-1 1,1 1,-1 0,0 1,0 1,-1 0,23 18,7 10,-2 2,51 58,-51-51,-38-40,1 0,0 0,1 0,-1-1,1 0,0 0,0 0,0-1,0 0,1 0,-1 0,1-1,0 0,0-1,0 1,0-1,0 0,0-1,0 0,0 0,0 0,0-1,0 0,0-1,0 1,12-6,12-5,-1-2,0-2,-1 0,50-38,99-95,-172 144,16-15,2-2,0 1,2 1,40-25,-62 43,1 0,0 0,0 0,0 1,0-1,1 1,-1 0,0 1,0 0,1-1,-1 1,0 1,1-1,-1 1,0 0,0 0,0 1,0 0,0 0,0 0,0 0,0 1,-1-1,7 6,8 7,-2 0,0 1,0 1,16 22,-26-31,46 58,-2 3,-3 1,39 77,-61-94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4.1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0 161,'0'0,"0"0,5 0,886-109,1 65,-814 41,499-2,-577 7,-7 4,-19 8,-634 255,577-237,-764 269,765-275,82-26,-1 0,1 0,-1 0,1 0,-1 0,1 0,-1 1,1-1,0 0,-1 0,1 1,-1-1,1 0,-1 0,1 1,0-1,-1 1,1-1,0 0,-1 1,1-1,0 1,7 5,25 2,-30-8,285 35,2-22,-170-9,441 11,-189-5,-247-7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5.1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1 755,'0'-17,"2"-1,0 0,1 1,1-1,1 1,12-30,4 1,30-49,-28 56,1 1,2 1,2 1,2 2,1 0,1 3,2 0,46-32,-57 47,1 2,1 0,0 1,1 2,0 1,1 0,0 2,0 2,1 0,0 2,0 0,0 3,0 0,45 5,-36 2,0 1,0 3,-1 1,0 1,0 2,-2 2,0 1,-1 2,-1 1,50 40,-36-21,-2 1,-2 2,-1 3,-3 0,-1 3,31 54,-46-64,-1 0,-2 2,-2 0,-1 1,-3 0,-1 1,10 66,-19-82,-1 0,-1-1,-1 1,-1 0,-2 0,0-1,-2 1,-1-1,-1 0,-1-1,-1 1,-1-2,-26 46,24-51,-2 0,0 0,0-1,-2-1,0 0,0-1,-2-1,0-1,0 0,-32 15,23-16,0 0,-2-2,1-1,-1-2,0 0,-1-2,-39 2,19-4,0-3,0-1,0-3,1-2,-1-2,2-2,-52-18,87 24,6 1,0 0,-1 1,0-1,1 2,-1-1,0 1,-13 0,100-4,130 11,86 25,-158-15,-110-13,380 37,2-30,-399-10,0-1,0 0,-1 0,1-1,0 0,-1-1,1 0,13-7,-18 7,0 0,0-1,0 1,0-1,-1-1,0 1,0-1,0 1,0-1,0 0,-1-1,0 1,0 0,3-12,9-30,-2 0,8-58,4-18,-3 41,35-88,-44 138,2 0,1 1,1 0,2 2,34-43,-43 61,1 0,0 1,0 0,1 0,0 2,1-1,0 2,0 0,1 0,0 1,0 1,0 0,27-4,-23 6,1 1,-1 1,1 1,-1 0,1 2,-1 0,1 1,-1 1,0 1,30 11,-24-5,0 1,-1 0,0 2,-1 0,-1 2,0 0,-2 2,20 20,-23-20,0 1,-2 0,0 1,-1 1,-1 0,-1 0,-1 1,14 46,-22-62,-1 0,1 0,-1 0,-1 0,1 0,-1 1,0-1,0 0,-1 0,0 0,0 0,-3 8,2-9,0 0,-1 0,0-1,0 1,0-1,0 0,-1 0,1 0,-1-1,0 1,0-1,-1 0,1 0,-10 5,-7 1,0 0,-1-1,0-2,-1 0,1-1,-1-1,-41 1,2-4,-102-10,85-1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5.6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2,'3'0,"0"-1,0 1,0 0,0-1,0 2,0-1,0 0,0 0,0 1,5 1,0 0,14 3,0 1,0 1,-1 1,0 1,0 1,37 25,-11-2,69 61,-61-42,71 88,34 70,-134-176,-14-17,-4-5,1 0,0 0,14 12,-21-22,0 0,0 0,0 0,1 0,-1-1,1 1,-1-1,1 0,-1 0,1 0,-1 0,1 0,0 0,0-1,-1 1,1-1,0 0,0 0,0 0,0 0,-1 0,7-2,-2-1,1 0,-1-1,0 0,0-1,0 1,0-1,-1-1,0 1,0-1,5-7,10-12,19-34,-35 51,43-67,-15 20,3 2,53-60,-80 103,0 1,1 0,0 0,0 1,1 1,0 0,1 0,12-4,-16 8,0 0,0 1,0 0,0 0,0 1,1 0,-1 0,0 1,1 0,-1 1,0 0,1 0,12 4,0 3,-1 0,0 1,0 1,-1 1,0 1,-1 0,-1 1,0 1,0 1,-2 0,16 21,4 7,-2 2,-3 1,31 60,-36-55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6.4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544 2245,'2'-1,"-1"0,1 1,0-1,-1 0,1 0,-1 0,1 0,-1 0,0-1,1 1,-1 0,0-1,0 1,2-3,1-1,27-33,-1-1,-2-2,23-45,56-139,-62 113,-4-1,-5-1,-6-3,-4 0,-6-2,9-213,-29 285,-1-1,-3 1,-1 0,-3 1,-25-84,24 105,-1 0,0 1,-2 0,-1 1,-1 0,-1 1,-1 1,-1 1,-1 0,0 1,-38-30,37 36,0 0,0 1,-1 1,0 1,-1 1,0 0,-1 2,0 0,-37-5,40 10,0 0,1 2,-1 0,0 1,1 1,-1 0,1 2,0 0,-1 1,2 1,-1 0,-19 11,19-7,1 0,1 1,0 1,0 0,1 1,0 1,1 0,1 1,-12 18,10-11,1 1,2 0,0 1,1 1,2 0,-9 31,8-10,2 0,2 0,2 1,2-1,2 1,2 0,13 70,-3-56,2-1,4 0,2-1,2-1,3-1,3-1,2-1,2-2,57 73,-51-80,1-2,2-2,2-1,2-3,2-1,1-2,1-3,2-2,1-2,60 23,-81-39,0-1,1-2,0-1,0-2,1-1,-1-1,60-2,-72-4,0 0,0-1,0-1,-1-1,0 0,0-2,0 0,0-1,-1-1,-1-1,0 0,0-1,28-26,-21 14,-2-1,-1-1,-1-1,-1 0,-2-2,0 0,16-41,72-224,-62 159,21-32,-48 131,2 1,38-56,-43 74,-1 0,2 1,0 1,1 0,0 0,28-17,-30 23,0 1,1 0,0 1,0 0,0 2,1-1,0 2,0 0,29-2,-26 6,0 0,0 1,1 0,-1 2,-1 0,1 1,-1 1,0 0,0 1,0 1,-1 1,-1 0,22 17,-2 2,-1 1,-1 1,-2 2,38 50,-41-45,-1 2,-2 0,36 77,-52-97,-2 0,0 0,-1 1,-1 0,-1 0,-1 0,0 0,-2 1,0-1,-2 1,-2 23,1-33,-1 0,0-1,0 1,-1-1,-1 0,1 0,-2 0,1-1,-1 0,-1 0,1 0,-2-1,-15 15,10-13,0 0,0-1,-1-1,0 0,-1-1,1-1,-1 0,-31 7,10-6,0-1,-1-2,-69-2,13-8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7.1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566 1,'9'2,"-8"-1,-11 6,8-6,-64 39,2 3,1 3,3 2,1 3,-85 98,128-131,2 1,1 0,0 1,1 0,-11 29,20-42,0 1,0-1,1 0,1 1,-1-1,1 1,0 0,1 0,0-1,0 1,0 0,1-1,1 1,-1 0,1-1,0 0,1 1,0-1,6 11,-3-9,1 1,1-1,0 0,0-1,1 1,0-2,1 1,-1-2,1 1,1-1,-1-1,13 6,3-1,-1-2,1 0,1-2,33 5,-35-8,0-2,0 0,1-2,-1 0,0-2,0-1,-1-1,1-1,-1-1,32-13,-30 8,-1-1,0-1,-1-1,-1-2,0 0,-1-1,-1-1,36-43,-27 24,-1-2,33-59,-50 76,0-1,-2-1,0 0,-2 0,-1 0,5-29,-13 54,1 0,0 0,0 0,0 0,0 0,0 0,0 0,0 0,0 0,0 0,0-1,0 1,0 0,0 0,0 0,0 0,0 0,0 0,0 0,0 0,0 0,0 0,0-1,0 1,0 0,0 0,0 0,0 0,0 0,0 0,0 0,0 0,0 0,0 0,0-1,0 1,1 0,-1 0,0 0,0 0,0 0,0 0,0 0,0 0,0 0,0 0,0 0,0 0,1 0,-1 0,0 0,0 0,0 0,0 0,0 0,0 0,0 0,0 0,0 0,1 0,-1 0,0 0,0 0,0 0,0 0,0 0,0 0,0 0,5 10,4 25,-7-29,289 1344,-275-1271,-14-65,46 289,-48-302,2 13,-2 1,0-1,0 0,-3 16,3-27,0-1,-1 0,1 1,-1-1,0 1,0-1,1 0,-2 1,1-1,0 0,0 0,-1 0,1 0,-1 0,1 0,-1 0,0-1,0 1,0 0,0-1,0 0,0 1,0-1,0 0,-1 0,1 0,0-1,-1 1,1 0,-5 0,0-1,0-1,0 1,0-1,0-1,0 1,0-1,0 0,1-1,-1 0,1 0,-8-5,-10-6,-31-28,47 36,-24-19,1-2,1-1,1-2,1 0,-28-43,47 59,0-1,1-1,1 1,0-1,1 0,-6-26,10 30,0 0,1 0,0 0,1 0,1 0,-1 0,2 0,0 1,0-1,6-16,0 9,0 1,2 0,0 0,1 1,0 0,2 1,0 0,0 1,2 0,0 1,19-13,6-2,1 2,1 1,68-29,-47 29,0 3,2 2,92-16,-50 20,147-6,-57 15,-133 4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7.6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1 107,'38'-14,"-10"-1,0 0,1 2,1 0,0 3,34-9,-49 16,0 1,0 1,0 0,0 0,0 2,0 0,0 1,0 0,0 1,0 1,-1 0,0 1,16 8,-4 0,-1 2,-1 1,0 1,-2 1,0 1,-1 1,0 1,27 37,-13-10,-2 2,-3 0,31 69,-36-62,-3 1,-2 2,13 67,-25-85,-1 0,-2 0,-3 0,-1 1,-6 62,3-89,-1 0,-1-1,0 1,-1-1,0 0,-1 0,-1 0,-10 15,10-19,0-1,-2 0,1 0,-1 0,0-1,-1-1,0 0,-1 0,0-1,-15 9,3-6,0-1,0-1,-1 0,0-2,0-1,0-1,-1-1,0-1,1-1,-1-2,0 0,-34-7,44 5,1 0,-18-8,27 9,1 0,0 0,-1 0,1 0,0-1,0 0,1 0,-1 0,1 0,-6-7,9 10,-1-1,1 0,0 1,-1-1,1 1,0-1,0 0,-1 1,1-1,0 1,0-1,0 0,0 1,0-1,0 0,0 1,0-1,0 0,1 1,-1-1,0 1,0-1,0 0,1 1,-1-1,0 1,1-1,-1 1,0-1,1 1,-1-1,1 1,-1-1,1 1,-1-1,1 1,-1 0,2-1,24-11,-5 7,0 0,0 2,0 0,0 2,0 0,0 1,26 4,14 4,71 20,-31 0,138 59,-236-86,-2-1,0 1,0 0,0-1,1 1,-1-1,0 1,0-1,0 0,0 1,1-1,-1 0,0 0,0 0,0 0,1 0,-1 0,2-1,-4-3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8.0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0,'11'1,"-1"-1,0 2,1 0,-1 0,0 1,16 6,58 32,-81-39,56 32,-1 3,-2 3,-2 2,72 72,-55-41,-4 3,79 118,-87-105,-4 4,79 183,-106-207,-4 2,-3 0,-3 2,16 145,-31-175,-1-1,-8 70,4-96,0 0,-2 0,0 0,0 0,-2-1,0 1,0-1,-2-1,-15 24,17-31,0 0,0 0,0-1,-1 1,0-2,-1 1,1-1,-1 0,0-1,0 1,-1-2,1 1,-1-1,0-1,-14 3,3-2,-1-1,0-1,0-1,1 0,-36-7,-53-15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38.4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436 0,'-9'1,"0"1,0-1,0 2,1-1,-1 1,0 1,-13 6,7-3,-4 2,1 1,0 1,0 1,1 0,0 1,1 1,-27 30,26-23,0 1,2 1,0 0,2 1,-17 41,16-27,2 1,1 0,2 0,2 1,2 0,1 0,3 1,4 57,4-34,4-1,2 0,3-1,3-1,3 0,2-2,60 107,-30-76,5-3,3-2,3-3,83 78,-73-87,4-3,2-3,172 105,-140-109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4.0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230 484,'2'-20,"1"0,1 0,0 0,2 1,14-36,-16 46,4-12,1 0,1 1,1 0,1 0,0 1,2 1,0 0,1 1,1 1,24-20,-25 24,1 1,0 1,0 1,1 0,1 1,-1 1,1 0,1 2,-1 0,1 1,-1 1,35-2,-31 5,-1 1,1 1,-1 0,1 2,-1 0,0 2,24 9,-17-3,-1 0,-1 2,0 1,39 31,-21-9,-2 3,-2 1,-1 1,63 94,-75-95,-1 0,-3 2,19 49,-32-69,-2 0,-1 0,-1 1,-1 0,-1 1,-1-1,-2 1,0 24,-2-39,0 0,0 0,-1 0,-1 0,1 0,-2-1,1 1,-1-1,-1 0,-7 12,8-15,-1 0,0 0,0-1,-1 0,1 0,-1 0,0 0,-1-1,1 0,-1 0,0-1,0 0,0 0,-10 3,-2-2,0-1,-1 0,1-1,-1-1,1-1,-27-3,-117-25,25-4,2-6,2-6,2-6,-150-79,127 38,104 59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4.6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0 259,'27'-6,"9"-13,0-1,51-39,-46 30,52-27,-72 44,2 2,-1 1,1 0,1 2,0 1,0 0,0 2,0 1,1 1,-1 1,1 1,-1 1,1 1,-1 2,0 0,0 1,0 2,-1 0,34 16,-22-5,-1 1,0 2,-1 2,-2 0,0 2,-2 2,38 42,-38-34,-1 1,-1 1,-2 2,-2 0,-2 2,18 48,-30-67,-2 1,-1-1,-1 1,0 0,-2 1,-1-1,-1 1,0-1,-2 1,-4 24,2-32,-1 1,0-2,-1 1,-1 0,0-1,-1 0,-1 0,0-1,-1 0,-1-1,0 0,0 0,-1-1,-1 0,-15 11,3-6,-1-1,0-1,-2-1,1-1,-1-2,-1-1,0-1,-1-1,-33 5,-13-3,-1-2,-101-4,156-3,-37-3,53 2,0-1,0 0,0 0,0 0,0-1,0 1,0-1,-5-3,10 5,-1-1,1 1,0 0,0 0,-1 0,1 0,0 0,0-1,0 1,0 0,-1 0,1 0,0-1,0 1,0 0,0 0,0 0,-1-1,1 1,0 0,0 0,0-1,0 1,0 0,0 0,0-1,0 1,0 0,0 0,0-1,0 1,0 0,0 0,0-1,0 1,1 0,-1 0,0-1,0 1,0 0,0 0,1-1,10-8,13-4,0 1,1 1,1 1,49-12,-63 19,114-28,188-23,132 16,-370 34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5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1,'2'0,"0"1,0-1,-1 1,1 0,0-1,0 1,0 0,-1 0,1 0,1 2,-1-2,12 9,0 1,-1 0,0 1,-1 1,19 24,46 77,-71-104,121 219,25 41,-147-263,0 1,0-1,1 0,0 0,11 9,-16-15,1 0,-1 0,0 0,1 0,-1-1,1 1,-1 0,1-1,-1 1,1-1,0 0,-1 1,1-1,0 0,-1 0,1 0,-1 0,1 0,0 0,-1-1,1 1,0-1,-1 1,1-1,-1 1,1-1,-1 0,0 0,1 0,-1 0,0 0,1 0,-1 0,0 0,0 0,0 0,0-1,1-1,10-14,-1 0,0-1,-2 0,12-32,-7 16,34-80,24-55,-55 134,2 0,36-50,-47 74,0 1,1 0,0 1,1 0,0 0,0 1,1 1,12-8,-16 12,0-1,0 1,1 1,-1-1,0 1,1 1,0-1,-1 1,1 1,0-1,-1 1,1 1,0-1,-1 1,10 3,0 1,1 1,-1 1,0 1,-1 1,0 0,0 1,17 14,9 11,43 45,-27-19,77 103,-109-128,-1 2,-2 1,-2 1,24 65,-32-66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6.8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278 1,'0'0,"0"0,14 4,9 10,-1 1,0 1,-2 1,1 1,19 23,-19-21,61 66,-4 4,96 143,106 218,-247-396,126 226,-114-194,42 116,-77-176,-1 1,-1 0,-2 0,3 31,-8-51,0 0,-1 0,0 0,0 0,-1 0,0 0,0-1,-1 1,0 0,-1 0,0-1,0 0,0 1,-1-1,0 0,0-1,-1 1,0-1,-9 9,3-6,-2 0,1-1,-1 0,0-1,-1-1,1 0,-1-1,-1 0,1-1,-1-1,-28 3,-6-2,0-2,-65-6,36-3,0-3,1-3,-125-39,155 36,1-1,1-3,0-1,2-3,0-1,-76-61,102 71,1-1,0 0,2-1,0-1,0 0,2-1,0 0,2-1,-10-24,16 34,1 0,0-1,0 0,2 1,-1-1,1 0,1 0,1-22,0 25,1-1,0 1,1 0,-1 0,2 0,-1 0,1 0,0 1,0 0,1 0,0 0,10-11,-4 9,-1 0,1 0,1 1,-1 1,1 0,1 0,-1 1,1 1,22-6,16-3,62-7,-72 15,41-9,-12 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7.5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1,'4'4,"31"45,-1 2,31 67,-44-79,73 140,-8 5,76 238,-156-405,0 0,0 1,-1 0,-1-1,-1 2,0-1,-1 19,-4-33,-3-11,-6-14,11 20,-23-55,3 0,1-1,-16-96,28 112,3-1,0 0,3 0,2-1,12-82,-9 100,2 1,13-32,-16 47,1 0,1 0,-1 0,1 0,1 1,0 0,0 0,12-11,-17 18,1-1,-1 1,1 0,-1 0,1 0,0 0,0 0,-1 0,1 1,0-1,0 1,0-1,0 1,-1 0,1-1,0 1,0 0,0 0,0 0,0 1,2-1,0 2,-1-1,1 0,-1 1,0 0,0 0,0 0,0 0,0 0,0 1,3 3,4 7,0-1,-1 1,0 1,6 14,40 67,-47-84,0 0,2 0,-1-1,1 0,21 15,4-2,1-3,1-1,65 24,41 20,-124-53,-2 0,0 1,0 1,-1 1,23 22,-34-29,1 0,-1 1,0 0,0-1,-1 2,0-1,0 0,-1 1,0 0,0 0,-1 0,0 0,0 0,-1 0,0 0,-1 1,1-1,-1 0,-2 12,-1-7,0 0,-1-1,0 1,-1-1,0 0,-1 0,0-1,-1 0,0 0,-1 0,-15 16,1-6,0-1,-1-1,-33 21,-3-3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1:49.3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67,'19'3,"6"2,52 1,-54-4,699 14,10-27,-532 6,1331-35,-247 5,-1235 34,751-5,-791 7,-19 2,-26 3,-641 76,-242 58,-1121 320,1831-400,-168 46,0-24,366-80,31-3,174-26,10-4,78-11,66-7,1839-175,-1057 168,-557 30,-520 24,380-34,-410 33,-1-1,1 0,35-14,-34 5,-15 3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2:00.9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18 164,'0'0,"0"0,-1 0,1 0,-1 0,0 0,1 0,-1 0,0 0,1 0,-1 0,0 0,1-1,-1 1,1 0,-1 0,1-1,-1 1,0 0,1-1,-1 1,1 0,-1-1,1 1,-1-1,1 1,0-1,-1 1,1-1,0 1,-1-1,1 1,0-1,0 0,-1 1,1-1,0 1,0-1,0 0,0 1,0-1,0 0,0 1,0-1,0 1,0-1,0 0,0 1,0-1,1 0,-1 1,0-1,1-9,-2 23,1-26,1-8,-1 21,-1-1,1 1,0 0,0 0,0-1,0 1,0 0,0 0,0-1,0 1,0 0,0 0,0-1,0 1,0 0,0 0,0 0,0-1,0 1,0 0,1 0,-1-1,0 1,0 0,0 0,0 0,0-1,1 1,-1 0,0 0,0 0,0 0,0 0,1-1,-1 1,0 0,0 0,1 0,-1 0,63 62,-64-64,0-1,1 1,-1 0,1-1,0 1,0 0,0-1,1-2,-1-1,0 5,-1 0,1 0,0 0,0 0,0 0,0 0,0 0,0 0,1 0,-1 0,0 0,1 0,-1 0,0 0,1 0,0-2,0 3,0-1,0 1,0 0,0-1,0 1,0 0,1 0,-1 0,0 0,0 0,0 0,0 0,2 0,9 1,-11-1,8 0,0-1,0 1,10-3,-17 3,1-1,-1 1,0-1,0 0,0 1,-1-1,1 0,0 0,0 0,0-1,-1 1,1 0,0-1,-1 1,1-1,-1 1,0-1,0 0,3-3,-5 3,1 0,-1 0,0 0,1 1,-1-1,0 0,0 0,0 1,0-1,0 1,-3-4,-18-19,19 21,0 1,-1-1,1 1,-1 0,1 0,-1 1,0-1,0 1,0 0,0 0,0 0,-7 0,2 0,0 1,0 0,0 0,-16 4,25-4,0-1,1 1,-1 0,0 0,0-1,0 1,1 0,-1 0,0-1,0 1,0 0,0-1,0 1,1 0,-1-1,0 1,0 0,0 0,0-1,0 1,0 0,0-1,0 1,0 0,-1-1,1 1,0 0,0-1,0 1,0 0,0-1,0 1,-1 0,1 0,0-1,0 1,0 0,-1 0,1-1,0 1,-4-6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7:08.25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887 3337,'0'0,"0"-13,-27-132,8 55,-51-407,25-5,17 102,-20-224,-37 5,-6 249,83 348,6 19,0 0,0-1,1 1,-1-1,1 0,0 0,0 1,1-1,-1 0,1 0,-1 0,2-7,-20 14,11 1,1 0,0 0,0 1,0 0,1 0,-1 1,1-1,-9 13,-39 55,54-72,-53 83,-57 127,-18 102,125-305,0-2,0 1,1 0,0-1,0 1,1 0,0 0,0 0,0 11,2-29,0 0,0 0,1 0,0 0,7-17,-2 3,3-12,1 0,2 1,2 1,1 0,2 1,41-60,-49 81,1 0,1 0,0 1,1 0,1 1,-1 1,26-15,-28 19,0 1,1 0,0 1,0 1,0-1,0 2,0 0,0 0,1 1,-1 1,22 1,-10 3,0 0,-1 2,1 0,-2 1,1 2,27 13,125 81,-35-17,-29-32,-83-40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2T07:57:12.03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1,'0'13,"32"154,-14-86,15 77,89 491,-3 259,-103-777,111 618,-115-694,-2 1,-3 1,-3-1,-4 108,-52-177,18-3,0 0,1-3,1 0,1-3,1 0,-47-45,75 65,-12-14,15 16,0 0,0 0,0 0,-1 0,1 0,0 0,0 0,0 0,-1 0,1 0,0 0,0 0,0 0,-1 1,1-1,0 0,-1 1,1-1,0 1,1 0,8 2,1 0,0 0,0-1,0-1,0 0,19-1,-9-1,-1-1,35-8,-20 1,0-3,-1 0,0-2,-1-2,0 0,-2-3,0 0,-1-2,-1-2,-1 0,34-38,-43 37,-6 4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3T06:32:00.69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1,'0'0,"0"0,0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3T06:44:57.39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61,'0'0,"0"0,0 0,0 0,0 0,0 0,14-9,-4 0,27-21,-36 28,1 1,0 0,0 0,0 0,0 0,0 0,1 0,-1 0,0 0,0 1,1 0,-1-1,0 1,1 0,-1 0,4 0,-7 1,1-1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3T06:53:31.7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247 204,'760'0,"-881"0,-184 23,251-13,-1-4,0-2,-88-4,171 1,0-2,0-1,-1-2,48-11,-35 7,-8 2,198-35,-175 34,1 2,67 4,-270 8,24 0,-327-3,338-5,559 1,-470-1,1-2,-44-9,8 0,-23-2,-1 4,0 4,-115 5,325 0,-31 2,167-15,121 0,-427-3,7 7,0 1,0 2,-60-4,-110 5,160 6,-173 2,584-17,-35 1,-310 14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13T06:53:37.08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0 218,'0'0,"0"0,65-2,104-16,62-27,-127 22,1 4,110-4,-193 22,-13 0,0 0,-1 1,1 0,-1 0,15 4,-28-5,1 1,-1-1,0 1,1 1,-1-1,-8 2,-1 0,-215 40,34-4,-47-8,176-25,-113-6,205 0,46-7,-35 4,259-46,62-5,-342 54,-36-1,-74-11,-115-1,-98 15,279-1,463 0,-291 0,-335 13,94-4,-12 0,6 0,-109-4,283-7,-1-2,85-17,-19 3,-113 15,29-3,0 1,92 5,-265 0,54 1,-372-1,1067 0,-645 1,-1 1,1 1,-25 7,-12 2,-51 6,0-4,-159 0,539-15,-84 0,-78 1,-710 13,512-11,129-5,-2-1,63-16,6-1,-105 20,28-4,1 1,64 2,-195 2,31 2,-213-3,331-2,0-2,55-13,-23 3,16 0,0 5,137 3,-228 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DBDAE-07A8-4E2C-99A4-0D982F5F6E4A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2E13C-32F5-46B6-A19C-FD4B0B59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0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2E13C-32F5-46B6-A19C-FD4B0B59C6A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76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2E13C-32F5-46B6-A19C-FD4B0B59C6A9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35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5.xml"/><Relationship Id="rId2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12" Type="http://schemas.openxmlformats.org/officeDocument/2006/relationships/image" Target="../media/image19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customXml" Target="../ink/ink7.xml"/><Relationship Id="rId7" Type="http://schemas.openxmlformats.org/officeDocument/2006/relationships/customXml" Target="../ink/ink8.xml"/><Relationship Id="rId67" Type="http://schemas.openxmlformats.org/officeDocument/2006/relationships/image" Target="../media/image22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1.xml"/><Relationship Id="rId3" Type="http://schemas.openxmlformats.org/officeDocument/2006/relationships/image" Target="../media/image10.png"/><Relationship Id="rId47" Type="http://schemas.openxmlformats.org/officeDocument/2006/relationships/customXml" Target="../ink/ink14.xml"/><Relationship Id="rId50" Type="http://schemas.openxmlformats.org/officeDocument/2006/relationships/customXml" Target="../ink/ink17.xml"/><Relationship Id="rId17" Type="http://schemas.openxmlformats.org/officeDocument/2006/relationships/image" Target="../media/image41.png"/><Relationship Id="rId46" Type="http://schemas.openxmlformats.org/officeDocument/2006/relationships/customXml" Target="../ink/ink1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5" Type="http://schemas.openxmlformats.org/officeDocument/2006/relationships/customXml" Target="../ink/ink12.xml"/><Relationship Id="rId49" Type="http://schemas.openxmlformats.org/officeDocument/2006/relationships/customXml" Target="../ink/ink16.xml"/><Relationship Id="rId44" Type="http://schemas.openxmlformats.org/officeDocument/2006/relationships/image" Target="../media/image2.png"/><Relationship Id="rId4" Type="http://schemas.openxmlformats.org/officeDocument/2006/relationships/customXml" Target="../ink/ink10.xml"/><Relationship Id="rId48" Type="http://schemas.openxmlformats.org/officeDocument/2006/relationships/customXml" Target="../ink/ink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Relationship Id="rId2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12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9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102" Type="http://schemas.openxmlformats.org/officeDocument/2006/relationships/image" Target="../media/image19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46" Type="http://schemas.openxmlformats.org/officeDocument/2006/relationships/customXml" Target="../ink/ink23.xml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45" Type="http://schemas.openxmlformats.org/officeDocument/2006/relationships/image" Target="../media/image2310.png"/><Relationship Id="rId4" Type="http://schemas.openxmlformats.org/officeDocument/2006/relationships/customXml" Target="../ink/ink22.xml"/><Relationship Id="rId9" Type="http://schemas.openxmlformats.org/officeDocument/2006/relationships/image" Target="../media/image229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electronicspost.com/wp-content/uploads/2020/06/6-7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6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7" Type="http://schemas.openxmlformats.org/officeDocument/2006/relationships/customXml" Target="../ink/ink28.xml"/><Relationship Id="rId2" Type="http://schemas.openxmlformats.org/officeDocument/2006/relationships/image" Target="../media/image57.jpeg"/><Relationship Id="rId29" Type="http://schemas.openxmlformats.org/officeDocument/2006/relationships/image" Target="../media/image29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6.png"/><Relationship Id="rId3" Type="http://schemas.openxmlformats.org/officeDocument/2006/relationships/customXml" Target="../ink/ink29.xml"/><Relationship Id="rId7" Type="http://schemas.openxmlformats.org/officeDocument/2006/relationships/customXml" Target="../ink/ink30.xml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3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19.png"/><Relationship Id="rId21" Type="http://schemas.openxmlformats.org/officeDocument/2006/relationships/image" Target="../media/image4272.png"/><Relationship Id="rId324" Type="http://schemas.openxmlformats.org/officeDocument/2006/relationships/image" Target="../media/image4416.png"/><Relationship Id="rId531" Type="http://schemas.openxmlformats.org/officeDocument/2006/relationships/image" Target="../media/image4515.png"/><Relationship Id="rId629" Type="http://schemas.openxmlformats.org/officeDocument/2006/relationships/image" Target="../media/image4563.png"/><Relationship Id="rId170" Type="http://schemas.openxmlformats.org/officeDocument/2006/relationships/customXml" Target="../ink/ink116.xml"/><Relationship Id="rId268" Type="http://schemas.openxmlformats.org/officeDocument/2006/relationships/image" Target="../media/image4390.png"/><Relationship Id="rId475" Type="http://schemas.openxmlformats.org/officeDocument/2006/relationships/image" Target="../media/image4490.png"/><Relationship Id="rId32" Type="http://schemas.openxmlformats.org/officeDocument/2006/relationships/customXml" Target="../ink/ink46.xml"/><Relationship Id="rId128" Type="http://schemas.openxmlformats.org/officeDocument/2006/relationships/customXml" Target="../ink/ink94.xml"/><Relationship Id="rId335" Type="http://schemas.openxmlformats.org/officeDocument/2006/relationships/customXml" Target="../ink/ink201.xml"/><Relationship Id="rId542" Type="http://schemas.openxmlformats.org/officeDocument/2006/relationships/customXml" Target="../ink/ink309.xml"/><Relationship Id="rId181" Type="http://schemas.openxmlformats.org/officeDocument/2006/relationships/customXml" Target="../ink/ink122.xml"/><Relationship Id="rId402" Type="http://schemas.openxmlformats.org/officeDocument/2006/relationships/customXml" Target="../ink/ink235.xml"/><Relationship Id="rId279" Type="http://schemas.openxmlformats.org/officeDocument/2006/relationships/customXml" Target="../ink/ink172.xml"/><Relationship Id="rId486" Type="http://schemas.openxmlformats.org/officeDocument/2006/relationships/customXml" Target="../ink/ink278.xml"/><Relationship Id="rId43" Type="http://schemas.openxmlformats.org/officeDocument/2006/relationships/image" Target="../media/image4282.png"/><Relationship Id="rId139" Type="http://schemas.openxmlformats.org/officeDocument/2006/relationships/image" Target="../media/image4330.png"/><Relationship Id="rId346" Type="http://schemas.openxmlformats.org/officeDocument/2006/relationships/image" Target="../media/image4427.png"/><Relationship Id="rId553" Type="http://schemas.openxmlformats.org/officeDocument/2006/relationships/image" Target="../media/image4526.png"/><Relationship Id="rId192" Type="http://schemas.openxmlformats.org/officeDocument/2006/relationships/customXml" Target="../ink/ink128.xml"/><Relationship Id="rId206" Type="http://schemas.openxmlformats.org/officeDocument/2006/relationships/customXml" Target="../ink/ink135.xml"/><Relationship Id="rId413" Type="http://schemas.openxmlformats.org/officeDocument/2006/relationships/customXml" Target="../ink/ink241.xml"/><Relationship Id="rId497" Type="http://schemas.openxmlformats.org/officeDocument/2006/relationships/customXml" Target="../ink/ink286.xml"/><Relationship Id="rId620" Type="http://schemas.openxmlformats.org/officeDocument/2006/relationships/customXml" Target="../ink/ink349.xml"/><Relationship Id="rId357" Type="http://schemas.openxmlformats.org/officeDocument/2006/relationships/customXml" Target="../ink/ink212.xml"/><Relationship Id="rId54" Type="http://schemas.openxmlformats.org/officeDocument/2006/relationships/customXml" Target="../ink/ink57.xml"/><Relationship Id="rId217" Type="http://schemas.openxmlformats.org/officeDocument/2006/relationships/image" Target="../media/image4365.png"/><Relationship Id="rId564" Type="http://schemas.openxmlformats.org/officeDocument/2006/relationships/customXml" Target="../ink/ink320.xml"/><Relationship Id="rId424" Type="http://schemas.openxmlformats.org/officeDocument/2006/relationships/image" Target="../media/image4465.png"/><Relationship Id="rId631" Type="http://schemas.openxmlformats.org/officeDocument/2006/relationships/image" Target="../media/image4564.png"/><Relationship Id="rId270" Type="http://schemas.openxmlformats.org/officeDocument/2006/relationships/image" Target="../media/image4391.png"/><Relationship Id="rId65" Type="http://schemas.openxmlformats.org/officeDocument/2006/relationships/image" Target="../media/image4293.png"/><Relationship Id="rId130" Type="http://schemas.openxmlformats.org/officeDocument/2006/relationships/customXml" Target="../ink/ink95.xml"/><Relationship Id="rId368" Type="http://schemas.openxmlformats.org/officeDocument/2006/relationships/image" Target="../media/image4438.png"/><Relationship Id="rId575" Type="http://schemas.openxmlformats.org/officeDocument/2006/relationships/image" Target="../media/image4537.png"/><Relationship Id="rId228" Type="http://schemas.openxmlformats.org/officeDocument/2006/relationships/customXml" Target="../ink/ink146.xml"/><Relationship Id="rId435" Type="http://schemas.openxmlformats.org/officeDocument/2006/relationships/customXml" Target="../ink/ink252.xml"/><Relationship Id="rId642" Type="http://schemas.openxmlformats.org/officeDocument/2006/relationships/image" Target="../media/image4569.png"/><Relationship Id="rId281" Type="http://schemas.openxmlformats.org/officeDocument/2006/relationships/customXml" Target="../ink/ink173.xml"/><Relationship Id="rId502" Type="http://schemas.openxmlformats.org/officeDocument/2006/relationships/customXml" Target="../ink/ink289.xml"/><Relationship Id="rId76" Type="http://schemas.openxmlformats.org/officeDocument/2006/relationships/customXml" Target="../ink/ink68.xml"/><Relationship Id="rId141" Type="http://schemas.openxmlformats.org/officeDocument/2006/relationships/image" Target="../media/image4331.png"/><Relationship Id="rId379" Type="http://schemas.openxmlformats.org/officeDocument/2006/relationships/image" Target="../media/image4443.png"/><Relationship Id="rId586" Type="http://schemas.openxmlformats.org/officeDocument/2006/relationships/customXml" Target="../ink/ink331.xml"/><Relationship Id="rId7" Type="http://schemas.openxmlformats.org/officeDocument/2006/relationships/image" Target="../media/image4265.png"/><Relationship Id="rId239" Type="http://schemas.openxmlformats.org/officeDocument/2006/relationships/image" Target="../media/image4376.png"/><Relationship Id="rId446" Type="http://schemas.openxmlformats.org/officeDocument/2006/relationships/customXml" Target="../ink/ink258.xml"/><Relationship Id="rId653" Type="http://schemas.openxmlformats.org/officeDocument/2006/relationships/image" Target="../media/image4574.png"/><Relationship Id="rId292" Type="http://schemas.openxmlformats.org/officeDocument/2006/relationships/image" Target="../media/image4400.png"/><Relationship Id="rId306" Type="http://schemas.openxmlformats.org/officeDocument/2006/relationships/image" Target="../media/image4407.png"/><Relationship Id="rId87" Type="http://schemas.openxmlformats.org/officeDocument/2006/relationships/image" Target="../media/image4304.png"/><Relationship Id="rId513" Type="http://schemas.openxmlformats.org/officeDocument/2006/relationships/image" Target="../media/image4506.png"/><Relationship Id="rId597" Type="http://schemas.openxmlformats.org/officeDocument/2006/relationships/image" Target="../media/image4548.png"/><Relationship Id="rId152" Type="http://schemas.openxmlformats.org/officeDocument/2006/relationships/customXml" Target="../ink/ink107.xml"/><Relationship Id="rId457" Type="http://schemas.openxmlformats.org/officeDocument/2006/relationships/image" Target="../media/image4481.png"/><Relationship Id="rId664" Type="http://schemas.openxmlformats.org/officeDocument/2006/relationships/customXml" Target="../ink/ink372.xml"/><Relationship Id="rId14" Type="http://schemas.openxmlformats.org/officeDocument/2006/relationships/customXml" Target="../ink/ink37.xml"/><Relationship Id="rId317" Type="http://schemas.openxmlformats.org/officeDocument/2006/relationships/customXml" Target="../ink/ink192.xml"/><Relationship Id="rId524" Type="http://schemas.openxmlformats.org/officeDocument/2006/relationships/customXml" Target="../ink/ink300.xml"/><Relationship Id="rId98" Type="http://schemas.openxmlformats.org/officeDocument/2006/relationships/customXml" Target="../ink/ink79.xml"/><Relationship Id="rId163" Type="http://schemas.openxmlformats.org/officeDocument/2006/relationships/image" Target="../media/image4341.png"/><Relationship Id="rId370" Type="http://schemas.openxmlformats.org/officeDocument/2006/relationships/image" Target="../media/image4439.png"/><Relationship Id="rId230" Type="http://schemas.openxmlformats.org/officeDocument/2006/relationships/customXml" Target="../ink/ink147.xml"/><Relationship Id="rId468" Type="http://schemas.openxmlformats.org/officeDocument/2006/relationships/customXml" Target="../ink/ink269.xml"/><Relationship Id="rId25" Type="http://schemas.openxmlformats.org/officeDocument/2006/relationships/image" Target="../media/image4274.png"/><Relationship Id="rId328" Type="http://schemas.openxmlformats.org/officeDocument/2006/relationships/image" Target="../media/image4418.png"/><Relationship Id="rId535" Type="http://schemas.openxmlformats.org/officeDocument/2006/relationships/image" Target="../media/image4517.png"/><Relationship Id="rId174" Type="http://schemas.openxmlformats.org/officeDocument/2006/relationships/customXml" Target="../ink/ink118.xml"/><Relationship Id="rId381" Type="http://schemas.openxmlformats.org/officeDocument/2006/relationships/image" Target="../media/image4444.png"/><Relationship Id="rId602" Type="http://schemas.openxmlformats.org/officeDocument/2006/relationships/customXml" Target="../ink/ink339.xml"/><Relationship Id="rId241" Type="http://schemas.openxmlformats.org/officeDocument/2006/relationships/image" Target="../media/image4377.png"/><Relationship Id="rId479" Type="http://schemas.openxmlformats.org/officeDocument/2006/relationships/image" Target="../media/image4492.png"/><Relationship Id="rId36" Type="http://schemas.openxmlformats.org/officeDocument/2006/relationships/customXml" Target="../ink/ink48.xml"/><Relationship Id="rId339" Type="http://schemas.openxmlformats.org/officeDocument/2006/relationships/customXml" Target="../ink/ink203.xml"/><Relationship Id="rId546" Type="http://schemas.openxmlformats.org/officeDocument/2006/relationships/customXml" Target="../ink/ink311.xml"/><Relationship Id="rId101" Type="http://schemas.openxmlformats.org/officeDocument/2006/relationships/image" Target="../media/image4311.png"/><Relationship Id="rId185" Type="http://schemas.openxmlformats.org/officeDocument/2006/relationships/customXml" Target="../ink/ink124.xml"/><Relationship Id="rId406" Type="http://schemas.openxmlformats.org/officeDocument/2006/relationships/image" Target="../media/image4456.png"/><Relationship Id="rId392" Type="http://schemas.openxmlformats.org/officeDocument/2006/relationships/customXml" Target="../ink/ink230.xml"/><Relationship Id="rId613" Type="http://schemas.openxmlformats.org/officeDocument/2006/relationships/image" Target="../media/image4555.png"/><Relationship Id="rId252" Type="http://schemas.openxmlformats.org/officeDocument/2006/relationships/customXml" Target="../ink/ink158.xml"/><Relationship Id="rId47" Type="http://schemas.openxmlformats.org/officeDocument/2006/relationships/image" Target="../media/image4284.png"/><Relationship Id="rId112" Type="http://schemas.openxmlformats.org/officeDocument/2006/relationships/customXml" Target="../ink/ink86.xml"/><Relationship Id="rId557" Type="http://schemas.openxmlformats.org/officeDocument/2006/relationships/image" Target="../media/image4528.png"/><Relationship Id="rId196" Type="http://schemas.openxmlformats.org/officeDocument/2006/relationships/customXml" Target="../ink/ink130.xml"/><Relationship Id="rId417" Type="http://schemas.openxmlformats.org/officeDocument/2006/relationships/customXml" Target="../ink/ink243.xml"/><Relationship Id="rId624" Type="http://schemas.openxmlformats.org/officeDocument/2006/relationships/customXml" Target="../ink/ink351.xml"/><Relationship Id="rId263" Type="http://schemas.openxmlformats.org/officeDocument/2006/relationships/customXml" Target="../ink/ink164.xml"/><Relationship Id="rId470" Type="http://schemas.openxmlformats.org/officeDocument/2006/relationships/customXml" Target="../ink/ink270.xml"/><Relationship Id="rId58" Type="http://schemas.openxmlformats.org/officeDocument/2006/relationships/customXml" Target="../ink/ink59.xml"/><Relationship Id="rId123" Type="http://schemas.openxmlformats.org/officeDocument/2006/relationships/image" Target="../media/image4322.png"/><Relationship Id="rId330" Type="http://schemas.openxmlformats.org/officeDocument/2006/relationships/image" Target="../media/image4419.png"/><Relationship Id="rId568" Type="http://schemas.openxmlformats.org/officeDocument/2006/relationships/customXml" Target="../ink/ink322.xml"/><Relationship Id="rId428" Type="http://schemas.openxmlformats.org/officeDocument/2006/relationships/image" Target="../media/image4467.png"/><Relationship Id="rId635" Type="http://schemas.openxmlformats.org/officeDocument/2006/relationships/customXml" Target="../ink/ink357.xml"/><Relationship Id="rId274" Type="http://schemas.openxmlformats.org/officeDocument/2006/relationships/image" Target="../media/image4393.png"/><Relationship Id="rId481" Type="http://schemas.openxmlformats.org/officeDocument/2006/relationships/image" Target="../media/image4493.png"/><Relationship Id="rId27" Type="http://schemas.openxmlformats.org/officeDocument/2006/relationships/image" Target="../media/image4275.png"/><Relationship Id="rId69" Type="http://schemas.openxmlformats.org/officeDocument/2006/relationships/image" Target="../media/image4295.png"/><Relationship Id="rId134" Type="http://schemas.openxmlformats.org/officeDocument/2006/relationships/customXml" Target="../ink/ink97.xml"/><Relationship Id="rId537" Type="http://schemas.openxmlformats.org/officeDocument/2006/relationships/image" Target="../media/image4518.png"/><Relationship Id="rId579" Type="http://schemas.openxmlformats.org/officeDocument/2006/relationships/image" Target="../media/image4539.png"/><Relationship Id="rId80" Type="http://schemas.openxmlformats.org/officeDocument/2006/relationships/customXml" Target="../ink/ink70.xml"/><Relationship Id="rId176" Type="http://schemas.openxmlformats.org/officeDocument/2006/relationships/image" Target="../media/image4346.png"/><Relationship Id="rId341" Type="http://schemas.openxmlformats.org/officeDocument/2006/relationships/customXml" Target="../ink/ink204.xml"/><Relationship Id="rId383" Type="http://schemas.openxmlformats.org/officeDocument/2006/relationships/image" Target="../media/image4445.png"/><Relationship Id="rId439" Type="http://schemas.openxmlformats.org/officeDocument/2006/relationships/customXml" Target="../ink/ink254.xml"/><Relationship Id="rId590" Type="http://schemas.openxmlformats.org/officeDocument/2006/relationships/customXml" Target="../ink/ink333.xml"/><Relationship Id="rId604" Type="http://schemas.openxmlformats.org/officeDocument/2006/relationships/image" Target="../media/image4551.png"/><Relationship Id="rId646" Type="http://schemas.openxmlformats.org/officeDocument/2006/relationships/image" Target="../media/image4571.png"/><Relationship Id="rId201" Type="http://schemas.openxmlformats.org/officeDocument/2006/relationships/image" Target="../media/image4358.png"/><Relationship Id="rId243" Type="http://schemas.openxmlformats.org/officeDocument/2006/relationships/image" Target="../media/image4378.png"/><Relationship Id="rId285" Type="http://schemas.openxmlformats.org/officeDocument/2006/relationships/customXml" Target="../ink/ink176.xml"/><Relationship Id="rId450" Type="http://schemas.openxmlformats.org/officeDocument/2006/relationships/customXml" Target="../ink/ink260.xml"/><Relationship Id="rId506" Type="http://schemas.openxmlformats.org/officeDocument/2006/relationships/customXml" Target="../ink/ink291.xml"/><Relationship Id="rId38" Type="http://schemas.openxmlformats.org/officeDocument/2006/relationships/customXml" Target="../ink/ink49.xml"/><Relationship Id="rId103" Type="http://schemas.openxmlformats.org/officeDocument/2006/relationships/image" Target="../media/image4312.png"/><Relationship Id="rId310" Type="http://schemas.openxmlformats.org/officeDocument/2006/relationships/image" Target="../media/image4409.png"/><Relationship Id="rId492" Type="http://schemas.openxmlformats.org/officeDocument/2006/relationships/customXml" Target="../ink/ink281.xml"/><Relationship Id="rId548" Type="http://schemas.openxmlformats.org/officeDocument/2006/relationships/customXml" Target="../ink/ink312.xml"/><Relationship Id="rId91" Type="http://schemas.openxmlformats.org/officeDocument/2006/relationships/image" Target="../media/image4306.png"/><Relationship Id="rId145" Type="http://schemas.openxmlformats.org/officeDocument/2006/relationships/customXml" Target="../ink/ink103.xml"/><Relationship Id="rId187" Type="http://schemas.openxmlformats.org/officeDocument/2006/relationships/customXml" Target="../ink/ink125.xml"/><Relationship Id="rId352" Type="http://schemas.openxmlformats.org/officeDocument/2006/relationships/image" Target="../media/image4430.png"/><Relationship Id="rId394" Type="http://schemas.openxmlformats.org/officeDocument/2006/relationships/customXml" Target="../ink/ink231.xml"/><Relationship Id="rId408" Type="http://schemas.openxmlformats.org/officeDocument/2006/relationships/image" Target="../media/image4457.png"/><Relationship Id="rId615" Type="http://schemas.openxmlformats.org/officeDocument/2006/relationships/image" Target="../media/image4556.png"/><Relationship Id="rId212" Type="http://schemas.openxmlformats.org/officeDocument/2006/relationships/customXml" Target="../ink/ink138.xml"/><Relationship Id="rId254" Type="http://schemas.openxmlformats.org/officeDocument/2006/relationships/customXml" Target="../ink/ink159.xml"/><Relationship Id="rId657" Type="http://schemas.openxmlformats.org/officeDocument/2006/relationships/image" Target="../media/image4576.png"/><Relationship Id="rId49" Type="http://schemas.openxmlformats.org/officeDocument/2006/relationships/image" Target="../media/image4285.png"/><Relationship Id="rId114" Type="http://schemas.openxmlformats.org/officeDocument/2006/relationships/customXml" Target="../ink/ink87.xml"/><Relationship Id="rId296" Type="http://schemas.openxmlformats.org/officeDocument/2006/relationships/image" Target="../media/image4402.png"/><Relationship Id="rId461" Type="http://schemas.openxmlformats.org/officeDocument/2006/relationships/image" Target="../media/image4483.png"/><Relationship Id="rId517" Type="http://schemas.openxmlformats.org/officeDocument/2006/relationships/image" Target="../media/image4508.png"/><Relationship Id="rId559" Type="http://schemas.openxmlformats.org/officeDocument/2006/relationships/image" Target="../media/image4529.png"/><Relationship Id="rId60" Type="http://schemas.openxmlformats.org/officeDocument/2006/relationships/customXml" Target="../ink/ink60.xml"/><Relationship Id="rId156" Type="http://schemas.openxmlformats.org/officeDocument/2006/relationships/customXml" Target="../ink/ink109.xml"/><Relationship Id="rId198" Type="http://schemas.openxmlformats.org/officeDocument/2006/relationships/customXml" Target="../ink/ink131.xml"/><Relationship Id="rId321" Type="http://schemas.openxmlformats.org/officeDocument/2006/relationships/customXml" Target="../ink/ink194.xml"/><Relationship Id="rId363" Type="http://schemas.openxmlformats.org/officeDocument/2006/relationships/customXml" Target="../ink/ink215.xml"/><Relationship Id="rId419" Type="http://schemas.openxmlformats.org/officeDocument/2006/relationships/customXml" Target="../ink/ink244.xml"/><Relationship Id="rId570" Type="http://schemas.openxmlformats.org/officeDocument/2006/relationships/customXml" Target="../ink/ink323.xml"/><Relationship Id="rId626" Type="http://schemas.openxmlformats.org/officeDocument/2006/relationships/customXml" Target="../ink/ink352.xml"/><Relationship Id="rId223" Type="http://schemas.openxmlformats.org/officeDocument/2006/relationships/image" Target="../media/image4368.png"/><Relationship Id="rId430" Type="http://schemas.openxmlformats.org/officeDocument/2006/relationships/image" Target="../media/image4468.png"/><Relationship Id="rId18" Type="http://schemas.openxmlformats.org/officeDocument/2006/relationships/customXml" Target="../ink/ink39.xml"/><Relationship Id="rId265" Type="http://schemas.openxmlformats.org/officeDocument/2006/relationships/customXml" Target="../ink/ink165.xml"/><Relationship Id="rId472" Type="http://schemas.openxmlformats.org/officeDocument/2006/relationships/customXml" Target="../ink/ink271.xml"/><Relationship Id="rId528" Type="http://schemas.openxmlformats.org/officeDocument/2006/relationships/customXml" Target="../ink/ink302.xml"/><Relationship Id="rId125" Type="http://schemas.openxmlformats.org/officeDocument/2006/relationships/image" Target="../media/image4323.png"/><Relationship Id="rId167" Type="http://schemas.openxmlformats.org/officeDocument/2006/relationships/image" Target="../media/image4343.png"/><Relationship Id="rId332" Type="http://schemas.openxmlformats.org/officeDocument/2006/relationships/image" Target="../media/image4420.png"/><Relationship Id="rId374" Type="http://schemas.openxmlformats.org/officeDocument/2006/relationships/customXml" Target="../ink/ink221.xml"/><Relationship Id="rId581" Type="http://schemas.openxmlformats.org/officeDocument/2006/relationships/image" Target="../media/image4540.png"/><Relationship Id="rId71" Type="http://schemas.openxmlformats.org/officeDocument/2006/relationships/image" Target="../media/image4296.png"/><Relationship Id="rId234" Type="http://schemas.openxmlformats.org/officeDocument/2006/relationships/customXml" Target="../ink/ink149.xml"/><Relationship Id="rId637" Type="http://schemas.openxmlformats.org/officeDocument/2006/relationships/customXml" Target="../ink/ink358.xml"/><Relationship Id="rId2" Type="http://schemas.openxmlformats.org/officeDocument/2006/relationships/customXml" Target="../ink/ink31.xml"/><Relationship Id="rId29" Type="http://schemas.openxmlformats.org/officeDocument/2006/relationships/image" Target="../media/image4276.png"/><Relationship Id="rId276" Type="http://schemas.openxmlformats.org/officeDocument/2006/relationships/image" Target="../media/image4394.png"/><Relationship Id="rId441" Type="http://schemas.openxmlformats.org/officeDocument/2006/relationships/image" Target="../media/image4473.png"/><Relationship Id="rId483" Type="http://schemas.openxmlformats.org/officeDocument/2006/relationships/image" Target="../media/image4494.png"/><Relationship Id="rId539" Type="http://schemas.openxmlformats.org/officeDocument/2006/relationships/image" Target="../media/image4519.png"/><Relationship Id="rId40" Type="http://schemas.openxmlformats.org/officeDocument/2006/relationships/customXml" Target="../ink/ink50.xml"/><Relationship Id="rId136" Type="http://schemas.openxmlformats.org/officeDocument/2006/relationships/customXml" Target="../ink/ink98.xml"/><Relationship Id="rId178" Type="http://schemas.openxmlformats.org/officeDocument/2006/relationships/image" Target="../media/image4347.png"/><Relationship Id="rId301" Type="http://schemas.openxmlformats.org/officeDocument/2006/relationships/customXml" Target="../ink/ink184.xml"/><Relationship Id="rId343" Type="http://schemas.openxmlformats.org/officeDocument/2006/relationships/customXml" Target="../ink/ink205.xml"/><Relationship Id="rId550" Type="http://schemas.openxmlformats.org/officeDocument/2006/relationships/customXml" Target="../ink/ink313.xml"/><Relationship Id="rId82" Type="http://schemas.openxmlformats.org/officeDocument/2006/relationships/customXml" Target="../ink/ink71.xml"/><Relationship Id="rId203" Type="http://schemas.openxmlformats.org/officeDocument/2006/relationships/image" Target="../media/image4359.png"/><Relationship Id="rId385" Type="http://schemas.openxmlformats.org/officeDocument/2006/relationships/image" Target="../media/image4446.png"/><Relationship Id="rId592" Type="http://schemas.openxmlformats.org/officeDocument/2006/relationships/customXml" Target="../ink/ink334.xml"/><Relationship Id="rId606" Type="http://schemas.openxmlformats.org/officeDocument/2006/relationships/image" Target="../media/image4552.png"/><Relationship Id="rId648" Type="http://schemas.openxmlformats.org/officeDocument/2006/relationships/customXml" Target="../ink/ink364.xml"/><Relationship Id="rId245" Type="http://schemas.openxmlformats.org/officeDocument/2006/relationships/image" Target="../media/image4379.png"/><Relationship Id="rId287" Type="http://schemas.openxmlformats.org/officeDocument/2006/relationships/customXml" Target="../ink/ink177.xml"/><Relationship Id="rId410" Type="http://schemas.openxmlformats.org/officeDocument/2006/relationships/image" Target="../media/image4458.png"/><Relationship Id="rId452" Type="http://schemas.openxmlformats.org/officeDocument/2006/relationships/customXml" Target="../ink/ink261.xml"/><Relationship Id="rId494" Type="http://schemas.openxmlformats.org/officeDocument/2006/relationships/customXml" Target="../ink/ink283.xml"/><Relationship Id="rId508" Type="http://schemas.openxmlformats.org/officeDocument/2006/relationships/customXml" Target="../ink/ink292.xml"/><Relationship Id="rId105" Type="http://schemas.openxmlformats.org/officeDocument/2006/relationships/image" Target="../media/image4313.png"/><Relationship Id="rId147" Type="http://schemas.openxmlformats.org/officeDocument/2006/relationships/customXml" Target="../ink/ink104.xml"/><Relationship Id="rId312" Type="http://schemas.openxmlformats.org/officeDocument/2006/relationships/image" Target="../media/image4410.png"/><Relationship Id="rId354" Type="http://schemas.openxmlformats.org/officeDocument/2006/relationships/image" Target="../media/image4431.png"/><Relationship Id="rId51" Type="http://schemas.openxmlformats.org/officeDocument/2006/relationships/image" Target="../media/image4286.png"/><Relationship Id="rId93" Type="http://schemas.openxmlformats.org/officeDocument/2006/relationships/image" Target="../media/image4307.png"/><Relationship Id="rId189" Type="http://schemas.openxmlformats.org/officeDocument/2006/relationships/customXml" Target="../ink/ink126.xml"/><Relationship Id="rId396" Type="http://schemas.openxmlformats.org/officeDocument/2006/relationships/customXml" Target="../ink/ink232.xml"/><Relationship Id="rId561" Type="http://schemas.openxmlformats.org/officeDocument/2006/relationships/image" Target="../media/image4530.png"/><Relationship Id="rId617" Type="http://schemas.openxmlformats.org/officeDocument/2006/relationships/image" Target="../media/image4557.png"/><Relationship Id="rId659" Type="http://schemas.openxmlformats.org/officeDocument/2006/relationships/image" Target="../media/image4577.png"/><Relationship Id="rId214" Type="http://schemas.openxmlformats.org/officeDocument/2006/relationships/customXml" Target="../ink/ink139.xml"/><Relationship Id="rId256" Type="http://schemas.openxmlformats.org/officeDocument/2006/relationships/customXml" Target="../ink/ink160.xml"/><Relationship Id="rId298" Type="http://schemas.openxmlformats.org/officeDocument/2006/relationships/image" Target="../media/image4403.png"/><Relationship Id="rId421" Type="http://schemas.openxmlformats.org/officeDocument/2006/relationships/customXml" Target="../ink/ink245.xml"/><Relationship Id="rId463" Type="http://schemas.openxmlformats.org/officeDocument/2006/relationships/image" Target="../media/image4484.png"/><Relationship Id="rId519" Type="http://schemas.openxmlformats.org/officeDocument/2006/relationships/image" Target="../media/image4509.png"/><Relationship Id="rId116" Type="http://schemas.openxmlformats.org/officeDocument/2006/relationships/customXml" Target="../ink/ink88.xml"/><Relationship Id="rId158" Type="http://schemas.openxmlformats.org/officeDocument/2006/relationships/customXml" Target="../ink/ink110.xml"/><Relationship Id="rId323" Type="http://schemas.openxmlformats.org/officeDocument/2006/relationships/customXml" Target="../ink/ink195.xml"/><Relationship Id="rId530" Type="http://schemas.openxmlformats.org/officeDocument/2006/relationships/customXml" Target="../ink/ink303.xml"/><Relationship Id="rId20" Type="http://schemas.openxmlformats.org/officeDocument/2006/relationships/customXml" Target="../ink/ink40.xml"/><Relationship Id="rId62" Type="http://schemas.openxmlformats.org/officeDocument/2006/relationships/customXml" Target="../ink/ink61.xml"/><Relationship Id="rId365" Type="http://schemas.openxmlformats.org/officeDocument/2006/relationships/customXml" Target="../ink/ink216.xml"/><Relationship Id="rId572" Type="http://schemas.openxmlformats.org/officeDocument/2006/relationships/customXml" Target="../ink/ink324.xml"/><Relationship Id="rId628" Type="http://schemas.openxmlformats.org/officeDocument/2006/relationships/customXml" Target="../ink/ink353.xml"/><Relationship Id="rId225" Type="http://schemas.openxmlformats.org/officeDocument/2006/relationships/image" Target="../media/image4369.png"/><Relationship Id="rId267" Type="http://schemas.openxmlformats.org/officeDocument/2006/relationships/customXml" Target="../ink/ink166.xml"/><Relationship Id="rId432" Type="http://schemas.openxmlformats.org/officeDocument/2006/relationships/image" Target="../media/image4469.png"/><Relationship Id="rId474" Type="http://schemas.openxmlformats.org/officeDocument/2006/relationships/customXml" Target="../ink/ink272.xml"/><Relationship Id="rId127" Type="http://schemas.openxmlformats.org/officeDocument/2006/relationships/image" Target="../media/image4324.png"/><Relationship Id="rId31" Type="http://schemas.openxmlformats.org/officeDocument/2006/relationships/image" Target="../media/image4277.png"/><Relationship Id="rId73" Type="http://schemas.openxmlformats.org/officeDocument/2006/relationships/image" Target="../media/image4297.png"/><Relationship Id="rId169" Type="http://schemas.openxmlformats.org/officeDocument/2006/relationships/image" Target="../media/image4344.png"/><Relationship Id="rId334" Type="http://schemas.openxmlformats.org/officeDocument/2006/relationships/image" Target="../media/image4421.png"/><Relationship Id="rId376" Type="http://schemas.openxmlformats.org/officeDocument/2006/relationships/customXml" Target="../ink/ink222.xml"/><Relationship Id="rId541" Type="http://schemas.openxmlformats.org/officeDocument/2006/relationships/image" Target="../media/image4520.png"/><Relationship Id="rId583" Type="http://schemas.openxmlformats.org/officeDocument/2006/relationships/image" Target="../media/image4541.png"/><Relationship Id="rId639" Type="http://schemas.openxmlformats.org/officeDocument/2006/relationships/customXml" Target="../ink/ink359.xml"/><Relationship Id="rId4" Type="http://schemas.openxmlformats.org/officeDocument/2006/relationships/customXml" Target="../ink/ink32.xml"/><Relationship Id="rId180" Type="http://schemas.openxmlformats.org/officeDocument/2006/relationships/image" Target="../media/image4348.png"/><Relationship Id="rId236" Type="http://schemas.openxmlformats.org/officeDocument/2006/relationships/customXml" Target="../ink/ink150.xml"/><Relationship Id="rId278" Type="http://schemas.openxmlformats.org/officeDocument/2006/relationships/image" Target="../media/image4395.png"/><Relationship Id="rId401" Type="http://schemas.openxmlformats.org/officeDocument/2006/relationships/image" Target="../media/image4454.png"/><Relationship Id="rId443" Type="http://schemas.openxmlformats.org/officeDocument/2006/relationships/image" Target="../media/image4474.png"/><Relationship Id="rId650" Type="http://schemas.openxmlformats.org/officeDocument/2006/relationships/customXml" Target="../ink/ink365.xml"/><Relationship Id="rId303" Type="http://schemas.openxmlformats.org/officeDocument/2006/relationships/customXml" Target="../ink/ink185.xml"/><Relationship Id="rId485" Type="http://schemas.openxmlformats.org/officeDocument/2006/relationships/image" Target="../media/image4495.png"/><Relationship Id="rId42" Type="http://schemas.openxmlformats.org/officeDocument/2006/relationships/customXml" Target="../ink/ink51.xml"/><Relationship Id="rId84" Type="http://schemas.openxmlformats.org/officeDocument/2006/relationships/customXml" Target="../ink/ink72.xml"/><Relationship Id="rId138" Type="http://schemas.openxmlformats.org/officeDocument/2006/relationships/customXml" Target="../ink/ink99.xml"/><Relationship Id="rId345" Type="http://schemas.openxmlformats.org/officeDocument/2006/relationships/customXml" Target="../ink/ink206.xml"/><Relationship Id="rId387" Type="http://schemas.openxmlformats.org/officeDocument/2006/relationships/image" Target="../media/image4447.png"/><Relationship Id="rId510" Type="http://schemas.openxmlformats.org/officeDocument/2006/relationships/customXml" Target="../ink/ink293.xml"/><Relationship Id="rId552" Type="http://schemas.openxmlformats.org/officeDocument/2006/relationships/customXml" Target="../ink/ink314.xml"/><Relationship Id="rId594" Type="http://schemas.openxmlformats.org/officeDocument/2006/relationships/customXml" Target="../ink/ink335.xml"/><Relationship Id="rId608" Type="http://schemas.openxmlformats.org/officeDocument/2006/relationships/customXml" Target="../ink/ink343.xml"/><Relationship Id="rId191" Type="http://schemas.openxmlformats.org/officeDocument/2006/relationships/image" Target="../media/image4353.png"/><Relationship Id="rId205" Type="http://schemas.openxmlformats.org/officeDocument/2006/relationships/image" Target="../media/image4360.png"/><Relationship Id="rId247" Type="http://schemas.openxmlformats.org/officeDocument/2006/relationships/image" Target="../media/image4380.png"/><Relationship Id="rId412" Type="http://schemas.openxmlformats.org/officeDocument/2006/relationships/image" Target="../media/image4459.png"/><Relationship Id="rId107" Type="http://schemas.openxmlformats.org/officeDocument/2006/relationships/image" Target="../media/image4314.png"/><Relationship Id="rId289" Type="http://schemas.openxmlformats.org/officeDocument/2006/relationships/customXml" Target="../ink/ink178.xml"/><Relationship Id="rId454" Type="http://schemas.openxmlformats.org/officeDocument/2006/relationships/customXml" Target="../ink/ink262.xml"/><Relationship Id="rId496" Type="http://schemas.openxmlformats.org/officeDocument/2006/relationships/customXml" Target="../ink/ink285.xml"/><Relationship Id="rId661" Type="http://schemas.openxmlformats.org/officeDocument/2006/relationships/image" Target="../media/image4578.png"/><Relationship Id="rId11" Type="http://schemas.openxmlformats.org/officeDocument/2006/relationships/image" Target="../media/image4267.png"/><Relationship Id="rId53" Type="http://schemas.openxmlformats.org/officeDocument/2006/relationships/image" Target="../media/image4287.png"/><Relationship Id="rId149" Type="http://schemas.openxmlformats.org/officeDocument/2006/relationships/customXml" Target="../ink/ink105.xml"/><Relationship Id="rId314" Type="http://schemas.openxmlformats.org/officeDocument/2006/relationships/image" Target="../media/image4411.png"/><Relationship Id="rId356" Type="http://schemas.openxmlformats.org/officeDocument/2006/relationships/image" Target="../media/image4432.png"/><Relationship Id="rId398" Type="http://schemas.openxmlformats.org/officeDocument/2006/relationships/customXml" Target="../ink/ink233.xml"/><Relationship Id="rId521" Type="http://schemas.openxmlformats.org/officeDocument/2006/relationships/image" Target="../media/image4510.png"/><Relationship Id="rId563" Type="http://schemas.openxmlformats.org/officeDocument/2006/relationships/image" Target="../media/image4531.png"/><Relationship Id="rId619" Type="http://schemas.openxmlformats.org/officeDocument/2006/relationships/image" Target="../media/image4558.png"/><Relationship Id="rId95" Type="http://schemas.openxmlformats.org/officeDocument/2006/relationships/image" Target="../media/image4308.png"/><Relationship Id="rId160" Type="http://schemas.openxmlformats.org/officeDocument/2006/relationships/customXml" Target="../ink/ink111.xml"/><Relationship Id="rId216" Type="http://schemas.openxmlformats.org/officeDocument/2006/relationships/customXml" Target="../ink/ink140.xml"/><Relationship Id="rId423" Type="http://schemas.openxmlformats.org/officeDocument/2006/relationships/customXml" Target="../ink/ink246.xml"/><Relationship Id="rId258" Type="http://schemas.openxmlformats.org/officeDocument/2006/relationships/customXml" Target="../ink/ink161.xml"/><Relationship Id="rId465" Type="http://schemas.openxmlformats.org/officeDocument/2006/relationships/image" Target="../media/image4485.png"/><Relationship Id="rId630" Type="http://schemas.openxmlformats.org/officeDocument/2006/relationships/customXml" Target="../ink/ink354.xml"/><Relationship Id="rId22" Type="http://schemas.openxmlformats.org/officeDocument/2006/relationships/customXml" Target="../ink/ink41.xml"/><Relationship Id="rId64" Type="http://schemas.openxmlformats.org/officeDocument/2006/relationships/customXml" Target="../ink/ink62.xml"/><Relationship Id="rId118" Type="http://schemas.openxmlformats.org/officeDocument/2006/relationships/customXml" Target="../ink/ink89.xml"/><Relationship Id="rId325" Type="http://schemas.openxmlformats.org/officeDocument/2006/relationships/customXml" Target="../ink/ink196.xml"/><Relationship Id="rId367" Type="http://schemas.openxmlformats.org/officeDocument/2006/relationships/customXml" Target="../ink/ink217.xml"/><Relationship Id="rId532" Type="http://schemas.openxmlformats.org/officeDocument/2006/relationships/customXml" Target="../ink/ink304.xml"/><Relationship Id="rId574" Type="http://schemas.openxmlformats.org/officeDocument/2006/relationships/customXml" Target="../ink/ink325.xml"/><Relationship Id="rId171" Type="http://schemas.openxmlformats.org/officeDocument/2006/relationships/image" Target="../media/image4345.png"/><Relationship Id="rId227" Type="http://schemas.openxmlformats.org/officeDocument/2006/relationships/image" Target="../media/image4370.png"/><Relationship Id="rId269" Type="http://schemas.openxmlformats.org/officeDocument/2006/relationships/customXml" Target="../ink/ink167.xml"/><Relationship Id="rId434" Type="http://schemas.openxmlformats.org/officeDocument/2006/relationships/image" Target="../media/image4470.png"/><Relationship Id="rId476" Type="http://schemas.openxmlformats.org/officeDocument/2006/relationships/customXml" Target="../ink/ink273.xml"/><Relationship Id="rId641" Type="http://schemas.openxmlformats.org/officeDocument/2006/relationships/customXml" Target="../ink/ink360.xml"/><Relationship Id="rId33" Type="http://schemas.openxmlformats.org/officeDocument/2006/relationships/image" Target="../media/image4278.png"/><Relationship Id="rId129" Type="http://schemas.openxmlformats.org/officeDocument/2006/relationships/image" Target="../media/image4325.png"/><Relationship Id="rId280" Type="http://schemas.openxmlformats.org/officeDocument/2006/relationships/image" Target="../media/image4396.png"/><Relationship Id="rId336" Type="http://schemas.openxmlformats.org/officeDocument/2006/relationships/image" Target="../media/image4422.png"/><Relationship Id="rId501" Type="http://schemas.openxmlformats.org/officeDocument/2006/relationships/customXml" Target="../ink/ink288.xml"/><Relationship Id="rId543" Type="http://schemas.openxmlformats.org/officeDocument/2006/relationships/image" Target="../media/image4521.png"/><Relationship Id="rId75" Type="http://schemas.openxmlformats.org/officeDocument/2006/relationships/image" Target="../media/image4298.png"/><Relationship Id="rId140" Type="http://schemas.openxmlformats.org/officeDocument/2006/relationships/customXml" Target="../ink/ink100.xml"/><Relationship Id="rId182" Type="http://schemas.openxmlformats.org/officeDocument/2006/relationships/image" Target="../media/image4349.png"/><Relationship Id="rId378" Type="http://schemas.openxmlformats.org/officeDocument/2006/relationships/customXml" Target="../ink/ink223.xml"/><Relationship Id="rId403" Type="http://schemas.openxmlformats.org/officeDocument/2006/relationships/image" Target="../media/image4455.png"/><Relationship Id="rId585" Type="http://schemas.openxmlformats.org/officeDocument/2006/relationships/image" Target="../media/image4542.png"/><Relationship Id="rId6" Type="http://schemas.openxmlformats.org/officeDocument/2006/relationships/customXml" Target="../ink/ink33.xml"/><Relationship Id="rId238" Type="http://schemas.openxmlformats.org/officeDocument/2006/relationships/customXml" Target="../ink/ink151.xml"/><Relationship Id="rId445" Type="http://schemas.openxmlformats.org/officeDocument/2006/relationships/image" Target="../media/image4475.png"/><Relationship Id="rId487" Type="http://schemas.openxmlformats.org/officeDocument/2006/relationships/image" Target="../media/image4496.png"/><Relationship Id="rId610" Type="http://schemas.openxmlformats.org/officeDocument/2006/relationships/customXml" Target="../ink/ink344.xml"/><Relationship Id="rId652" Type="http://schemas.openxmlformats.org/officeDocument/2006/relationships/customXml" Target="../ink/ink366.xml"/><Relationship Id="rId291" Type="http://schemas.openxmlformats.org/officeDocument/2006/relationships/customXml" Target="../ink/ink179.xml"/><Relationship Id="rId305" Type="http://schemas.openxmlformats.org/officeDocument/2006/relationships/customXml" Target="../ink/ink186.xml"/><Relationship Id="rId347" Type="http://schemas.openxmlformats.org/officeDocument/2006/relationships/customXml" Target="../ink/ink207.xml"/><Relationship Id="rId512" Type="http://schemas.openxmlformats.org/officeDocument/2006/relationships/customXml" Target="../ink/ink294.xml"/><Relationship Id="rId44" Type="http://schemas.openxmlformats.org/officeDocument/2006/relationships/customXml" Target="../ink/ink52.xml"/><Relationship Id="rId86" Type="http://schemas.openxmlformats.org/officeDocument/2006/relationships/customXml" Target="../ink/ink73.xml"/><Relationship Id="rId151" Type="http://schemas.openxmlformats.org/officeDocument/2006/relationships/customXml" Target="../ink/ink106.xml"/><Relationship Id="rId389" Type="http://schemas.openxmlformats.org/officeDocument/2006/relationships/image" Target="../media/image4448.png"/><Relationship Id="rId554" Type="http://schemas.openxmlformats.org/officeDocument/2006/relationships/customXml" Target="../ink/ink315.xml"/><Relationship Id="rId596" Type="http://schemas.openxmlformats.org/officeDocument/2006/relationships/customXml" Target="../ink/ink336.xml"/><Relationship Id="rId193" Type="http://schemas.openxmlformats.org/officeDocument/2006/relationships/image" Target="../media/image4354.png"/><Relationship Id="rId207" Type="http://schemas.openxmlformats.org/officeDocument/2006/relationships/image" Target="../media/image4361.png"/><Relationship Id="rId249" Type="http://schemas.openxmlformats.org/officeDocument/2006/relationships/image" Target="../media/image4381.png"/><Relationship Id="rId414" Type="http://schemas.openxmlformats.org/officeDocument/2006/relationships/image" Target="../media/image4460.png"/><Relationship Id="rId456" Type="http://schemas.openxmlformats.org/officeDocument/2006/relationships/customXml" Target="../ink/ink263.xml"/><Relationship Id="rId498" Type="http://schemas.openxmlformats.org/officeDocument/2006/relationships/image" Target="../media/image4499.png"/><Relationship Id="rId621" Type="http://schemas.openxmlformats.org/officeDocument/2006/relationships/image" Target="../media/image4559.png"/><Relationship Id="rId663" Type="http://schemas.openxmlformats.org/officeDocument/2006/relationships/image" Target="../media/image4579.png"/><Relationship Id="rId13" Type="http://schemas.openxmlformats.org/officeDocument/2006/relationships/image" Target="../media/image4268.png"/><Relationship Id="rId109" Type="http://schemas.openxmlformats.org/officeDocument/2006/relationships/image" Target="../media/image4315.png"/><Relationship Id="rId260" Type="http://schemas.openxmlformats.org/officeDocument/2006/relationships/customXml" Target="../ink/ink162.xml"/><Relationship Id="rId316" Type="http://schemas.openxmlformats.org/officeDocument/2006/relationships/image" Target="../media/image4412.png"/><Relationship Id="rId523" Type="http://schemas.openxmlformats.org/officeDocument/2006/relationships/image" Target="../media/image4511.png"/><Relationship Id="rId55" Type="http://schemas.openxmlformats.org/officeDocument/2006/relationships/image" Target="../media/image4288.png"/><Relationship Id="rId97" Type="http://schemas.openxmlformats.org/officeDocument/2006/relationships/image" Target="../media/image4309.png"/><Relationship Id="rId120" Type="http://schemas.openxmlformats.org/officeDocument/2006/relationships/customXml" Target="../ink/ink90.xml"/><Relationship Id="rId358" Type="http://schemas.openxmlformats.org/officeDocument/2006/relationships/image" Target="../media/image4433.png"/><Relationship Id="rId565" Type="http://schemas.openxmlformats.org/officeDocument/2006/relationships/image" Target="../media/image4532.png"/><Relationship Id="rId162" Type="http://schemas.openxmlformats.org/officeDocument/2006/relationships/customXml" Target="../ink/ink112.xml"/><Relationship Id="rId218" Type="http://schemas.openxmlformats.org/officeDocument/2006/relationships/customXml" Target="../ink/ink141.xml"/><Relationship Id="rId425" Type="http://schemas.openxmlformats.org/officeDocument/2006/relationships/customXml" Target="../ink/ink247.xml"/><Relationship Id="rId467" Type="http://schemas.openxmlformats.org/officeDocument/2006/relationships/image" Target="../media/image4486.png"/><Relationship Id="rId632" Type="http://schemas.openxmlformats.org/officeDocument/2006/relationships/customXml" Target="../ink/ink355.xml"/><Relationship Id="rId271" Type="http://schemas.openxmlformats.org/officeDocument/2006/relationships/customXml" Target="../ink/ink168.xml"/><Relationship Id="rId24" Type="http://schemas.openxmlformats.org/officeDocument/2006/relationships/customXml" Target="../ink/ink42.xml"/><Relationship Id="rId66" Type="http://schemas.openxmlformats.org/officeDocument/2006/relationships/customXml" Target="../ink/ink63.xml"/><Relationship Id="rId131" Type="http://schemas.openxmlformats.org/officeDocument/2006/relationships/image" Target="../media/image4326.png"/><Relationship Id="rId327" Type="http://schemas.openxmlformats.org/officeDocument/2006/relationships/customXml" Target="../ink/ink197.xml"/><Relationship Id="rId369" Type="http://schemas.openxmlformats.org/officeDocument/2006/relationships/customXml" Target="../ink/ink218.xml"/><Relationship Id="rId534" Type="http://schemas.openxmlformats.org/officeDocument/2006/relationships/customXml" Target="../ink/ink305.xml"/><Relationship Id="rId576" Type="http://schemas.openxmlformats.org/officeDocument/2006/relationships/customXml" Target="../ink/ink326.xml"/><Relationship Id="rId173" Type="http://schemas.openxmlformats.org/officeDocument/2006/relationships/image" Target="../media/image3124.png"/><Relationship Id="rId229" Type="http://schemas.openxmlformats.org/officeDocument/2006/relationships/image" Target="../media/image4371.png"/><Relationship Id="rId380" Type="http://schemas.openxmlformats.org/officeDocument/2006/relationships/customXml" Target="../ink/ink224.xml"/><Relationship Id="rId436" Type="http://schemas.openxmlformats.org/officeDocument/2006/relationships/image" Target="../media/image4471.png"/><Relationship Id="rId601" Type="http://schemas.openxmlformats.org/officeDocument/2006/relationships/image" Target="../media/image4550.png"/><Relationship Id="rId643" Type="http://schemas.openxmlformats.org/officeDocument/2006/relationships/customXml" Target="../ink/ink361.xml"/><Relationship Id="rId240" Type="http://schemas.openxmlformats.org/officeDocument/2006/relationships/customXml" Target="../ink/ink152.xml"/><Relationship Id="rId478" Type="http://schemas.openxmlformats.org/officeDocument/2006/relationships/customXml" Target="../ink/ink274.xml"/><Relationship Id="rId35" Type="http://schemas.openxmlformats.org/officeDocument/2006/relationships/image" Target="../media/image4279.png"/><Relationship Id="rId77" Type="http://schemas.openxmlformats.org/officeDocument/2006/relationships/image" Target="../media/image4299.png"/><Relationship Id="rId100" Type="http://schemas.openxmlformats.org/officeDocument/2006/relationships/customXml" Target="../ink/ink80.xml"/><Relationship Id="rId282" Type="http://schemas.openxmlformats.org/officeDocument/2006/relationships/customXml" Target="../ink/ink174.xml"/><Relationship Id="rId338" Type="http://schemas.openxmlformats.org/officeDocument/2006/relationships/image" Target="../media/image4423.png"/><Relationship Id="rId503" Type="http://schemas.openxmlformats.org/officeDocument/2006/relationships/image" Target="../media/image4501.png"/><Relationship Id="rId545" Type="http://schemas.openxmlformats.org/officeDocument/2006/relationships/image" Target="../media/image4522.png"/><Relationship Id="rId587" Type="http://schemas.openxmlformats.org/officeDocument/2006/relationships/image" Target="../media/image4543.png"/><Relationship Id="rId8" Type="http://schemas.openxmlformats.org/officeDocument/2006/relationships/customXml" Target="../ink/ink34.xml"/><Relationship Id="rId142" Type="http://schemas.openxmlformats.org/officeDocument/2006/relationships/customXml" Target="../ink/ink101.xml"/><Relationship Id="rId184" Type="http://schemas.openxmlformats.org/officeDocument/2006/relationships/image" Target="../media/image4350.png"/><Relationship Id="rId391" Type="http://schemas.openxmlformats.org/officeDocument/2006/relationships/image" Target="../media/image4449.png"/><Relationship Id="rId405" Type="http://schemas.openxmlformats.org/officeDocument/2006/relationships/customXml" Target="../ink/ink237.xml"/><Relationship Id="rId447" Type="http://schemas.openxmlformats.org/officeDocument/2006/relationships/image" Target="../media/image4476.png"/><Relationship Id="rId612" Type="http://schemas.openxmlformats.org/officeDocument/2006/relationships/customXml" Target="../ink/ink345.xml"/><Relationship Id="rId251" Type="http://schemas.openxmlformats.org/officeDocument/2006/relationships/image" Target="../media/image4382.png"/><Relationship Id="rId489" Type="http://schemas.openxmlformats.org/officeDocument/2006/relationships/image" Target="../media/image4497.png"/><Relationship Id="rId654" Type="http://schemas.openxmlformats.org/officeDocument/2006/relationships/customXml" Target="../ink/ink367.xml"/><Relationship Id="rId46" Type="http://schemas.openxmlformats.org/officeDocument/2006/relationships/customXml" Target="../ink/ink53.xml"/><Relationship Id="rId293" Type="http://schemas.openxmlformats.org/officeDocument/2006/relationships/customXml" Target="../ink/ink180.xml"/><Relationship Id="rId307" Type="http://schemas.openxmlformats.org/officeDocument/2006/relationships/customXml" Target="../ink/ink187.xml"/><Relationship Id="rId349" Type="http://schemas.openxmlformats.org/officeDocument/2006/relationships/customXml" Target="../ink/ink208.xml"/><Relationship Id="rId514" Type="http://schemas.openxmlformats.org/officeDocument/2006/relationships/customXml" Target="../ink/ink295.xml"/><Relationship Id="rId556" Type="http://schemas.openxmlformats.org/officeDocument/2006/relationships/customXml" Target="../ink/ink316.xml"/><Relationship Id="rId88" Type="http://schemas.openxmlformats.org/officeDocument/2006/relationships/customXml" Target="../ink/ink74.xml"/><Relationship Id="rId111" Type="http://schemas.openxmlformats.org/officeDocument/2006/relationships/image" Target="../media/image4316.png"/><Relationship Id="rId153" Type="http://schemas.openxmlformats.org/officeDocument/2006/relationships/image" Target="../media/image4336.png"/><Relationship Id="rId195" Type="http://schemas.openxmlformats.org/officeDocument/2006/relationships/image" Target="../media/image4355.png"/><Relationship Id="rId209" Type="http://schemas.openxmlformats.org/officeDocument/2006/relationships/image" Target="../media/image4362.png"/><Relationship Id="rId360" Type="http://schemas.openxmlformats.org/officeDocument/2006/relationships/image" Target="../media/image4434.png"/><Relationship Id="rId416" Type="http://schemas.openxmlformats.org/officeDocument/2006/relationships/image" Target="../media/image4461.png"/><Relationship Id="rId598" Type="http://schemas.openxmlformats.org/officeDocument/2006/relationships/customXml" Target="../ink/ink337.xml"/><Relationship Id="rId220" Type="http://schemas.openxmlformats.org/officeDocument/2006/relationships/customXml" Target="../ink/ink142.xml"/><Relationship Id="rId458" Type="http://schemas.openxmlformats.org/officeDocument/2006/relationships/customXml" Target="../ink/ink264.xml"/><Relationship Id="rId623" Type="http://schemas.openxmlformats.org/officeDocument/2006/relationships/image" Target="../media/image4560.png"/><Relationship Id="rId665" Type="http://schemas.openxmlformats.org/officeDocument/2006/relationships/image" Target="../media/image4580.png"/><Relationship Id="rId15" Type="http://schemas.openxmlformats.org/officeDocument/2006/relationships/image" Target="../media/image4269.png"/><Relationship Id="rId57" Type="http://schemas.openxmlformats.org/officeDocument/2006/relationships/image" Target="../media/image4289.png"/><Relationship Id="rId262" Type="http://schemas.openxmlformats.org/officeDocument/2006/relationships/image" Target="../media/image4387.png"/><Relationship Id="rId318" Type="http://schemas.openxmlformats.org/officeDocument/2006/relationships/image" Target="../media/image4413.png"/><Relationship Id="rId525" Type="http://schemas.openxmlformats.org/officeDocument/2006/relationships/image" Target="../media/image4512.png"/><Relationship Id="rId567" Type="http://schemas.openxmlformats.org/officeDocument/2006/relationships/image" Target="../media/image4533.png"/><Relationship Id="rId99" Type="http://schemas.openxmlformats.org/officeDocument/2006/relationships/image" Target="../media/image4310.png"/><Relationship Id="rId122" Type="http://schemas.openxmlformats.org/officeDocument/2006/relationships/customXml" Target="../ink/ink91.xml"/><Relationship Id="rId164" Type="http://schemas.openxmlformats.org/officeDocument/2006/relationships/customXml" Target="../ink/ink113.xml"/><Relationship Id="rId371" Type="http://schemas.openxmlformats.org/officeDocument/2006/relationships/customXml" Target="../ink/ink219.xml"/><Relationship Id="rId427" Type="http://schemas.openxmlformats.org/officeDocument/2006/relationships/customXml" Target="../ink/ink248.xml"/><Relationship Id="rId469" Type="http://schemas.openxmlformats.org/officeDocument/2006/relationships/image" Target="../media/image4487.png"/><Relationship Id="rId634" Type="http://schemas.openxmlformats.org/officeDocument/2006/relationships/customXml" Target="../ink/ink356.xml"/><Relationship Id="rId26" Type="http://schemas.openxmlformats.org/officeDocument/2006/relationships/customXml" Target="../ink/ink43.xml"/><Relationship Id="rId231" Type="http://schemas.openxmlformats.org/officeDocument/2006/relationships/image" Target="../media/image4372.png"/><Relationship Id="rId273" Type="http://schemas.openxmlformats.org/officeDocument/2006/relationships/customXml" Target="../ink/ink169.xml"/><Relationship Id="rId329" Type="http://schemas.openxmlformats.org/officeDocument/2006/relationships/customXml" Target="../ink/ink198.xml"/><Relationship Id="rId480" Type="http://schemas.openxmlformats.org/officeDocument/2006/relationships/customXml" Target="../ink/ink275.xml"/><Relationship Id="rId536" Type="http://schemas.openxmlformats.org/officeDocument/2006/relationships/customXml" Target="../ink/ink306.xml"/><Relationship Id="rId68" Type="http://schemas.openxmlformats.org/officeDocument/2006/relationships/customXml" Target="../ink/ink64.xml"/><Relationship Id="rId133" Type="http://schemas.openxmlformats.org/officeDocument/2006/relationships/image" Target="../media/image4327.png"/><Relationship Id="rId175" Type="http://schemas.openxmlformats.org/officeDocument/2006/relationships/customXml" Target="../ink/ink119.xml"/><Relationship Id="rId340" Type="http://schemas.openxmlformats.org/officeDocument/2006/relationships/image" Target="../media/image4424.png"/><Relationship Id="rId578" Type="http://schemas.openxmlformats.org/officeDocument/2006/relationships/customXml" Target="../ink/ink327.xml"/><Relationship Id="rId200" Type="http://schemas.openxmlformats.org/officeDocument/2006/relationships/customXml" Target="../ink/ink132.xml"/><Relationship Id="rId382" Type="http://schemas.openxmlformats.org/officeDocument/2006/relationships/customXml" Target="../ink/ink225.xml"/><Relationship Id="rId438" Type="http://schemas.openxmlformats.org/officeDocument/2006/relationships/image" Target="../media/image4472.png"/><Relationship Id="rId603" Type="http://schemas.openxmlformats.org/officeDocument/2006/relationships/customXml" Target="../ink/ink340.xml"/><Relationship Id="rId645" Type="http://schemas.openxmlformats.org/officeDocument/2006/relationships/customXml" Target="../ink/ink362.xml"/><Relationship Id="rId242" Type="http://schemas.openxmlformats.org/officeDocument/2006/relationships/customXml" Target="../ink/ink153.xml"/><Relationship Id="rId284" Type="http://schemas.openxmlformats.org/officeDocument/2006/relationships/customXml" Target="../ink/ink175.xml"/><Relationship Id="rId491" Type="http://schemas.openxmlformats.org/officeDocument/2006/relationships/image" Target="../media/image4498.png"/><Relationship Id="rId505" Type="http://schemas.openxmlformats.org/officeDocument/2006/relationships/image" Target="../media/image4502.png"/><Relationship Id="rId37" Type="http://schemas.openxmlformats.org/officeDocument/2006/relationships/image" Target="../media/image4280.png"/><Relationship Id="rId79" Type="http://schemas.openxmlformats.org/officeDocument/2006/relationships/image" Target="../media/image4300.png"/><Relationship Id="rId102" Type="http://schemas.openxmlformats.org/officeDocument/2006/relationships/customXml" Target="../ink/ink81.xml"/><Relationship Id="rId144" Type="http://schemas.openxmlformats.org/officeDocument/2006/relationships/image" Target="../media/image4332.png"/><Relationship Id="rId547" Type="http://schemas.openxmlformats.org/officeDocument/2006/relationships/image" Target="../media/image4523.png"/><Relationship Id="rId589" Type="http://schemas.openxmlformats.org/officeDocument/2006/relationships/image" Target="../media/image4544.png"/><Relationship Id="rId90" Type="http://schemas.openxmlformats.org/officeDocument/2006/relationships/customXml" Target="../ink/ink75.xml"/><Relationship Id="rId186" Type="http://schemas.openxmlformats.org/officeDocument/2006/relationships/image" Target="../media/image4351.png"/><Relationship Id="rId351" Type="http://schemas.openxmlformats.org/officeDocument/2006/relationships/customXml" Target="../ink/ink209.xml"/><Relationship Id="rId393" Type="http://schemas.openxmlformats.org/officeDocument/2006/relationships/image" Target="../media/image4450.png"/><Relationship Id="rId407" Type="http://schemas.openxmlformats.org/officeDocument/2006/relationships/customXml" Target="../ink/ink238.xml"/><Relationship Id="rId449" Type="http://schemas.openxmlformats.org/officeDocument/2006/relationships/image" Target="../media/image4477.png"/><Relationship Id="rId614" Type="http://schemas.openxmlformats.org/officeDocument/2006/relationships/customXml" Target="../ink/ink346.xml"/><Relationship Id="rId656" Type="http://schemas.openxmlformats.org/officeDocument/2006/relationships/customXml" Target="../ink/ink368.xml"/><Relationship Id="rId211" Type="http://schemas.openxmlformats.org/officeDocument/2006/relationships/image" Target="../media/image4363.png"/><Relationship Id="rId253" Type="http://schemas.openxmlformats.org/officeDocument/2006/relationships/image" Target="../media/image4383.png"/><Relationship Id="rId295" Type="http://schemas.openxmlformats.org/officeDocument/2006/relationships/customXml" Target="../ink/ink181.xml"/><Relationship Id="rId309" Type="http://schemas.openxmlformats.org/officeDocument/2006/relationships/customXml" Target="../ink/ink188.xml"/><Relationship Id="rId460" Type="http://schemas.openxmlformats.org/officeDocument/2006/relationships/customXml" Target="../ink/ink265.xml"/><Relationship Id="rId516" Type="http://schemas.openxmlformats.org/officeDocument/2006/relationships/customXml" Target="../ink/ink296.xml"/><Relationship Id="rId48" Type="http://schemas.openxmlformats.org/officeDocument/2006/relationships/customXml" Target="../ink/ink54.xml"/><Relationship Id="rId113" Type="http://schemas.openxmlformats.org/officeDocument/2006/relationships/image" Target="../media/image4317.png"/><Relationship Id="rId320" Type="http://schemas.openxmlformats.org/officeDocument/2006/relationships/image" Target="../media/image4414.png"/><Relationship Id="rId558" Type="http://schemas.openxmlformats.org/officeDocument/2006/relationships/customXml" Target="../ink/ink317.xml"/><Relationship Id="rId155" Type="http://schemas.openxmlformats.org/officeDocument/2006/relationships/image" Target="../media/image4337.png"/><Relationship Id="rId197" Type="http://schemas.openxmlformats.org/officeDocument/2006/relationships/image" Target="../media/image4356.png"/><Relationship Id="rId362" Type="http://schemas.openxmlformats.org/officeDocument/2006/relationships/image" Target="../media/image4435.png"/><Relationship Id="rId418" Type="http://schemas.openxmlformats.org/officeDocument/2006/relationships/image" Target="../media/image4462.png"/><Relationship Id="rId625" Type="http://schemas.openxmlformats.org/officeDocument/2006/relationships/image" Target="../media/image4561.png"/><Relationship Id="rId222" Type="http://schemas.openxmlformats.org/officeDocument/2006/relationships/customXml" Target="../ink/ink143.xml"/><Relationship Id="rId264" Type="http://schemas.openxmlformats.org/officeDocument/2006/relationships/image" Target="../media/image4388.png"/><Relationship Id="rId471" Type="http://schemas.openxmlformats.org/officeDocument/2006/relationships/image" Target="../media/image4488.png"/><Relationship Id="rId17" Type="http://schemas.openxmlformats.org/officeDocument/2006/relationships/image" Target="../media/image4270.png"/><Relationship Id="rId59" Type="http://schemas.openxmlformats.org/officeDocument/2006/relationships/image" Target="../media/image4290.png"/><Relationship Id="rId124" Type="http://schemas.openxmlformats.org/officeDocument/2006/relationships/customXml" Target="../ink/ink92.xml"/><Relationship Id="rId527" Type="http://schemas.openxmlformats.org/officeDocument/2006/relationships/image" Target="../media/image4513.png"/><Relationship Id="rId569" Type="http://schemas.openxmlformats.org/officeDocument/2006/relationships/image" Target="../media/image4534.png"/><Relationship Id="rId70" Type="http://schemas.openxmlformats.org/officeDocument/2006/relationships/customXml" Target="../ink/ink65.xml"/><Relationship Id="rId166" Type="http://schemas.openxmlformats.org/officeDocument/2006/relationships/customXml" Target="../ink/ink114.xml"/><Relationship Id="rId331" Type="http://schemas.openxmlformats.org/officeDocument/2006/relationships/customXml" Target="../ink/ink199.xml"/><Relationship Id="rId373" Type="http://schemas.openxmlformats.org/officeDocument/2006/relationships/image" Target="../media/image4440.png"/><Relationship Id="rId429" Type="http://schemas.openxmlformats.org/officeDocument/2006/relationships/customXml" Target="../ink/ink249.xml"/><Relationship Id="rId580" Type="http://schemas.openxmlformats.org/officeDocument/2006/relationships/customXml" Target="../ink/ink328.xml"/><Relationship Id="rId636" Type="http://schemas.openxmlformats.org/officeDocument/2006/relationships/image" Target="../media/image456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373.png"/><Relationship Id="rId440" Type="http://schemas.openxmlformats.org/officeDocument/2006/relationships/customXml" Target="../ink/ink255.xml"/><Relationship Id="rId28" Type="http://schemas.openxmlformats.org/officeDocument/2006/relationships/customXml" Target="../ink/ink44.xml"/><Relationship Id="rId275" Type="http://schemas.openxmlformats.org/officeDocument/2006/relationships/customXml" Target="../ink/ink170.xml"/><Relationship Id="rId300" Type="http://schemas.openxmlformats.org/officeDocument/2006/relationships/image" Target="../media/image4404.png"/><Relationship Id="rId482" Type="http://schemas.openxmlformats.org/officeDocument/2006/relationships/customXml" Target="../ink/ink276.xml"/><Relationship Id="rId538" Type="http://schemas.openxmlformats.org/officeDocument/2006/relationships/customXml" Target="../ink/ink307.xml"/><Relationship Id="rId81" Type="http://schemas.openxmlformats.org/officeDocument/2006/relationships/image" Target="../media/image4301.png"/><Relationship Id="rId135" Type="http://schemas.openxmlformats.org/officeDocument/2006/relationships/image" Target="../media/image4328.png"/><Relationship Id="rId177" Type="http://schemas.openxmlformats.org/officeDocument/2006/relationships/customXml" Target="../ink/ink120.xml"/><Relationship Id="rId342" Type="http://schemas.openxmlformats.org/officeDocument/2006/relationships/image" Target="../media/image4425.png"/><Relationship Id="rId384" Type="http://schemas.openxmlformats.org/officeDocument/2006/relationships/customXml" Target="../ink/ink226.xml"/><Relationship Id="rId591" Type="http://schemas.openxmlformats.org/officeDocument/2006/relationships/image" Target="../media/image4545.png"/><Relationship Id="rId605" Type="http://schemas.openxmlformats.org/officeDocument/2006/relationships/customXml" Target="../ink/ink341.xml"/><Relationship Id="rId202" Type="http://schemas.openxmlformats.org/officeDocument/2006/relationships/customXml" Target="../ink/ink133.xml"/><Relationship Id="rId244" Type="http://schemas.openxmlformats.org/officeDocument/2006/relationships/customXml" Target="../ink/ink154.xml"/><Relationship Id="rId647" Type="http://schemas.openxmlformats.org/officeDocument/2006/relationships/customXml" Target="../ink/ink363.xml"/><Relationship Id="rId39" Type="http://schemas.openxmlformats.org/officeDocument/2006/relationships/image" Target="../media/image3887.png"/><Relationship Id="rId286" Type="http://schemas.openxmlformats.org/officeDocument/2006/relationships/image" Target="../media/image4397.png"/><Relationship Id="rId451" Type="http://schemas.openxmlformats.org/officeDocument/2006/relationships/image" Target="../media/image4478.png"/><Relationship Id="rId493" Type="http://schemas.openxmlformats.org/officeDocument/2006/relationships/customXml" Target="../ink/ink282.xml"/><Relationship Id="rId507" Type="http://schemas.openxmlformats.org/officeDocument/2006/relationships/image" Target="../media/image4503.png"/><Relationship Id="rId549" Type="http://schemas.openxmlformats.org/officeDocument/2006/relationships/image" Target="../media/image4524.png"/><Relationship Id="rId50" Type="http://schemas.openxmlformats.org/officeDocument/2006/relationships/customXml" Target="../ink/ink55.xml"/><Relationship Id="rId104" Type="http://schemas.openxmlformats.org/officeDocument/2006/relationships/customXml" Target="../ink/ink82.xml"/><Relationship Id="rId146" Type="http://schemas.openxmlformats.org/officeDocument/2006/relationships/image" Target="../media/image4333.png"/><Relationship Id="rId188" Type="http://schemas.openxmlformats.org/officeDocument/2006/relationships/image" Target="../media/image4352.png"/><Relationship Id="rId311" Type="http://schemas.openxmlformats.org/officeDocument/2006/relationships/customXml" Target="../ink/ink189.xml"/><Relationship Id="rId353" Type="http://schemas.openxmlformats.org/officeDocument/2006/relationships/customXml" Target="../ink/ink210.xml"/><Relationship Id="rId395" Type="http://schemas.openxmlformats.org/officeDocument/2006/relationships/image" Target="../media/image4451.png"/><Relationship Id="rId409" Type="http://schemas.openxmlformats.org/officeDocument/2006/relationships/customXml" Target="../ink/ink239.xml"/><Relationship Id="rId560" Type="http://schemas.openxmlformats.org/officeDocument/2006/relationships/customXml" Target="../ink/ink318.xml"/><Relationship Id="rId92" Type="http://schemas.openxmlformats.org/officeDocument/2006/relationships/customXml" Target="../ink/ink76.xml"/><Relationship Id="rId213" Type="http://schemas.openxmlformats.org/officeDocument/2006/relationships/image" Target="../media/image4364.png"/><Relationship Id="rId420" Type="http://schemas.openxmlformats.org/officeDocument/2006/relationships/image" Target="../media/image4463.png"/><Relationship Id="rId616" Type="http://schemas.openxmlformats.org/officeDocument/2006/relationships/customXml" Target="../ink/ink347.xml"/><Relationship Id="rId658" Type="http://schemas.openxmlformats.org/officeDocument/2006/relationships/customXml" Target="../ink/ink369.xml"/><Relationship Id="rId255" Type="http://schemas.openxmlformats.org/officeDocument/2006/relationships/image" Target="../media/image4384.png"/><Relationship Id="rId297" Type="http://schemas.openxmlformats.org/officeDocument/2006/relationships/customXml" Target="../ink/ink182.xml"/><Relationship Id="rId462" Type="http://schemas.openxmlformats.org/officeDocument/2006/relationships/customXml" Target="../ink/ink266.xml"/><Relationship Id="rId518" Type="http://schemas.openxmlformats.org/officeDocument/2006/relationships/customXml" Target="../ink/ink297.xml"/><Relationship Id="rId115" Type="http://schemas.openxmlformats.org/officeDocument/2006/relationships/image" Target="../media/image4318.png"/><Relationship Id="rId157" Type="http://schemas.openxmlformats.org/officeDocument/2006/relationships/image" Target="../media/image4338.png"/><Relationship Id="rId322" Type="http://schemas.openxmlformats.org/officeDocument/2006/relationships/image" Target="../media/image4415.png"/><Relationship Id="rId364" Type="http://schemas.openxmlformats.org/officeDocument/2006/relationships/image" Target="../media/image4436.png"/><Relationship Id="rId61" Type="http://schemas.openxmlformats.org/officeDocument/2006/relationships/image" Target="../media/image4291.png"/><Relationship Id="rId199" Type="http://schemas.openxmlformats.org/officeDocument/2006/relationships/image" Target="../media/image4357.png"/><Relationship Id="rId571" Type="http://schemas.openxmlformats.org/officeDocument/2006/relationships/image" Target="../media/image4535.png"/><Relationship Id="rId627" Type="http://schemas.openxmlformats.org/officeDocument/2006/relationships/image" Target="../media/image4562.png"/><Relationship Id="rId19" Type="http://schemas.openxmlformats.org/officeDocument/2006/relationships/image" Target="../media/image4271.png"/><Relationship Id="rId224" Type="http://schemas.openxmlformats.org/officeDocument/2006/relationships/customXml" Target="../ink/ink144.xml"/><Relationship Id="rId266" Type="http://schemas.openxmlformats.org/officeDocument/2006/relationships/image" Target="../media/image4389.png"/><Relationship Id="rId431" Type="http://schemas.openxmlformats.org/officeDocument/2006/relationships/customXml" Target="../ink/ink250.xml"/><Relationship Id="rId473" Type="http://schemas.openxmlformats.org/officeDocument/2006/relationships/image" Target="../media/image4489.png"/><Relationship Id="rId529" Type="http://schemas.openxmlformats.org/officeDocument/2006/relationships/image" Target="../media/image4514.png"/><Relationship Id="rId30" Type="http://schemas.openxmlformats.org/officeDocument/2006/relationships/customXml" Target="../ink/ink45.xml"/><Relationship Id="rId126" Type="http://schemas.openxmlformats.org/officeDocument/2006/relationships/customXml" Target="../ink/ink93.xml"/><Relationship Id="rId168" Type="http://schemas.openxmlformats.org/officeDocument/2006/relationships/customXml" Target="../ink/ink115.xml"/><Relationship Id="rId333" Type="http://schemas.openxmlformats.org/officeDocument/2006/relationships/customXml" Target="../ink/ink200.xml"/><Relationship Id="rId540" Type="http://schemas.openxmlformats.org/officeDocument/2006/relationships/customXml" Target="../ink/ink308.xml"/><Relationship Id="rId72" Type="http://schemas.openxmlformats.org/officeDocument/2006/relationships/customXml" Target="../ink/ink66.xml"/><Relationship Id="rId375" Type="http://schemas.openxmlformats.org/officeDocument/2006/relationships/image" Target="../media/image4441.png"/><Relationship Id="rId582" Type="http://schemas.openxmlformats.org/officeDocument/2006/relationships/customXml" Target="../ink/ink329.xml"/><Relationship Id="rId638" Type="http://schemas.openxmlformats.org/officeDocument/2006/relationships/image" Target="../media/image4567.png"/><Relationship Id="rId3" Type="http://schemas.openxmlformats.org/officeDocument/2006/relationships/image" Target="../media/image4263.png"/><Relationship Id="rId235" Type="http://schemas.openxmlformats.org/officeDocument/2006/relationships/image" Target="../media/image4374.png"/><Relationship Id="rId277" Type="http://schemas.openxmlformats.org/officeDocument/2006/relationships/customXml" Target="../ink/ink171.xml"/><Relationship Id="rId400" Type="http://schemas.openxmlformats.org/officeDocument/2006/relationships/customXml" Target="../ink/ink234.xml"/><Relationship Id="rId442" Type="http://schemas.openxmlformats.org/officeDocument/2006/relationships/customXml" Target="../ink/ink256.xml"/><Relationship Id="rId484" Type="http://schemas.openxmlformats.org/officeDocument/2006/relationships/customXml" Target="../ink/ink277.xml"/><Relationship Id="rId137" Type="http://schemas.openxmlformats.org/officeDocument/2006/relationships/image" Target="../media/image4329.png"/><Relationship Id="rId302" Type="http://schemas.openxmlformats.org/officeDocument/2006/relationships/image" Target="../media/image4405.png"/><Relationship Id="rId344" Type="http://schemas.openxmlformats.org/officeDocument/2006/relationships/image" Target="../media/image4426.png"/><Relationship Id="rId41" Type="http://schemas.openxmlformats.org/officeDocument/2006/relationships/image" Target="../media/image4281.png"/><Relationship Id="rId83" Type="http://schemas.openxmlformats.org/officeDocument/2006/relationships/image" Target="../media/image4302.png"/><Relationship Id="rId179" Type="http://schemas.openxmlformats.org/officeDocument/2006/relationships/customXml" Target="../ink/ink121.xml"/><Relationship Id="rId386" Type="http://schemas.openxmlformats.org/officeDocument/2006/relationships/customXml" Target="../ink/ink227.xml"/><Relationship Id="rId551" Type="http://schemas.openxmlformats.org/officeDocument/2006/relationships/image" Target="../media/image4525.png"/><Relationship Id="rId593" Type="http://schemas.openxmlformats.org/officeDocument/2006/relationships/image" Target="../media/image4546.png"/><Relationship Id="rId607" Type="http://schemas.openxmlformats.org/officeDocument/2006/relationships/customXml" Target="../ink/ink342.xml"/><Relationship Id="rId649" Type="http://schemas.openxmlformats.org/officeDocument/2006/relationships/image" Target="../media/image4572.png"/><Relationship Id="rId190" Type="http://schemas.openxmlformats.org/officeDocument/2006/relationships/customXml" Target="../ink/ink127.xml"/><Relationship Id="rId204" Type="http://schemas.openxmlformats.org/officeDocument/2006/relationships/customXml" Target="../ink/ink134.xml"/><Relationship Id="rId246" Type="http://schemas.openxmlformats.org/officeDocument/2006/relationships/customXml" Target="../ink/ink155.xml"/><Relationship Id="rId288" Type="http://schemas.openxmlformats.org/officeDocument/2006/relationships/image" Target="../media/image4398.png"/><Relationship Id="rId411" Type="http://schemas.openxmlformats.org/officeDocument/2006/relationships/customXml" Target="../ink/ink240.xml"/><Relationship Id="rId453" Type="http://schemas.openxmlformats.org/officeDocument/2006/relationships/image" Target="../media/image4479.png"/><Relationship Id="rId509" Type="http://schemas.openxmlformats.org/officeDocument/2006/relationships/image" Target="../media/image4504.png"/><Relationship Id="rId660" Type="http://schemas.openxmlformats.org/officeDocument/2006/relationships/customXml" Target="../ink/ink370.xml"/><Relationship Id="rId106" Type="http://schemas.openxmlformats.org/officeDocument/2006/relationships/customXml" Target="../ink/ink83.xml"/><Relationship Id="rId313" Type="http://schemas.openxmlformats.org/officeDocument/2006/relationships/customXml" Target="../ink/ink190.xml"/><Relationship Id="rId495" Type="http://schemas.openxmlformats.org/officeDocument/2006/relationships/customXml" Target="../ink/ink284.xml"/><Relationship Id="rId10" Type="http://schemas.openxmlformats.org/officeDocument/2006/relationships/customXml" Target="../ink/ink35.xml"/><Relationship Id="rId52" Type="http://schemas.openxmlformats.org/officeDocument/2006/relationships/customXml" Target="../ink/ink56.xml"/><Relationship Id="rId94" Type="http://schemas.openxmlformats.org/officeDocument/2006/relationships/customXml" Target="../ink/ink77.xml"/><Relationship Id="rId148" Type="http://schemas.openxmlformats.org/officeDocument/2006/relationships/image" Target="../media/image4334.png"/><Relationship Id="rId355" Type="http://schemas.openxmlformats.org/officeDocument/2006/relationships/customXml" Target="../ink/ink211.xml"/><Relationship Id="rId397" Type="http://schemas.openxmlformats.org/officeDocument/2006/relationships/image" Target="../media/image4452.png"/><Relationship Id="rId520" Type="http://schemas.openxmlformats.org/officeDocument/2006/relationships/customXml" Target="../ink/ink298.xml"/><Relationship Id="rId562" Type="http://schemas.openxmlformats.org/officeDocument/2006/relationships/customXml" Target="../ink/ink319.xml"/><Relationship Id="rId618" Type="http://schemas.openxmlformats.org/officeDocument/2006/relationships/customXml" Target="../ink/ink348.xml"/><Relationship Id="rId215" Type="http://schemas.openxmlformats.org/officeDocument/2006/relationships/image" Target="../media/image3019.png"/><Relationship Id="rId257" Type="http://schemas.openxmlformats.org/officeDocument/2006/relationships/image" Target="../media/image4385.png"/><Relationship Id="rId422" Type="http://schemas.openxmlformats.org/officeDocument/2006/relationships/image" Target="../media/image4464.png"/><Relationship Id="rId464" Type="http://schemas.openxmlformats.org/officeDocument/2006/relationships/customXml" Target="../ink/ink267.xml"/><Relationship Id="rId299" Type="http://schemas.openxmlformats.org/officeDocument/2006/relationships/customXml" Target="../ink/ink183.xml"/><Relationship Id="rId63" Type="http://schemas.openxmlformats.org/officeDocument/2006/relationships/image" Target="../media/image4292.png"/><Relationship Id="rId159" Type="http://schemas.openxmlformats.org/officeDocument/2006/relationships/image" Target="../media/image4339.png"/><Relationship Id="rId366" Type="http://schemas.openxmlformats.org/officeDocument/2006/relationships/image" Target="../media/image4437.png"/><Relationship Id="rId573" Type="http://schemas.openxmlformats.org/officeDocument/2006/relationships/image" Target="../media/image4536.png"/><Relationship Id="rId226" Type="http://schemas.openxmlformats.org/officeDocument/2006/relationships/customXml" Target="../ink/ink145.xml"/><Relationship Id="rId433" Type="http://schemas.openxmlformats.org/officeDocument/2006/relationships/customXml" Target="../ink/ink251.xml"/><Relationship Id="rId640" Type="http://schemas.openxmlformats.org/officeDocument/2006/relationships/image" Target="../media/image4568.png"/><Relationship Id="rId74" Type="http://schemas.openxmlformats.org/officeDocument/2006/relationships/customXml" Target="../ink/ink67.xml"/><Relationship Id="rId377" Type="http://schemas.openxmlformats.org/officeDocument/2006/relationships/image" Target="../media/image4442.png"/><Relationship Id="rId500" Type="http://schemas.openxmlformats.org/officeDocument/2006/relationships/image" Target="../media/image4500.png"/><Relationship Id="rId584" Type="http://schemas.openxmlformats.org/officeDocument/2006/relationships/customXml" Target="../ink/ink330.xml"/><Relationship Id="rId5" Type="http://schemas.openxmlformats.org/officeDocument/2006/relationships/image" Target="../media/image4264.png"/><Relationship Id="rId237" Type="http://schemas.openxmlformats.org/officeDocument/2006/relationships/image" Target="../media/image4375.png"/><Relationship Id="rId444" Type="http://schemas.openxmlformats.org/officeDocument/2006/relationships/customXml" Target="../ink/ink257.xml"/><Relationship Id="rId651" Type="http://schemas.openxmlformats.org/officeDocument/2006/relationships/image" Target="../media/image4573.png"/><Relationship Id="rId290" Type="http://schemas.openxmlformats.org/officeDocument/2006/relationships/image" Target="../media/image4399.png"/><Relationship Id="rId304" Type="http://schemas.openxmlformats.org/officeDocument/2006/relationships/image" Target="../media/image4406.png"/><Relationship Id="rId388" Type="http://schemas.openxmlformats.org/officeDocument/2006/relationships/customXml" Target="../ink/ink228.xml"/><Relationship Id="rId511" Type="http://schemas.openxmlformats.org/officeDocument/2006/relationships/image" Target="../media/image4505.png"/><Relationship Id="rId609" Type="http://schemas.openxmlformats.org/officeDocument/2006/relationships/image" Target="../media/image4553.png"/><Relationship Id="rId85" Type="http://schemas.openxmlformats.org/officeDocument/2006/relationships/image" Target="../media/image4303.png"/><Relationship Id="rId150" Type="http://schemas.openxmlformats.org/officeDocument/2006/relationships/image" Target="../media/image4335.png"/><Relationship Id="rId595" Type="http://schemas.openxmlformats.org/officeDocument/2006/relationships/image" Target="../media/image4547.png"/><Relationship Id="rId248" Type="http://schemas.openxmlformats.org/officeDocument/2006/relationships/customXml" Target="../ink/ink156.xml"/><Relationship Id="rId455" Type="http://schemas.openxmlformats.org/officeDocument/2006/relationships/image" Target="../media/image4480.png"/><Relationship Id="rId662" Type="http://schemas.openxmlformats.org/officeDocument/2006/relationships/customXml" Target="../ink/ink371.xml"/><Relationship Id="rId12" Type="http://schemas.openxmlformats.org/officeDocument/2006/relationships/customXml" Target="../ink/ink36.xml"/><Relationship Id="rId108" Type="http://schemas.openxmlformats.org/officeDocument/2006/relationships/customXml" Target="../ink/ink84.xml"/><Relationship Id="rId315" Type="http://schemas.openxmlformats.org/officeDocument/2006/relationships/customXml" Target="../ink/ink191.xml"/><Relationship Id="rId522" Type="http://schemas.openxmlformats.org/officeDocument/2006/relationships/customXml" Target="../ink/ink299.xml"/><Relationship Id="rId96" Type="http://schemas.openxmlformats.org/officeDocument/2006/relationships/customXml" Target="../ink/ink78.xml"/><Relationship Id="rId161" Type="http://schemas.openxmlformats.org/officeDocument/2006/relationships/image" Target="../media/image4340.png"/><Relationship Id="rId399" Type="http://schemas.openxmlformats.org/officeDocument/2006/relationships/image" Target="../media/image4453.png"/><Relationship Id="rId259" Type="http://schemas.openxmlformats.org/officeDocument/2006/relationships/image" Target="../media/image4386.png"/><Relationship Id="rId466" Type="http://schemas.openxmlformats.org/officeDocument/2006/relationships/customXml" Target="../ink/ink268.xml"/><Relationship Id="rId23" Type="http://schemas.openxmlformats.org/officeDocument/2006/relationships/image" Target="../media/image4273.png"/><Relationship Id="rId119" Type="http://schemas.openxmlformats.org/officeDocument/2006/relationships/image" Target="../media/image4320.png"/><Relationship Id="rId326" Type="http://schemas.openxmlformats.org/officeDocument/2006/relationships/image" Target="../media/image4417.png"/><Relationship Id="rId533" Type="http://schemas.openxmlformats.org/officeDocument/2006/relationships/image" Target="../media/image4516.png"/><Relationship Id="rId172" Type="http://schemas.openxmlformats.org/officeDocument/2006/relationships/customXml" Target="../ink/ink117.xml"/><Relationship Id="rId477" Type="http://schemas.openxmlformats.org/officeDocument/2006/relationships/image" Target="../media/image4491.png"/><Relationship Id="rId600" Type="http://schemas.openxmlformats.org/officeDocument/2006/relationships/customXml" Target="../ink/ink338.xml"/><Relationship Id="rId337" Type="http://schemas.openxmlformats.org/officeDocument/2006/relationships/customXml" Target="../ink/ink202.xml"/><Relationship Id="rId34" Type="http://schemas.openxmlformats.org/officeDocument/2006/relationships/customXml" Target="../ink/ink47.xml"/><Relationship Id="rId544" Type="http://schemas.openxmlformats.org/officeDocument/2006/relationships/customXml" Target="../ink/ink310.xml"/><Relationship Id="rId183" Type="http://schemas.openxmlformats.org/officeDocument/2006/relationships/customXml" Target="../ink/ink123.xml"/><Relationship Id="rId390" Type="http://schemas.openxmlformats.org/officeDocument/2006/relationships/customXml" Target="../ink/ink229.xml"/><Relationship Id="rId404" Type="http://schemas.openxmlformats.org/officeDocument/2006/relationships/customXml" Target="../ink/ink236.xml"/><Relationship Id="rId611" Type="http://schemas.openxmlformats.org/officeDocument/2006/relationships/image" Target="../media/image4554.png"/><Relationship Id="rId250" Type="http://schemas.openxmlformats.org/officeDocument/2006/relationships/customXml" Target="../ink/ink157.xml"/><Relationship Id="rId488" Type="http://schemas.openxmlformats.org/officeDocument/2006/relationships/customXml" Target="../ink/ink279.xml"/><Relationship Id="rId45" Type="http://schemas.openxmlformats.org/officeDocument/2006/relationships/image" Target="../media/image4283.png"/><Relationship Id="rId110" Type="http://schemas.openxmlformats.org/officeDocument/2006/relationships/customXml" Target="../ink/ink85.xml"/><Relationship Id="rId348" Type="http://schemas.openxmlformats.org/officeDocument/2006/relationships/image" Target="../media/image4428.png"/><Relationship Id="rId555" Type="http://schemas.openxmlformats.org/officeDocument/2006/relationships/image" Target="../media/image4527.png"/><Relationship Id="rId194" Type="http://schemas.openxmlformats.org/officeDocument/2006/relationships/customXml" Target="../ink/ink129.xml"/><Relationship Id="rId208" Type="http://schemas.openxmlformats.org/officeDocument/2006/relationships/customXml" Target="../ink/ink136.xml"/><Relationship Id="rId415" Type="http://schemas.openxmlformats.org/officeDocument/2006/relationships/customXml" Target="../ink/ink242.xml"/><Relationship Id="rId622" Type="http://schemas.openxmlformats.org/officeDocument/2006/relationships/customXml" Target="../ink/ink350.xml"/><Relationship Id="rId261" Type="http://schemas.openxmlformats.org/officeDocument/2006/relationships/customXml" Target="../ink/ink163.xml"/><Relationship Id="rId499" Type="http://schemas.openxmlformats.org/officeDocument/2006/relationships/customXml" Target="../ink/ink287.xml"/><Relationship Id="rId56" Type="http://schemas.openxmlformats.org/officeDocument/2006/relationships/customXml" Target="../ink/ink58.xml"/><Relationship Id="rId359" Type="http://schemas.openxmlformats.org/officeDocument/2006/relationships/customXml" Target="../ink/ink213.xml"/><Relationship Id="rId566" Type="http://schemas.openxmlformats.org/officeDocument/2006/relationships/customXml" Target="../ink/ink321.xml"/><Relationship Id="rId121" Type="http://schemas.openxmlformats.org/officeDocument/2006/relationships/image" Target="../media/image4321.png"/><Relationship Id="rId219" Type="http://schemas.openxmlformats.org/officeDocument/2006/relationships/image" Target="../media/image4366.png"/><Relationship Id="rId426" Type="http://schemas.openxmlformats.org/officeDocument/2006/relationships/image" Target="../media/image4466.png"/><Relationship Id="rId633" Type="http://schemas.openxmlformats.org/officeDocument/2006/relationships/image" Target="../media/image4565.png"/><Relationship Id="rId67" Type="http://schemas.openxmlformats.org/officeDocument/2006/relationships/image" Target="../media/image4294.png"/><Relationship Id="rId272" Type="http://schemas.openxmlformats.org/officeDocument/2006/relationships/image" Target="../media/image4392.png"/><Relationship Id="rId577" Type="http://schemas.openxmlformats.org/officeDocument/2006/relationships/image" Target="../media/image4538.png"/><Relationship Id="rId132" Type="http://schemas.openxmlformats.org/officeDocument/2006/relationships/customXml" Target="../ink/ink96.xml"/><Relationship Id="rId437" Type="http://schemas.openxmlformats.org/officeDocument/2006/relationships/customXml" Target="../ink/ink253.xml"/><Relationship Id="rId644" Type="http://schemas.openxmlformats.org/officeDocument/2006/relationships/image" Target="../media/image4570.png"/><Relationship Id="rId283" Type="http://schemas.openxmlformats.org/officeDocument/2006/relationships/image" Target="../media/image3550.png"/><Relationship Id="rId490" Type="http://schemas.openxmlformats.org/officeDocument/2006/relationships/customXml" Target="../ink/ink280.xml"/><Relationship Id="rId504" Type="http://schemas.openxmlformats.org/officeDocument/2006/relationships/customXml" Target="../ink/ink290.xml"/><Relationship Id="rId78" Type="http://schemas.openxmlformats.org/officeDocument/2006/relationships/customXml" Target="../ink/ink69.xml"/><Relationship Id="rId143" Type="http://schemas.openxmlformats.org/officeDocument/2006/relationships/customXml" Target="../ink/ink102.xml"/><Relationship Id="rId350" Type="http://schemas.openxmlformats.org/officeDocument/2006/relationships/image" Target="../media/image4429.png"/><Relationship Id="rId588" Type="http://schemas.openxmlformats.org/officeDocument/2006/relationships/customXml" Target="../ink/ink332.xml"/><Relationship Id="rId9" Type="http://schemas.openxmlformats.org/officeDocument/2006/relationships/image" Target="../media/image4266.png"/><Relationship Id="rId210" Type="http://schemas.openxmlformats.org/officeDocument/2006/relationships/customXml" Target="../ink/ink137.xml"/><Relationship Id="rId448" Type="http://schemas.openxmlformats.org/officeDocument/2006/relationships/customXml" Target="../ink/ink259.xml"/><Relationship Id="rId655" Type="http://schemas.openxmlformats.org/officeDocument/2006/relationships/image" Target="../media/image4575.png"/><Relationship Id="rId294" Type="http://schemas.openxmlformats.org/officeDocument/2006/relationships/image" Target="../media/image4401.png"/><Relationship Id="rId308" Type="http://schemas.openxmlformats.org/officeDocument/2006/relationships/image" Target="../media/image4408.png"/><Relationship Id="rId515" Type="http://schemas.openxmlformats.org/officeDocument/2006/relationships/image" Target="../media/image4507.png"/><Relationship Id="rId89" Type="http://schemas.openxmlformats.org/officeDocument/2006/relationships/image" Target="../media/image4305.png"/><Relationship Id="rId154" Type="http://schemas.openxmlformats.org/officeDocument/2006/relationships/customXml" Target="../ink/ink108.xml"/><Relationship Id="rId361" Type="http://schemas.openxmlformats.org/officeDocument/2006/relationships/customXml" Target="../ink/ink214.xml"/><Relationship Id="rId599" Type="http://schemas.openxmlformats.org/officeDocument/2006/relationships/image" Target="../media/image4549.png"/><Relationship Id="rId459" Type="http://schemas.openxmlformats.org/officeDocument/2006/relationships/image" Target="../media/image4482.png"/><Relationship Id="rId16" Type="http://schemas.openxmlformats.org/officeDocument/2006/relationships/customXml" Target="../ink/ink38.xml"/><Relationship Id="rId221" Type="http://schemas.openxmlformats.org/officeDocument/2006/relationships/image" Target="../media/image4367.png"/><Relationship Id="rId319" Type="http://schemas.openxmlformats.org/officeDocument/2006/relationships/customXml" Target="../ink/ink193.xml"/><Relationship Id="rId526" Type="http://schemas.openxmlformats.org/officeDocument/2006/relationships/customXml" Target="../ink/ink301.xml"/><Relationship Id="rId165" Type="http://schemas.openxmlformats.org/officeDocument/2006/relationships/image" Target="../media/image4342.png"/><Relationship Id="rId372" Type="http://schemas.openxmlformats.org/officeDocument/2006/relationships/customXml" Target="../ink/ink220.xml"/><Relationship Id="rId232" Type="http://schemas.openxmlformats.org/officeDocument/2006/relationships/customXml" Target="../ink/ink148.xml"/></Relationships>
</file>

<file path=ppt/slides/_rels/slide6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37.png"/><Relationship Id="rId21" Type="http://schemas.openxmlformats.org/officeDocument/2006/relationships/image" Target="../media/image3534.png"/><Relationship Id="rId42" Type="http://schemas.openxmlformats.org/officeDocument/2006/relationships/customXml" Target="../ink/ink393.xml"/><Relationship Id="rId63" Type="http://schemas.openxmlformats.org/officeDocument/2006/relationships/image" Target="../media/image4610.png"/><Relationship Id="rId84" Type="http://schemas.openxmlformats.org/officeDocument/2006/relationships/customXml" Target="../ink/ink414.xml"/><Relationship Id="rId138" Type="http://schemas.openxmlformats.org/officeDocument/2006/relationships/customXml" Target="../ink/ink441.xml"/><Relationship Id="rId159" Type="http://schemas.openxmlformats.org/officeDocument/2006/relationships/image" Target="../media/image4657.png"/><Relationship Id="rId170" Type="http://schemas.openxmlformats.org/officeDocument/2006/relationships/customXml" Target="../ink/ink457.xml"/><Relationship Id="rId191" Type="http://schemas.openxmlformats.org/officeDocument/2006/relationships/image" Target="../media/image4672.png"/><Relationship Id="rId205" Type="http://schemas.openxmlformats.org/officeDocument/2006/relationships/customXml" Target="../ink/ink475.xml"/><Relationship Id="rId226" Type="http://schemas.openxmlformats.org/officeDocument/2006/relationships/image" Target="../media/image4689.png"/><Relationship Id="rId107" Type="http://schemas.openxmlformats.org/officeDocument/2006/relationships/image" Target="../media/image4632.png"/><Relationship Id="rId11" Type="http://schemas.openxmlformats.org/officeDocument/2006/relationships/image" Target="../media/image4585.png"/><Relationship Id="rId32" Type="http://schemas.openxmlformats.org/officeDocument/2006/relationships/customXml" Target="../ink/ink388.xml"/><Relationship Id="rId53" Type="http://schemas.openxmlformats.org/officeDocument/2006/relationships/image" Target="../media/image4605.png"/><Relationship Id="rId74" Type="http://schemas.openxmlformats.org/officeDocument/2006/relationships/customXml" Target="../ink/ink409.xml"/><Relationship Id="rId128" Type="http://schemas.openxmlformats.org/officeDocument/2006/relationships/customXml" Target="../ink/ink436.xml"/><Relationship Id="rId149" Type="http://schemas.openxmlformats.org/officeDocument/2006/relationships/image" Target="../media/image4652.png"/><Relationship Id="rId5" Type="http://schemas.openxmlformats.org/officeDocument/2006/relationships/image" Target="../media/image4582.png"/><Relationship Id="rId95" Type="http://schemas.openxmlformats.org/officeDocument/2006/relationships/image" Target="../media/image4626.png"/><Relationship Id="rId160" Type="http://schemas.openxmlformats.org/officeDocument/2006/relationships/customXml" Target="../ink/ink452.xml"/><Relationship Id="rId181" Type="http://schemas.openxmlformats.org/officeDocument/2006/relationships/image" Target="../media/image3019.png"/><Relationship Id="rId216" Type="http://schemas.openxmlformats.org/officeDocument/2006/relationships/image" Target="../media/image4684.png"/><Relationship Id="rId22" Type="http://schemas.openxmlformats.org/officeDocument/2006/relationships/customXml" Target="../ink/ink383.xml"/><Relationship Id="rId43" Type="http://schemas.openxmlformats.org/officeDocument/2006/relationships/image" Target="../media/image4600.png"/><Relationship Id="rId64" Type="http://schemas.openxmlformats.org/officeDocument/2006/relationships/customXml" Target="../ink/ink404.xml"/><Relationship Id="rId118" Type="http://schemas.openxmlformats.org/officeDocument/2006/relationships/customXml" Target="../ink/ink431.xml"/><Relationship Id="rId139" Type="http://schemas.openxmlformats.org/officeDocument/2006/relationships/image" Target="../media/image4647.png"/><Relationship Id="rId85" Type="http://schemas.openxmlformats.org/officeDocument/2006/relationships/image" Target="../media/image4621.png"/><Relationship Id="rId150" Type="http://schemas.openxmlformats.org/officeDocument/2006/relationships/customXml" Target="../ink/ink447.xml"/><Relationship Id="rId171" Type="http://schemas.openxmlformats.org/officeDocument/2006/relationships/image" Target="../media/image4663.png"/><Relationship Id="rId192" Type="http://schemas.openxmlformats.org/officeDocument/2006/relationships/customXml" Target="../ink/ink468.xml"/><Relationship Id="rId206" Type="http://schemas.openxmlformats.org/officeDocument/2006/relationships/image" Target="../media/image4679.png"/><Relationship Id="rId227" Type="http://schemas.openxmlformats.org/officeDocument/2006/relationships/customXml" Target="../ink/ink486.xml"/><Relationship Id="rId12" Type="http://schemas.openxmlformats.org/officeDocument/2006/relationships/customXml" Target="../ink/ink378.xml"/><Relationship Id="rId33" Type="http://schemas.openxmlformats.org/officeDocument/2006/relationships/image" Target="../media/image4595.png"/><Relationship Id="rId108" Type="http://schemas.openxmlformats.org/officeDocument/2006/relationships/customXml" Target="../ink/ink426.xml"/><Relationship Id="rId129" Type="http://schemas.openxmlformats.org/officeDocument/2006/relationships/image" Target="../media/image4643.png"/><Relationship Id="rId54" Type="http://schemas.openxmlformats.org/officeDocument/2006/relationships/customXml" Target="../ink/ink399.xml"/><Relationship Id="rId75" Type="http://schemas.openxmlformats.org/officeDocument/2006/relationships/image" Target="../media/image4616.png"/><Relationship Id="rId96" Type="http://schemas.openxmlformats.org/officeDocument/2006/relationships/customXml" Target="../ink/ink420.xml"/><Relationship Id="rId140" Type="http://schemas.openxmlformats.org/officeDocument/2006/relationships/customXml" Target="../ink/ink442.xml"/><Relationship Id="rId161" Type="http://schemas.openxmlformats.org/officeDocument/2006/relationships/image" Target="../media/image4658.png"/><Relationship Id="rId182" Type="http://schemas.openxmlformats.org/officeDocument/2006/relationships/customXml" Target="../ink/ink463.xml"/><Relationship Id="rId217" Type="http://schemas.openxmlformats.org/officeDocument/2006/relationships/customXml" Target="../ink/ink481.xml"/><Relationship Id="rId6" Type="http://schemas.openxmlformats.org/officeDocument/2006/relationships/customXml" Target="../ink/ink375.xml"/><Relationship Id="rId23" Type="http://schemas.openxmlformats.org/officeDocument/2006/relationships/image" Target="../media/image4590.png"/><Relationship Id="rId119" Type="http://schemas.openxmlformats.org/officeDocument/2006/relationships/image" Target="../media/image4638.png"/><Relationship Id="rId44" Type="http://schemas.openxmlformats.org/officeDocument/2006/relationships/customXml" Target="../ink/ink394.xml"/><Relationship Id="rId65" Type="http://schemas.openxmlformats.org/officeDocument/2006/relationships/image" Target="../media/image4611.png"/><Relationship Id="rId86" Type="http://schemas.openxmlformats.org/officeDocument/2006/relationships/customXml" Target="../ink/ink415.xml"/><Relationship Id="rId130" Type="http://schemas.openxmlformats.org/officeDocument/2006/relationships/customXml" Target="../ink/ink437.xml"/><Relationship Id="rId151" Type="http://schemas.openxmlformats.org/officeDocument/2006/relationships/image" Target="../media/image4653.png"/><Relationship Id="rId172" Type="http://schemas.openxmlformats.org/officeDocument/2006/relationships/customXml" Target="../ink/ink458.xml"/><Relationship Id="rId193" Type="http://schemas.openxmlformats.org/officeDocument/2006/relationships/image" Target="../media/image4673.png"/><Relationship Id="rId207" Type="http://schemas.openxmlformats.org/officeDocument/2006/relationships/customXml" Target="../ink/ink476.xml"/><Relationship Id="rId228" Type="http://schemas.openxmlformats.org/officeDocument/2006/relationships/image" Target="../media/image4690.png"/><Relationship Id="rId13" Type="http://schemas.openxmlformats.org/officeDocument/2006/relationships/image" Target="../media/image4586.png"/><Relationship Id="rId109" Type="http://schemas.openxmlformats.org/officeDocument/2006/relationships/image" Target="../media/image4633.png"/><Relationship Id="rId34" Type="http://schemas.openxmlformats.org/officeDocument/2006/relationships/customXml" Target="../ink/ink389.xml"/><Relationship Id="rId55" Type="http://schemas.openxmlformats.org/officeDocument/2006/relationships/image" Target="../media/image4606.png"/><Relationship Id="rId76" Type="http://schemas.openxmlformats.org/officeDocument/2006/relationships/customXml" Target="../ink/ink410.xml"/><Relationship Id="rId97" Type="http://schemas.openxmlformats.org/officeDocument/2006/relationships/image" Target="../media/image4627.png"/><Relationship Id="rId120" Type="http://schemas.openxmlformats.org/officeDocument/2006/relationships/customXml" Target="../ink/ink432.xml"/><Relationship Id="rId141" Type="http://schemas.openxmlformats.org/officeDocument/2006/relationships/image" Target="../media/image4648.png"/><Relationship Id="rId7" Type="http://schemas.openxmlformats.org/officeDocument/2006/relationships/image" Target="../media/image4583.png"/><Relationship Id="rId162" Type="http://schemas.openxmlformats.org/officeDocument/2006/relationships/customXml" Target="../ink/ink453.xml"/><Relationship Id="rId183" Type="http://schemas.openxmlformats.org/officeDocument/2006/relationships/image" Target="../media/image4668.png"/><Relationship Id="rId218" Type="http://schemas.openxmlformats.org/officeDocument/2006/relationships/image" Target="../media/image4685.png"/><Relationship Id="rId24" Type="http://schemas.openxmlformats.org/officeDocument/2006/relationships/customXml" Target="../ink/ink384.xml"/><Relationship Id="rId45" Type="http://schemas.openxmlformats.org/officeDocument/2006/relationships/image" Target="../media/image4601.png"/><Relationship Id="rId66" Type="http://schemas.openxmlformats.org/officeDocument/2006/relationships/customXml" Target="../ink/ink405.xml"/><Relationship Id="rId87" Type="http://schemas.openxmlformats.org/officeDocument/2006/relationships/image" Target="../media/image4622.png"/><Relationship Id="rId110" Type="http://schemas.openxmlformats.org/officeDocument/2006/relationships/customXml" Target="../ink/ink427.xml"/><Relationship Id="rId131" Type="http://schemas.openxmlformats.org/officeDocument/2006/relationships/image" Target="../media/image4644.png"/><Relationship Id="rId152" Type="http://schemas.openxmlformats.org/officeDocument/2006/relationships/customXml" Target="../ink/ink448.xml"/><Relationship Id="rId173" Type="http://schemas.openxmlformats.org/officeDocument/2006/relationships/image" Target="../media/image4664.png"/><Relationship Id="rId194" Type="http://schemas.openxmlformats.org/officeDocument/2006/relationships/customXml" Target="../ink/ink469.xml"/><Relationship Id="rId208" Type="http://schemas.openxmlformats.org/officeDocument/2006/relationships/image" Target="../media/image4680.png"/><Relationship Id="rId229" Type="http://schemas.openxmlformats.org/officeDocument/2006/relationships/customXml" Target="../ink/ink487.xml"/><Relationship Id="rId14" Type="http://schemas.openxmlformats.org/officeDocument/2006/relationships/customXml" Target="../ink/ink379.xml"/><Relationship Id="rId35" Type="http://schemas.openxmlformats.org/officeDocument/2006/relationships/image" Target="../media/image4596.png"/><Relationship Id="rId56" Type="http://schemas.openxmlformats.org/officeDocument/2006/relationships/customXml" Target="../ink/ink400.xml"/><Relationship Id="rId77" Type="http://schemas.openxmlformats.org/officeDocument/2006/relationships/image" Target="../media/image4617.png"/><Relationship Id="rId100" Type="http://schemas.openxmlformats.org/officeDocument/2006/relationships/customXml" Target="../ink/ink422.xml"/><Relationship Id="rId8" Type="http://schemas.openxmlformats.org/officeDocument/2006/relationships/customXml" Target="../ink/ink376.xml"/><Relationship Id="rId98" Type="http://schemas.openxmlformats.org/officeDocument/2006/relationships/customXml" Target="../ink/ink421.xml"/><Relationship Id="rId121" Type="http://schemas.openxmlformats.org/officeDocument/2006/relationships/image" Target="../media/image4639.png"/><Relationship Id="rId142" Type="http://schemas.openxmlformats.org/officeDocument/2006/relationships/customXml" Target="../ink/ink443.xml"/><Relationship Id="rId163" Type="http://schemas.openxmlformats.org/officeDocument/2006/relationships/image" Target="../media/image4659.png"/><Relationship Id="rId184" Type="http://schemas.openxmlformats.org/officeDocument/2006/relationships/customXml" Target="../ink/ink464.xml"/><Relationship Id="rId219" Type="http://schemas.openxmlformats.org/officeDocument/2006/relationships/customXml" Target="../ink/ink482.xml"/><Relationship Id="rId230" Type="http://schemas.openxmlformats.org/officeDocument/2006/relationships/image" Target="../media/image4691.png"/><Relationship Id="rId25" Type="http://schemas.openxmlformats.org/officeDocument/2006/relationships/image" Target="../media/image4591.png"/><Relationship Id="rId46" Type="http://schemas.openxmlformats.org/officeDocument/2006/relationships/customXml" Target="../ink/ink395.xml"/><Relationship Id="rId67" Type="http://schemas.openxmlformats.org/officeDocument/2006/relationships/image" Target="../media/image4612.png"/><Relationship Id="rId20" Type="http://schemas.openxmlformats.org/officeDocument/2006/relationships/customXml" Target="../ink/ink382.xml"/><Relationship Id="rId41" Type="http://schemas.openxmlformats.org/officeDocument/2006/relationships/image" Target="../media/image4599.png"/><Relationship Id="rId62" Type="http://schemas.openxmlformats.org/officeDocument/2006/relationships/customXml" Target="../ink/ink403.xml"/><Relationship Id="rId83" Type="http://schemas.openxmlformats.org/officeDocument/2006/relationships/image" Target="../media/image4620.png"/><Relationship Id="rId88" Type="http://schemas.openxmlformats.org/officeDocument/2006/relationships/customXml" Target="../ink/ink416.xml"/><Relationship Id="rId111" Type="http://schemas.openxmlformats.org/officeDocument/2006/relationships/image" Target="../media/image4634.png"/><Relationship Id="rId132" Type="http://schemas.openxmlformats.org/officeDocument/2006/relationships/customXml" Target="../ink/ink438.xml"/><Relationship Id="rId153" Type="http://schemas.openxmlformats.org/officeDocument/2006/relationships/image" Target="../media/image4654.png"/><Relationship Id="rId174" Type="http://schemas.openxmlformats.org/officeDocument/2006/relationships/customXml" Target="../ink/ink459.xml"/><Relationship Id="rId179" Type="http://schemas.openxmlformats.org/officeDocument/2006/relationships/image" Target="../media/image4667.png"/><Relationship Id="rId195" Type="http://schemas.openxmlformats.org/officeDocument/2006/relationships/image" Target="../media/image4674.png"/><Relationship Id="rId209" Type="http://schemas.openxmlformats.org/officeDocument/2006/relationships/customXml" Target="../ink/ink477.xml"/><Relationship Id="rId190" Type="http://schemas.openxmlformats.org/officeDocument/2006/relationships/customXml" Target="../ink/ink467.xml"/><Relationship Id="rId204" Type="http://schemas.openxmlformats.org/officeDocument/2006/relationships/image" Target="../media/image4678.png"/><Relationship Id="rId220" Type="http://schemas.openxmlformats.org/officeDocument/2006/relationships/image" Target="../media/image4686.png"/><Relationship Id="rId225" Type="http://schemas.openxmlformats.org/officeDocument/2006/relationships/customXml" Target="../ink/ink485.xml"/><Relationship Id="rId15" Type="http://schemas.openxmlformats.org/officeDocument/2006/relationships/image" Target="../media/image4587.png"/><Relationship Id="rId36" Type="http://schemas.openxmlformats.org/officeDocument/2006/relationships/customXml" Target="../ink/ink390.xml"/><Relationship Id="rId57" Type="http://schemas.openxmlformats.org/officeDocument/2006/relationships/image" Target="../media/image4607.png"/><Relationship Id="rId106" Type="http://schemas.openxmlformats.org/officeDocument/2006/relationships/customXml" Target="../ink/ink425.xml"/><Relationship Id="rId127" Type="http://schemas.openxmlformats.org/officeDocument/2006/relationships/image" Target="../media/image4642.png"/><Relationship Id="rId10" Type="http://schemas.openxmlformats.org/officeDocument/2006/relationships/customXml" Target="../ink/ink377.xml"/><Relationship Id="rId31" Type="http://schemas.openxmlformats.org/officeDocument/2006/relationships/image" Target="../media/image4594.png"/><Relationship Id="rId52" Type="http://schemas.openxmlformats.org/officeDocument/2006/relationships/customXml" Target="../ink/ink398.xml"/><Relationship Id="rId73" Type="http://schemas.openxmlformats.org/officeDocument/2006/relationships/image" Target="../media/image4615.png"/><Relationship Id="rId78" Type="http://schemas.openxmlformats.org/officeDocument/2006/relationships/customXml" Target="../ink/ink411.xml"/><Relationship Id="rId94" Type="http://schemas.openxmlformats.org/officeDocument/2006/relationships/customXml" Target="../ink/ink419.xml"/><Relationship Id="rId99" Type="http://schemas.openxmlformats.org/officeDocument/2006/relationships/image" Target="../media/image4628.png"/><Relationship Id="rId101" Type="http://schemas.openxmlformats.org/officeDocument/2006/relationships/image" Target="../media/image4629.png"/><Relationship Id="rId122" Type="http://schemas.openxmlformats.org/officeDocument/2006/relationships/customXml" Target="../ink/ink433.xml"/><Relationship Id="rId143" Type="http://schemas.openxmlformats.org/officeDocument/2006/relationships/image" Target="../media/image4649.png"/><Relationship Id="rId148" Type="http://schemas.openxmlformats.org/officeDocument/2006/relationships/customXml" Target="../ink/ink446.xml"/><Relationship Id="rId164" Type="http://schemas.openxmlformats.org/officeDocument/2006/relationships/customXml" Target="../ink/ink454.xml"/><Relationship Id="rId169" Type="http://schemas.openxmlformats.org/officeDocument/2006/relationships/image" Target="../media/image4662.png"/><Relationship Id="rId185" Type="http://schemas.openxmlformats.org/officeDocument/2006/relationships/image" Target="../media/image4669.png"/><Relationship Id="rId4" Type="http://schemas.openxmlformats.org/officeDocument/2006/relationships/customXml" Target="../ink/ink374.xml"/><Relationship Id="rId9" Type="http://schemas.openxmlformats.org/officeDocument/2006/relationships/image" Target="../media/image4584.png"/><Relationship Id="rId180" Type="http://schemas.openxmlformats.org/officeDocument/2006/relationships/customXml" Target="../ink/ink462.xml"/><Relationship Id="rId210" Type="http://schemas.openxmlformats.org/officeDocument/2006/relationships/image" Target="../media/image4681.png"/><Relationship Id="rId215" Type="http://schemas.openxmlformats.org/officeDocument/2006/relationships/customXml" Target="../ink/ink480.xml"/><Relationship Id="rId26" Type="http://schemas.openxmlformats.org/officeDocument/2006/relationships/customXml" Target="../ink/ink385.xml"/><Relationship Id="rId231" Type="http://schemas.openxmlformats.org/officeDocument/2006/relationships/customXml" Target="../ink/ink488.xml"/><Relationship Id="rId47" Type="http://schemas.openxmlformats.org/officeDocument/2006/relationships/image" Target="../media/image4602.png"/><Relationship Id="rId68" Type="http://schemas.openxmlformats.org/officeDocument/2006/relationships/customXml" Target="../ink/ink406.xml"/><Relationship Id="rId89" Type="http://schemas.openxmlformats.org/officeDocument/2006/relationships/image" Target="../media/image4623.png"/><Relationship Id="rId112" Type="http://schemas.openxmlformats.org/officeDocument/2006/relationships/customXml" Target="../ink/ink428.xml"/><Relationship Id="rId133" Type="http://schemas.openxmlformats.org/officeDocument/2006/relationships/image" Target="../media/image4645.png"/><Relationship Id="rId154" Type="http://schemas.openxmlformats.org/officeDocument/2006/relationships/customXml" Target="../ink/ink449.xml"/><Relationship Id="rId175" Type="http://schemas.openxmlformats.org/officeDocument/2006/relationships/image" Target="../media/image4665.png"/><Relationship Id="rId196" Type="http://schemas.openxmlformats.org/officeDocument/2006/relationships/customXml" Target="../ink/ink470.xml"/><Relationship Id="rId200" Type="http://schemas.openxmlformats.org/officeDocument/2006/relationships/image" Target="../media/image4676.png"/><Relationship Id="rId16" Type="http://schemas.openxmlformats.org/officeDocument/2006/relationships/customXml" Target="../ink/ink380.xml"/><Relationship Id="rId221" Type="http://schemas.openxmlformats.org/officeDocument/2006/relationships/customXml" Target="../ink/ink483.xml"/><Relationship Id="rId37" Type="http://schemas.openxmlformats.org/officeDocument/2006/relationships/image" Target="../media/image4597.png"/><Relationship Id="rId58" Type="http://schemas.openxmlformats.org/officeDocument/2006/relationships/customXml" Target="../ink/ink401.xml"/><Relationship Id="rId79" Type="http://schemas.openxmlformats.org/officeDocument/2006/relationships/image" Target="../media/image4618.png"/><Relationship Id="rId102" Type="http://schemas.openxmlformats.org/officeDocument/2006/relationships/customXml" Target="../ink/ink423.xml"/><Relationship Id="rId123" Type="http://schemas.openxmlformats.org/officeDocument/2006/relationships/image" Target="../media/image4640.png"/><Relationship Id="rId144" Type="http://schemas.openxmlformats.org/officeDocument/2006/relationships/customXml" Target="../ink/ink444.xml"/><Relationship Id="rId90" Type="http://schemas.openxmlformats.org/officeDocument/2006/relationships/customXml" Target="../ink/ink417.xml"/><Relationship Id="rId165" Type="http://schemas.openxmlformats.org/officeDocument/2006/relationships/image" Target="../media/image4660.png"/><Relationship Id="rId186" Type="http://schemas.openxmlformats.org/officeDocument/2006/relationships/customXml" Target="../ink/ink465.xml"/><Relationship Id="rId211" Type="http://schemas.openxmlformats.org/officeDocument/2006/relationships/customXml" Target="../ink/ink478.xml"/><Relationship Id="rId232" Type="http://schemas.openxmlformats.org/officeDocument/2006/relationships/image" Target="../media/image4692.png"/><Relationship Id="rId27" Type="http://schemas.openxmlformats.org/officeDocument/2006/relationships/image" Target="../media/image4592.png"/><Relationship Id="rId48" Type="http://schemas.openxmlformats.org/officeDocument/2006/relationships/customXml" Target="../ink/ink396.xml"/><Relationship Id="rId69" Type="http://schemas.openxmlformats.org/officeDocument/2006/relationships/image" Target="../media/image4613.png"/><Relationship Id="rId113" Type="http://schemas.openxmlformats.org/officeDocument/2006/relationships/image" Target="../media/image4635.png"/><Relationship Id="rId134" Type="http://schemas.openxmlformats.org/officeDocument/2006/relationships/customXml" Target="../ink/ink439.xml"/><Relationship Id="rId80" Type="http://schemas.openxmlformats.org/officeDocument/2006/relationships/customXml" Target="../ink/ink412.xml"/><Relationship Id="rId155" Type="http://schemas.openxmlformats.org/officeDocument/2006/relationships/image" Target="../media/image4655.png"/><Relationship Id="rId176" Type="http://schemas.openxmlformats.org/officeDocument/2006/relationships/customXml" Target="../ink/ink460.xml"/><Relationship Id="rId197" Type="http://schemas.openxmlformats.org/officeDocument/2006/relationships/customXml" Target="../ink/ink471.xml"/><Relationship Id="rId201" Type="http://schemas.openxmlformats.org/officeDocument/2006/relationships/customXml" Target="../ink/ink473.xml"/><Relationship Id="rId222" Type="http://schemas.openxmlformats.org/officeDocument/2006/relationships/image" Target="../media/image4687.png"/><Relationship Id="rId17" Type="http://schemas.openxmlformats.org/officeDocument/2006/relationships/image" Target="../media/image4588.png"/><Relationship Id="rId38" Type="http://schemas.openxmlformats.org/officeDocument/2006/relationships/customXml" Target="../ink/ink391.xml"/><Relationship Id="rId59" Type="http://schemas.openxmlformats.org/officeDocument/2006/relationships/image" Target="../media/image4608.png"/><Relationship Id="rId103" Type="http://schemas.openxmlformats.org/officeDocument/2006/relationships/image" Target="../media/image4630.png"/><Relationship Id="rId124" Type="http://schemas.openxmlformats.org/officeDocument/2006/relationships/customXml" Target="../ink/ink434.xml"/><Relationship Id="rId70" Type="http://schemas.openxmlformats.org/officeDocument/2006/relationships/customXml" Target="../ink/ink407.xml"/><Relationship Id="rId91" Type="http://schemas.openxmlformats.org/officeDocument/2006/relationships/image" Target="../media/image4624.png"/><Relationship Id="rId145" Type="http://schemas.openxmlformats.org/officeDocument/2006/relationships/image" Target="../media/image4650.png"/><Relationship Id="rId166" Type="http://schemas.openxmlformats.org/officeDocument/2006/relationships/customXml" Target="../ink/ink455.xml"/><Relationship Id="rId187" Type="http://schemas.openxmlformats.org/officeDocument/2006/relationships/image" Target="../media/image4670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4682.png"/><Relationship Id="rId233" Type="http://schemas.openxmlformats.org/officeDocument/2006/relationships/customXml" Target="../ink/ink489.xml"/><Relationship Id="rId28" Type="http://schemas.openxmlformats.org/officeDocument/2006/relationships/customXml" Target="../ink/ink386.xml"/><Relationship Id="rId49" Type="http://schemas.openxmlformats.org/officeDocument/2006/relationships/image" Target="../media/image4603.png"/><Relationship Id="rId114" Type="http://schemas.openxmlformats.org/officeDocument/2006/relationships/customXml" Target="../ink/ink429.xml"/><Relationship Id="rId60" Type="http://schemas.openxmlformats.org/officeDocument/2006/relationships/customXml" Target="../ink/ink402.xml"/><Relationship Id="rId81" Type="http://schemas.openxmlformats.org/officeDocument/2006/relationships/image" Target="../media/image4619.png"/><Relationship Id="rId135" Type="http://schemas.openxmlformats.org/officeDocument/2006/relationships/image" Target="../media/image3088.png"/><Relationship Id="rId156" Type="http://schemas.openxmlformats.org/officeDocument/2006/relationships/customXml" Target="../ink/ink450.xml"/><Relationship Id="rId177" Type="http://schemas.openxmlformats.org/officeDocument/2006/relationships/image" Target="../media/image4666.png"/><Relationship Id="rId198" Type="http://schemas.openxmlformats.org/officeDocument/2006/relationships/image" Target="../media/image4675.png"/><Relationship Id="rId202" Type="http://schemas.openxmlformats.org/officeDocument/2006/relationships/image" Target="../media/image4677.png"/><Relationship Id="rId223" Type="http://schemas.openxmlformats.org/officeDocument/2006/relationships/customXml" Target="../ink/ink484.xml"/><Relationship Id="rId18" Type="http://schemas.openxmlformats.org/officeDocument/2006/relationships/customXml" Target="../ink/ink381.xml"/><Relationship Id="rId39" Type="http://schemas.openxmlformats.org/officeDocument/2006/relationships/image" Target="../media/image4598.png"/><Relationship Id="rId50" Type="http://schemas.openxmlformats.org/officeDocument/2006/relationships/customXml" Target="../ink/ink397.xml"/><Relationship Id="rId104" Type="http://schemas.openxmlformats.org/officeDocument/2006/relationships/customXml" Target="../ink/ink424.xml"/><Relationship Id="rId125" Type="http://schemas.openxmlformats.org/officeDocument/2006/relationships/image" Target="../media/image4641.png"/><Relationship Id="rId146" Type="http://schemas.openxmlformats.org/officeDocument/2006/relationships/customXml" Target="../ink/ink445.xml"/><Relationship Id="rId167" Type="http://schemas.openxmlformats.org/officeDocument/2006/relationships/image" Target="../media/image4661.png"/><Relationship Id="rId188" Type="http://schemas.openxmlformats.org/officeDocument/2006/relationships/customXml" Target="../ink/ink466.xml"/><Relationship Id="rId71" Type="http://schemas.openxmlformats.org/officeDocument/2006/relationships/image" Target="../media/image4614.png"/><Relationship Id="rId92" Type="http://schemas.openxmlformats.org/officeDocument/2006/relationships/customXml" Target="../ink/ink418.xml"/><Relationship Id="rId213" Type="http://schemas.openxmlformats.org/officeDocument/2006/relationships/customXml" Target="../ink/ink479.xml"/><Relationship Id="rId234" Type="http://schemas.openxmlformats.org/officeDocument/2006/relationships/image" Target="../media/image4693.png"/><Relationship Id="rId2" Type="http://schemas.openxmlformats.org/officeDocument/2006/relationships/customXml" Target="../ink/ink373.xml"/><Relationship Id="rId29" Type="http://schemas.openxmlformats.org/officeDocument/2006/relationships/image" Target="../media/image4593.png"/><Relationship Id="rId40" Type="http://schemas.openxmlformats.org/officeDocument/2006/relationships/customXml" Target="../ink/ink392.xml"/><Relationship Id="rId115" Type="http://schemas.openxmlformats.org/officeDocument/2006/relationships/image" Target="../media/image4636.png"/><Relationship Id="rId136" Type="http://schemas.openxmlformats.org/officeDocument/2006/relationships/customXml" Target="../ink/ink440.xml"/><Relationship Id="rId157" Type="http://schemas.openxmlformats.org/officeDocument/2006/relationships/image" Target="../media/image4656.png"/><Relationship Id="rId178" Type="http://schemas.openxmlformats.org/officeDocument/2006/relationships/customXml" Target="../ink/ink461.xml"/><Relationship Id="rId61" Type="http://schemas.openxmlformats.org/officeDocument/2006/relationships/image" Target="../media/image4609.png"/><Relationship Id="rId82" Type="http://schemas.openxmlformats.org/officeDocument/2006/relationships/customXml" Target="../ink/ink413.xml"/><Relationship Id="rId199" Type="http://schemas.openxmlformats.org/officeDocument/2006/relationships/customXml" Target="../ink/ink472.xml"/><Relationship Id="rId203" Type="http://schemas.openxmlformats.org/officeDocument/2006/relationships/customXml" Target="../ink/ink474.xml"/><Relationship Id="rId19" Type="http://schemas.openxmlformats.org/officeDocument/2006/relationships/image" Target="../media/image4589.png"/><Relationship Id="rId224" Type="http://schemas.openxmlformats.org/officeDocument/2006/relationships/image" Target="../media/image4688.png"/><Relationship Id="rId30" Type="http://schemas.openxmlformats.org/officeDocument/2006/relationships/customXml" Target="../ink/ink387.xml"/><Relationship Id="rId105" Type="http://schemas.openxmlformats.org/officeDocument/2006/relationships/image" Target="../media/image4631.png"/><Relationship Id="rId126" Type="http://schemas.openxmlformats.org/officeDocument/2006/relationships/customXml" Target="../ink/ink435.xml"/><Relationship Id="rId147" Type="http://schemas.openxmlformats.org/officeDocument/2006/relationships/image" Target="../media/image4651.png"/><Relationship Id="rId168" Type="http://schemas.openxmlformats.org/officeDocument/2006/relationships/customXml" Target="../ink/ink456.xml"/><Relationship Id="rId51" Type="http://schemas.openxmlformats.org/officeDocument/2006/relationships/image" Target="../media/image4604.png"/><Relationship Id="rId72" Type="http://schemas.openxmlformats.org/officeDocument/2006/relationships/customXml" Target="../ink/ink408.xml"/><Relationship Id="rId93" Type="http://schemas.openxmlformats.org/officeDocument/2006/relationships/image" Target="../media/image4625.png"/><Relationship Id="rId189" Type="http://schemas.openxmlformats.org/officeDocument/2006/relationships/image" Target="../media/image4671.png"/><Relationship Id="rId3" Type="http://schemas.openxmlformats.org/officeDocument/2006/relationships/image" Target="../media/image4581.png"/><Relationship Id="rId214" Type="http://schemas.openxmlformats.org/officeDocument/2006/relationships/image" Target="../media/image4683.png"/><Relationship Id="rId116" Type="http://schemas.openxmlformats.org/officeDocument/2006/relationships/customXml" Target="../ink/ink430.xml"/><Relationship Id="rId137" Type="http://schemas.openxmlformats.org/officeDocument/2006/relationships/image" Target="../media/image4646.png"/><Relationship Id="rId158" Type="http://schemas.openxmlformats.org/officeDocument/2006/relationships/customXml" Target="../ink/ink451.xml"/></Relationships>
</file>

<file path=ppt/slides/_rels/slide6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50.xml"/><Relationship Id="rId21" Type="http://schemas.openxmlformats.org/officeDocument/2006/relationships/image" Target="../media/image4702.png"/><Relationship Id="rId42" Type="http://schemas.openxmlformats.org/officeDocument/2006/relationships/customXml" Target="../ink/ink511.xml"/><Relationship Id="rId63" Type="http://schemas.openxmlformats.org/officeDocument/2006/relationships/customXml" Target="../ink/ink522.xml"/><Relationship Id="rId84" Type="http://schemas.openxmlformats.org/officeDocument/2006/relationships/image" Target="../media/image4732.png"/><Relationship Id="rId138" Type="http://schemas.openxmlformats.org/officeDocument/2006/relationships/image" Target="../media/image4758.png"/><Relationship Id="rId16" Type="http://schemas.openxmlformats.org/officeDocument/2006/relationships/customXml" Target="../ink/ink497.xml"/><Relationship Id="rId107" Type="http://schemas.openxmlformats.org/officeDocument/2006/relationships/customXml" Target="../ink/ink545.xml"/><Relationship Id="rId11" Type="http://schemas.openxmlformats.org/officeDocument/2006/relationships/image" Target="../media/image3019.png"/><Relationship Id="rId32" Type="http://schemas.openxmlformats.org/officeDocument/2006/relationships/image" Target="../media/image4707.png"/><Relationship Id="rId37" Type="http://schemas.openxmlformats.org/officeDocument/2006/relationships/customXml" Target="../ink/ink508.xml"/><Relationship Id="rId53" Type="http://schemas.openxmlformats.org/officeDocument/2006/relationships/customXml" Target="../ink/ink517.xml"/><Relationship Id="rId58" Type="http://schemas.openxmlformats.org/officeDocument/2006/relationships/image" Target="../media/image4719.png"/><Relationship Id="rId74" Type="http://schemas.openxmlformats.org/officeDocument/2006/relationships/image" Target="../media/image4727.png"/><Relationship Id="rId79" Type="http://schemas.openxmlformats.org/officeDocument/2006/relationships/customXml" Target="../ink/ink530.xml"/><Relationship Id="rId102" Type="http://schemas.openxmlformats.org/officeDocument/2006/relationships/customXml" Target="../ink/ink542.xml"/><Relationship Id="rId123" Type="http://schemas.openxmlformats.org/officeDocument/2006/relationships/customXml" Target="../ink/ink553.xml"/><Relationship Id="rId128" Type="http://schemas.openxmlformats.org/officeDocument/2006/relationships/image" Target="../media/image4753.png"/><Relationship Id="rId5" Type="http://schemas.openxmlformats.org/officeDocument/2006/relationships/image" Target="../media/image4695.png"/><Relationship Id="rId90" Type="http://schemas.openxmlformats.org/officeDocument/2006/relationships/customXml" Target="../ink/ink536.xml"/><Relationship Id="rId95" Type="http://schemas.openxmlformats.org/officeDocument/2006/relationships/image" Target="../media/image4737.png"/><Relationship Id="rId22" Type="http://schemas.openxmlformats.org/officeDocument/2006/relationships/customXml" Target="../ink/ink500.xml"/><Relationship Id="rId27" Type="http://schemas.openxmlformats.org/officeDocument/2006/relationships/image" Target="../media/image4705.png"/><Relationship Id="rId43" Type="http://schemas.openxmlformats.org/officeDocument/2006/relationships/image" Target="../media/image4712.png"/><Relationship Id="rId48" Type="http://schemas.openxmlformats.org/officeDocument/2006/relationships/image" Target="../media/image4714.png"/><Relationship Id="rId64" Type="http://schemas.openxmlformats.org/officeDocument/2006/relationships/image" Target="../media/image4722.png"/><Relationship Id="rId69" Type="http://schemas.openxmlformats.org/officeDocument/2006/relationships/customXml" Target="../ink/ink525.xml"/><Relationship Id="rId113" Type="http://schemas.openxmlformats.org/officeDocument/2006/relationships/customXml" Target="../ink/ink548.xml"/><Relationship Id="rId118" Type="http://schemas.openxmlformats.org/officeDocument/2006/relationships/image" Target="../media/image4748.png"/><Relationship Id="rId134" Type="http://schemas.openxmlformats.org/officeDocument/2006/relationships/image" Target="../media/image4756.png"/><Relationship Id="rId139" Type="http://schemas.openxmlformats.org/officeDocument/2006/relationships/customXml" Target="../ink/ink561.xml"/><Relationship Id="rId80" Type="http://schemas.openxmlformats.org/officeDocument/2006/relationships/image" Target="../media/image4730.png"/><Relationship Id="rId85" Type="http://schemas.openxmlformats.org/officeDocument/2006/relationships/customXml" Target="../ink/ink533.xml"/><Relationship Id="rId12" Type="http://schemas.openxmlformats.org/officeDocument/2006/relationships/customXml" Target="../ink/ink495.xml"/><Relationship Id="rId17" Type="http://schemas.openxmlformats.org/officeDocument/2006/relationships/image" Target="../media/image4700.png"/><Relationship Id="rId33" Type="http://schemas.openxmlformats.org/officeDocument/2006/relationships/customXml" Target="../ink/ink506.xml"/><Relationship Id="rId38" Type="http://schemas.openxmlformats.org/officeDocument/2006/relationships/customXml" Target="../ink/ink509.xml"/><Relationship Id="rId59" Type="http://schemas.openxmlformats.org/officeDocument/2006/relationships/customXml" Target="../ink/ink520.xml"/><Relationship Id="rId103" Type="http://schemas.openxmlformats.org/officeDocument/2006/relationships/image" Target="../media/image4741.png"/><Relationship Id="rId108" Type="http://schemas.openxmlformats.org/officeDocument/2006/relationships/image" Target="../media/image4743.png"/><Relationship Id="rId124" Type="http://schemas.openxmlformats.org/officeDocument/2006/relationships/image" Target="../media/image4751.png"/><Relationship Id="rId129" Type="http://schemas.openxmlformats.org/officeDocument/2006/relationships/customXml" Target="../ink/ink556.xml"/><Relationship Id="rId54" Type="http://schemas.openxmlformats.org/officeDocument/2006/relationships/image" Target="../media/image4717.png"/><Relationship Id="rId70" Type="http://schemas.openxmlformats.org/officeDocument/2006/relationships/image" Target="../media/image4725.png"/><Relationship Id="rId75" Type="http://schemas.openxmlformats.org/officeDocument/2006/relationships/customXml" Target="../ink/ink528.xml"/><Relationship Id="rId91" Type="http://schemas.openxmlformats.org/officeDocument/2006/relationships/image" Target="../media/image4735.png"/><Relationship Id="rId96" Type="http://schemas.openxmlformats.org/officeDocument/2006/relationships/customXml" Target="../ink/ink539.xml"/><Relationship Id="rId140" Type="http://schemas.openxmlformats.org/officeDocument/2006/relationships/image" Target="../media/image475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2.xml"/><Relationship Id="rId23" Type="http://schemas.openxmlformats.org/officeDocument/2006/relationships/image" Target="../media/image4703.png"/><Relationship Id="rId28" Type="http://schemas.openxmlformats.org/officeDocument/2006/relationships/customXml" Target="../ink/ink503.xml"/><Relationship Id="rId49" Type="http://schemas.openxmlformats.org/officeDocument/2006/relationships/customXml" Target="../ink/ink515.xml"/><Relationship Id="rId114" Type="http://schemas.openxmlformats.org/officeDocument/2006/relationships/image" Target="../media/image4746.png"/><Relationship Id="rId119" Type="http://schemas.openxmlformats.org/officeDocument/2006/relationships/customXml" Target="../ink/ink551.xml"/><Relationship Id="rId44" Type="http://schemas.openxmlformats.org/officeDocument/2006/relationships/customXml" Target="../ink/ink512.xml"/><Relationship Id="rId60" Type="http://schemas.openxmlformats.org/officeDocument/2006/relationships/image" Target="../media/image4720.png"/><Relationship Id="rId65" Type="http://schemas.openxmlformats.org/officeDocument/2006/relationships/customXml" Target="../ink/ink523.xml"/><Relationship Id="rId81" Type="http://schemas.openxmlformats.org/officeDocument/2006/relationships/customXml" Target="../ink/ink531.xml"/><Relationship Id="rId86" Type="http://schemas.openxmlformats.org/officeDocument/2006/relationships/image" Target="../media/image4733.png"/><Relationship Id="rId130" Type="http://schemas.openxmlformats.org/officeDocument/2006/relationships/image" Target="../media/image4754.png"/><Relationship Id="rId135" Type="http://schemas.openxmlformats.org/officeDocument/2006/relationships/customXml" Target="../ink/ink559.xml"/><Relationship Id="rId13" Type="http://schemas.openxmlformats.org/officeDocument/2006/relationships/image" Target="../media/image4698.png"/><Relationship Id="rId18" Type="http://schemas.openxmlformats.org/officeDocument/2006/relationships/customXml" Target="../ink/ink498.xml"/><Relationship Id="rId39" Type="http://schemas.openxmlformats.org/officeDocument/2006/relationships/image" Target="../media/image4710.png"/><Relationship Id="rId109" Type="http://schemas.openxmlformats.org/officeDocument/2006/relationships/customXml" Target="../ink/ink546.xml"/><Relationship Id="rId34" Type="http://schemas.openxmlformats.org/officeDocument/2006/relationships/image" Target="../media/image4708.png"/><Relationship Id="rId50" Type="http://schemas.openxmlformats.org/officeDocument/2006/relationships/image" Target="../media/image4715.png"/><Relationship Id="rId55" Type="http://schemas.openxmlformats.org/officeDocument/2006/relationships/customXml" Target="../ink/ink518.xml"/><Relationship Id="rId76" Type="http://schemas.openxmlformats.org/officeDocument/2006/relationships/image" Target="../media/image4728.png"/><Relationship Id="rId97" Type="http://schemas.openxmlformats.org/officeDocument/2006/relationships/image" Target="../media/image4738.png"/><Relationship Id="rId104" Type="http://schemas.openxmlformats.org/officeDocument/2006/relationships/customXml" Target="../ink/ink543.xml"/><Relationship Id="rId120" Type="http://schemas.openxmlformats.org/officeDocument/2006/relationships/image" Target="../media/image4749.png"/><Relationship Id="rId125" Type="http://schemas.openxmlformats.org/officeDocument/2006/relationships/customXml" Target="../ink/ink554.xml"/><Relationship Id="rId7" Type="http://schemas.openxmlformats.org/officeDocument/2006/relationships/image" Target="../media/image4696.png"/><Relationship Id="rId71" Type="http://schemas.openxmlformats.org/officeDocument/2006/relationships/customXml" Target="../ink/ink526.xml"/><Relationship Id="rId92" Type="http://schemas.openxmlformats.org/officeDocument/2006/relationships/customXml" Target="../ink/ink537.xml"/><Relationship Id="rId2" Type="http://schemas.openxmlformats.org/officeDocument/2006/relationships/customXml" Target="../ink/ink490.xml"/><Relationship Id="rId29" Type="http://schemas.openxmlformats.org/officeDocument/2006/relationships/customXml" Target="../ink/ink504.xml"/><Relationship Id="rId24" Type="http://schemas.openxmlformats.org/officeDocument/2006/relationships/customXml" Target="../ink/ink501.xml"/><Relationship Id="rId40" Type="http://schemas.openxmlformats.org/officeDocument/2006/relationships/customXml" Target="../ink/ink510.xml"/><Relationship Id="rId45" Type="http://schemas.openxmlformats.org/officeDocument/2006/relationships/image" Target="../media/image4713.png"/><Relationship Id="rId66" Type="http://schemas.openxmlformats.org/officeDocument/2006/relationships/image" Target="../media/image4723.png"/><Relationship Id="rId87" Type="http://schemas.openxmlformats.org/officeDocument/2006/relationships/customXml" Target="../ink/ink534.xml"/><Relationship Id="rId110" Type="http://schemas.openxmlformats.org/officeDocument/2006/relationships/image" Target="../media/image4744.png"/><Relationship Id="rId115" Type="http://schemas.openxmlformats.org/officeDocument/2006/relationships/customXml" Target="../ink/ink549.xml"/><Relationship Id="rId131" Type="http://schemas.openxmlformats.org/officeDocument/2006/relationships/customXml" Target="../ink/ink557.xml"/><Relationship Id="rId136" Type="http://schemas.openxmlformats.org/officeDocument/2006/relationships/image" Target="../media/image4757.png"/><Relationship Id="rId61" Type="http://schemas.openxmlformats.org/officeDocument/2006/relationships/customXml" Target="../ink/ink521.xml"/><Relationship Id="rId82" Type="http://schemas.openxmlformats.org/officeDocument/2006/relationships/image" Target="../media/image4731.png"/><Relationship Id="rId19" Type="http://schemas.openxmlformats.org/officeDocument/2006/relationships/image" Target="../media/image4701.png"/><Relationship Id="rId14" Type="http://schemas.openxmlformats.org/officeDocument/2006/relationships/customXml" Target="../ink/ink496.xml"/><Relationship Id="rId30" Type="http://schemas.openxmlformats.org/officeDocument/2006/relationships/image" Target="../media/image4706.png"/><Relationship Id="rId35" Type="http://schemas.openxmlformats.org/officeDocument/2006/relationships/customXml" Target="../ink/ink507.xml"/><Relationship Id="rId56" Type="http://schemas.openxmlformats.org/officeDocument/2006/relationships/image" Target="../media/image4718.png"/><Relationship Id="rId77" Type="http://schemas.openxmlformats.org/officeDocument/2006/relationships/customXml" Target="../ink/ink529.xml"/><Relationship Id="rId100" Type="http://schemas.openxmlformats.org/officeDocument/2006/relationships/customXml" Target="../ink/ink541.xml"/><Relationship Id="rId105" Type="http://schemas.openxmlformats.org/officeDocument/2006/relationships/customXml" Target="../ink/ink544.xml"/><Relationship Id="rId126" Type="http://schemas.openxmlformats.org/officeDocument/2006/relationships/image" Target="../media/image4752.png"/><Relationship Id="rId8" Type="http://schemas.openxmlformats.org/officeDocument/2006/relationships/customXml" Target="../ink/ink493.xml"/><Relationship Id="rId51" Type="http://schemas.openxmlformats.org/officeDocument/2006/relationships/customXml" Target="../ink/ink516.xml"/><Relationship Id="rId72" Type="http://schemas.openxmlformats.org/officeDocument/2006/relationships/image" Target="../media/image4726.png"/><Relationship Id="rId93" Type="http://schemas.openxmlformats.org/officeDocument/2006/relationships/image" Target="../media/image4736.png"/><Relationship Id="rId98" Type="http://schemas.openxmlformats.org/officeDocument/2006/relationships/customXml" Target="../ink/ink540.xml"/><Relationship Id="rId121" Type="http://schemas.openxmlformats.org/officeDocument/2006/relationships/customXml" Target="../ink/ink552.xml"/><Relationship Id="rId3" Type="http://schemas.openxmlformats.org/officeDocument/2006/relationships/image" Target="../media/image4694.png"/><Relationship Id="rId25" Type="http://schemas.openxmlformats.org/officeDocument/2006/relationships/image" Target="../media/image4704.png"/><Relationship Id="rId46" Type="http://schemas.openxmlformats.org/officeDocument/2006/relationships/customXml" Target="../ink/ink513.xml"/><Relationship Id="rId67" Type="http://schemas.openxmlformats.org/officeDocument/2006/relationships/customXml" Target="../ink/ink524.xml"/><Relationship Id="rId116" Type="http://schemas.openxmlformats.org/officeDocument/2006/relationships/image" Target="../media/image4747.png"/><Relationship Id="rId137" Type="http://schemas.openxmlformats.org/officeDocument/2006/relationships/customXml" Target="../ink/ink560.xml"/><Relationship Id="rId20" Type="http://schemas.openxmlformats.org/officeDocument/2006/relationships/customXml" Target="../ink/ink499.xml"/><Relationship Id="rId41" Type="http://schemas.openxmlformats.org/officeDocument/2006/relationships/image" Target="../media/image4711.png"/><Relationship Id="rId62" Type="http://schemas.openxmlformats.org/officeDocument/2006/relationships/image" Target="../media/image4721.png"/><Relationship Id="rId83" Type="http://schemas.openxmlformats.org/officeDocument/2006/relationships/customXml" Target="../ink/ink532.xml"/><Relationship Id="rId88" Type="http://schemas.openxmlformats.org/officeDocument/2006/relationships/customXml" Target="../ink/ink535.xml"/><Relationship Id="rId111" Type="http://schemas.openxmlformats.org/officeDocument/2006/relationships/customXml" Target="../ink/ink547.xml"/><Relationship Id="rId132" Type="http://schemas.openxmlformats.org/officeDocument/2006/relationships/image" Target="../media/image4755.png"/><Relationship Id="rId15" Type="http://schemas.openxmlformats.org/officeDocument/2006/relationships/image" Target="../media/image4699.png"/><Relationship Id="rId36" Type="http://schemas.openxmlformats.org/officeDocument/2006/relationships/image" Target="../media/image4709.png"/><Relationship Id="rId57" Type="http://schemas.openxmlformats.org/officeDocument/2006/relationships/customXml" Target="../ink/ink519.xml"/><Relationship Id="rId106" Type="http://schemas.openxmlformats.org/officeDocument/2006/relationships/image" Target="../media/image4742.png"/><Relationship Id="rId127" Type="http://schemas.openxmlformats.org/officeDocument/2006/relationships/customXml" Target="../ink/ink555.xml"/><Relationship Id="rId10" Type="http://schemas.openxmlformats.org/officeDocument/2006/relationships/customXml" Target="../ink/ink494.xml"/><Relationship Id="rId31" Type="http://schemas.openxmlformats.org/officeDocument/2006/relationships/customXml" Target="../ink/ink505.xml"/><Relationship Id="rId52" Type="http://schemas.openxmlformats.org/officeDocument/2006/relationships/image" Target="../media/image4716.png"/><Relationship Id="rId73" Type="http://schemas.openxmlformats.org/officeDocument/2006/relationships/customXml" Target="../ink/ink527.xml"/><Relationship Id="rId78" Type="http://schemas.openxmlformats.org/officeDocument/2006/relationships/image" Target="../media/image4729.png"/><Relationship Id="rId94" Type="http://schemas.openxmlformats.org/officeDocument/2006/relationships/customXml" Target="../ink/ink538.xml"/><Relationship Id="rId99" Type="http://schemas.openxmlformats.org/officeDocument/2006/relationships/image" Target="../media/image4739.png"/><Relationship Id="rId101" Type="http://schemas.openxmlformats.org/officeDocument/2006/relationships/image" Target="../media/image4740.png"/><Relationship Id="rId122" Type="http://schemas.openxmlformats.org/officeDocument/2006/relationships/image" Target="../media/image4750.png"/><Relationship Id="rId4" Type="http://schemas.openxmlformats.org/officeDocument/2006/relationships/customXml" Target="../ink/ink491.xml"/><Relationship Id="rId9" Type="http://schemas.openxmlformats.org/officeDocument/2006/relationships/image" Target="../media/image4697.png"/><Relationship Id="rId26" Type="http://schemas.openxmlformats.org/officeDocument/2006/relationships/customXml" Target="../ink/ink502.xml"/><Relationship Id="rId47" Type="http://schemas.openxmlformats.org/officeDocument/2006/relationships/customXml" Target="../ink/ink514.xml"/><Relationship Id="rId68" Type="http://schemas.openxmlformats.org/officeDocument/2006/relationships/image" Target="../media/image4724.png"/><Relationship Id="rId89" Type="http://schemas.openxmlformats.org/officeDocument/2006/relationships/image" Target="../media/image4734.png"/><Relationship Id="rId112" Type="http://schemas.openxmlformats.org/officeDocument/2006/relationships/image" Target="../media/image4745.png"/><Relationship Id="rId133" Type="http://schemas.openxmlformats.org/officeDocument/2006/relationships/customXml" Target="../ink/ink558.xml"/></Relationships>
</file>

<file path=ppt/slides/_rels/slide6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4.xml"/><Relationship Id="rId117" Type="http://schemas.openxmlformats.org/officeDocument/2006/relationships/image" Target="../media/image4814.png"/><Relationship Id="rId21" Type="http://schemas.openxmlformats.org/officeDocument/2006/relationships/image" Target="../media/image4768.png"/><Relationship Id="rId42" Type="http://schemas.openxmlformats.org/officeDocument/2006/relationships/image" Target="../media/image4777.png"/><Relationship Id="rId47" Type="http://schemas.openxmlformats.org/officeDocument/2006/relationships/customXml" Target="../ink/ink585.xml"/><Relationship Id="rId63" Type="http://schemas.openxmlformats.org/officeDocument/2006/relationships/image" Target="../media/image4787.png"/><Relationship Id="rId68" Type="http://schemas.openxmlformats.org/officeDocument/2006/relationships/customXml" Target="../ink/ink596.xml"/><Relationship Id="rId84" Type="http://schemas.openxmlformats.org/officeDocument/2006/relationships/customXml" Target="../ink/ink604.xml"/><Relationship Id="rId89" Type="http://schemas.openxmlformats.org/officeDocument/2006/relationships/image" Target="../media/image4800.png"/><Relationship Id="rId112" Type="http://schemas.openxmlformats.org/officeDocument/2006/relationships/customXml" Target="../ink/ink618.xml"/><Relationship Id="rId16" Type="http://schemas.openxmlformats.org/officeDocument/2006/relationships/customXml" Target="../ink/ink569.xml"/><Relationship Id="rId107" Type="http://schemas.openxmlformats.org/officeDocument/2006/relationships/image" Target="../media/image4809.png"/><Relationship Id="rId11" Type="http://schemas.openxmlformats.org/officeDocument/2006/relationships/image" Target="../media/image4763.png"/><Relationship Id="rId32" Type="http://schemas.openxmlformats.org/officeDocument/2006/relationships/customXml" Target="../ink/ink577.xml"/><Relationship Id="rId37" Type="http://schemas.openxmlformats.org/officeDocument/2006/relationships/customXml" Target="../ink/ink580.xml"/><Relationship Id="rId53" Type="http://schemas.openxmlformats.org/officeDocument/2006/relationships/customXml" Target="../ink/ink588.xml"/><Relationship Id="rId58" Type="http://schemas.openxmlformats.org/officeDocument/2006/relationships/image" Target="../media/image4785.png"/><Relationship Id="rId74" Type="http://schemas.openxmlformats.org/officeDocument/2006/relationships/customXml" Target="../ink/ink599.xml"/><Relationship Id="rId79" Type="http://schemas.openxmlformats.org/officeDocument/2006/relationships/image" Target="../media/image4795.png"/><Relationship Id="rId102" Type="http://schemas.openxmlformats.org/officeDocument/2006/relationships/customXml" Target="../ink/ink613.xml"/><Relationship Id="rId123" Type="http://schemas.openxmlformats.org/officeDocument/2006/relationships/customXml" Target="../ink/ink624.xml"/><Relationship Id="rId5" Type="http://schemas.openxmlformats.org/officeDocument/2006/relationships/image" Target="../media/image4760.png"/><Relationship Id="rId90" Type="http://schemas.openxmlformats.org/officeDocument/2006/relationships/customXml" Target="../ink/ink607.xml"/><Relationship Id="rId95" Type="http://schemas.openxmlformats.org/officeDocument/2006/relationships/image" Target="../media/image4803.png"/><Relationship Id="rId22" Type="http://schemas.openxmlformats.org/officeDocument/2006/relationships/customXml" Target="../ink/ink572.xml"/><Relationship Id="rId27" Type="http://schemas.openxmlformats.org/officeDocument/2006/relationships/image" Target="../media/image4770.png"/><Relationship Id="rId43" Type="http://schemas.openxmlformats.org/officeDocument/2006/relationships/customXml" Target="../ink/ink583.xml"/><Relationship Id="rId48" Type="http://schemas.openxmlformats.org/officeDocument/2006/relationships/image" Target="../media/image4780.png"/><Relationship Id="rId64" Type="http://schemas.openxmlformats.org/officeDocument/2006/relationships/customXml" Target="../ink/ink594.xml"/><Relationship Id="rId69" Type="http://schemas.openxmlformats.org/officeDocument/2006/relationships/image" Target="../media/image4790.png"/><Relationship Id="rId113" Type="http://schemas.openxmlformats.org/officeDocument/2006/relationships/image" Target="../media/image4812.png"/><Relationship Id="rId118" Type="http://schemas.openxmlformats.org/officeDocument/2006/relationships/customXml" Target="../ink/ink621.xml"/><Relationship Id="rId80" Type="http://schemas.openxmlformats.org/officeDocument/2006/relationships/customXml" Target="../ink/ink602.xml"/><Relationship Id="rId85" Type="http://schemas.openxmlformats.org/officeDocument/2006/relationships/image" Target="../media/image4798.png"/><Relationship Id="rId12" Type="http://schemas.openxmlformats.org/officeDocument/2006/relationships/customXml" Target="../ink/ink567.xml"/><Relationship Id="rId17" Type="http://schemas.openxmlformats.org/officeDocument/2006/relationships/image" Target="../media/image4766.png"/><Relationship Id="rId33" Type="http://schemas.openxmlformats.org/officeDocument/2006/relationships/image" Target="../media/image4773.png"/><Relationship Id="rId38" Type="http://schemas.openxmlformats.org/officeDocument/2006/relationships/image" Target="../media/image4775.png"/><Relationship Id="rId59" Type="http://schemas.openxmlformats.org/officeDocument/2006/relationships/customXml" Target="../ink/ink591.xml"/><Relationship Id="rId103" Type="http://schemas.openxmlformats.org/officeDocument/2006/relationships/image" Target="../media/image4807.png"/><Relationship Id="rId108" Type="http://schemas.openxmlformats.org/officeDocument/2006/relationships/customXml" Target="../ink/ink616.xml"/><Relationship Id="rId124" Type="http://schemas.openxmlformats.org/officeDocument/2006/relationships/image" Target="../media/image4817.png"/><Relationship Id="rId54" Type="http://schemas.openxmlformats.org/officeDocument/2006/relationships/image" Target="../media/image4783.png"/><Relationship Id="rId70" Type="http://schemas.openxmlformats.org/officeDocument/2006/relationships/customXml" Target="../ink/ink597.xml"/><Relationship Id="rId75" Type="http://schemas.openxmlformats.org/officeDocument/2006/relationships/image" Target="../media/image4793.png"/><Relationship Id="rId91" Type="http://schemas.openxmlformats.org/officeDocument/2006/relationships/image" Target="../media/image4801.png"/><Relationship Id="rId96" Type="http://schemas.openxmlformats.org/officeDocument/2006/relationships/customXml" Target="../ink/ink6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4.xml"/><Relationship Id="rId23" Type="http://schemas.openxmlformats.org/officeDocument/2006/relationships/image" Target="../media/image4769.png"/><Relationship Id="rId28" Type="http://schemas.openxmlformats.org/officeDocument/2006/relationships/customXml" Target="../ink/ink575.xml"/><Relationship Id="rId49" Type="http://schemas.openxmlformats.org/officeDocument/2006/relationships/customXml" Target="../ink/ink586.xml"/><Relationship Id="rId114" Type="http://schemas.openxmlformats.org/officeDocument/2006/relationships/customXml" Target="../ink/ink619.xml"/><Relationship Id="rId119" Type="http://schemas.openxmlformats.org/officeDocument/2006/relationships/customXml" Target="../ink/ink622.xml"/><Relationship Id="rId44" Type="http://schemas.openxmlformats.org/officeDocument/2006/relationships/image" Target="../media/image4778.png"/><Relationship Id="rId60" Type="http://schemas.openxmlformats.org/officeDocument/2006/relationships/image" Target="../media/image4786.png"/><Relationship Id="rId65" Type="http://schemas.openxmlformats.org/officeDocument/2006/relationships/image" Target="../media/image4788.png"/><Relationship Id="rId81" Type="http://schemas.openxmlformats.org/officeDocument/2006/relationships/image" Target="../media/image4796.png"/><Relationship Id="rId86" Type="http://schemas.openxmlformats.org/officeDocument/2006/relationships/customXml" Target="../ink/ink605.xml"/><Relationship Id="rId4" Type="http://schemas.openxmlformats.org/officeDocument/2006/relationships/customXml" Target="../ink/ink563.xml"/><Relationship Id="rId9" Type="http://schemas.openxmlformats.org/officeDocument/2006/relationships/image" Target="../media/image4762.png"/><Relationship Id="rId13" Type="http://schemas.openxmlformats.org/officeDocument/2006/relationships/image" Target="../media/image4764.png"/><Relationship Id="rId18" Type="http://schemas.openxmlformats.org/officeDocument/2006/relationships/customXml" Target="../ink/ink570.xml"/><Relationship Id="rId39" Type="http://schemas.openxmlformats.org/officeDocument/2006/relationships/customXml" Target="../ink/ink581.xml"/><Relationship Id="rId109" Type="http://schemas.openxmlformats.org/officeDocument/2006/relationships/image" Target="../media/image4810.png"/><Relationship Id="rId34" Type="http://schemas.openxmlformats.org/officeDocument/2006/relationships/customXml" Target="../ink/ink578.xml"/><Relationship Id="rId50" Type="http://schemas.openxmlformats.org/officeDocument/2006/relationships/image" Target="../media/image4781.png"/><Relationship Id="rId55" Type="http://schemas.openxmlformats.org/officeDocument/2006/relationships/customXml" Target="../ink/ink589.xml"/><Relationship Id="rId76" Type="http://schemas.openxmlformats.org/officeDocument/2006/relationships/customXml" Target="../ink/ink600.xml"/><Relationship Id="rId97" Type="http://schemas.openxmlformats.org/officeDocument/2006/relationships/image" Target="../media/image4804.png"/><Relationship Id="rId104" Type="http://schemas.openxmlformats.org/officeDocument/2006/relationships/customXml" Target="../ink/ink614.xml"/><Relationship Id="rId120" Type="http://schemas.openxmlformats.org/officeDocument/2006/relationships/image" Target="../media/image4815.png"/><Relationship Id="rId7" Type="http://schemas.openxmlformats.org/officeDocument/2006/relationships/image" Target="../media/image4761.png"/><Relationship Id="rId71" Type="http://schemas.openxmlformats.org/officeDocument/2006/relationships/image" Target="../media/image4791.png"/><Relationship Id="rId92" Type="http://schemas.openxmlformats.org/officeDocument/2006/relationships/customXml" Target="../ink/ink608.xml"/><Relationship Id="rId2" Type="http://schemas.openxmlformats.org/officeDocument/2006/relationships/customXml" Target="../ink/ink562.xml"/><Relationship Id="rId29" Type="http://schemas.openxmlformats.org/officeDocument/2006/relationships/image" Target="../media/image4771.png"/><Relationship Id="rId24" Type="http://schemas.openxmlformats.org/officeDocument/2006/relationships/customXml" Target="../ink/ink573.xml"/><Relationship Id="rId40" Type="http://schemas.openxmlformats.org/officeDocument/2006/relationships/image" Target="../media/image4776.png"/><Relationship Id="rId45" Type="http://schemas.openxmlformats.org/officeDocument/2006/relationships/customXml" Target="../ink/ink584.xml"/><Relationship Id="rId66" Type="http://schemas.openxmlformats.org/officeDocument/2006/relationships/customXml" Target="../ink/ink595.xml"/><Relationship Id="rId87" Type="http://schemas.openxmlformats.org/officeDocument/2006/relationships/image" Target="../media/image4799.png"/><Relationship Id="rId110" Type="http://schemas.openxmlformats.org/officeDocument/2006/relationships/customXml" Target="../ink/ink617.xml"/><Relationship Id="rId115" Type="http://schemas.openxmlformats.org/officeDocument/2006/relationships/image" Target="../media/image4813.png"/><Relationship Id="rId61" Type="http://schemas.openxmlformats.org/officeDocument/2006/relationships/customXml" Target="../ink/ink592.xml"/><Relationship Id="rId82" Type="http://schemas.openxmlformats.org/officeDocument/2006/relationships/customXml" Target="../ink/ink603.xml"/><Relationship Id="rId19" Type="http://schemas.openxmlformats.org/officeDocument/2006/relationships/image" Target="../media/image4767.png"/><Relationship Id="rId14" Type="http://schemas.openxmlformats.org/officeDocument/2006/relationships/customXml" Target="../ink/ink568.xml"/><Relationship Id="rId30" Type="http://schemas.openxmlformats.org/officeDocument/2006/relationships/customXml" Target="../ink/ink576.xml"/><Relationship Id="rId35" Type="http://schemas.openxmlformats.org/officeDocument/2006/relationships/customXml" Target="../ink/ink579.xml"/><Relationship Id="rId56" Type="http://schemas.openxmlformats.org/officeDocument/2006/relationships/image" Target="../media/image4784.png"/><Relationship Id="rId77" Type="http://schemas.openxmlformats.org/officeDocument/2006/relationships/image" Target="../media/image4794.png"/><Relationship Id="rId100" Type="http://schemas.openxmlformats.org/officeDocument/2006/relationships/customXml" Target="../ink/ink612.xml"/><Relationship Id="rId105" Type="http://schemas.openxmlformats.org/officeDocument/2006/relationships/image" Target="../media/image4808.png"/><Relationship Id="rId8" Type="http://schemas.openxmlformats.org/officeDocument/2006/relationships/customXml" Target="../ink/ink565.xml"/><Relationship Id="rId51" Type="http://schemas.openxmlformats.org/officeDocument/2006/relationships/customXml" Target="../ink/ink587.xml"/><Relationship Id="rId72" Type="http://schemas.openxmlformats.org/officeDocument/2006/relationships/customXml" Target="../ink/ink598.xml"/><Relationship Id="rId93" Type="http://schemas.openxmlformats.org/officeDocument/2006/relationships/image" Target="../media/image4802.png"/><Relationship Id="rId98" Type="http://schemas.openxmlformats.org/officeDocument/2006/relationships/customXml" Target="../ink/ink611.xml"/><Relationship Id="rId121" Type="http://schemas.openxmlformats.org/officeDocument/2006/relationships/customXml" Target="../ink/ink623.xml"/><Relationship Id="rId3" Type="http://schemas.openxmlformats.org/officeDocument/2006/relationships/image" Target="../media/image3019.png"/><Relationship Id="rId25" Type="http://schemas.openxmlformats.org/officeDocument/2006/relationships/image" Target="../media/image3550.png"/><Relationship Id="rId46" Type="http://schemas.openxmlformats.org/officeDocument/2006/relationships/image" Target="../media/image4779.png"/><Relationship Id="rId67" Type="http://schemas.openxmlformats.org/officeDocument/2006/relationships/image" Target="../media/image4789.png"/><Relationship Id="rId116" Type="http://schemas.openxmlformats.org/officeDocument/2006/relationships/customXml" Target="../ink/ink620.xml"/><Relationship Id="rId20" Type="http://schemas.openxmlformats.org/officeDocument/2006/relationships/customXml" Target="../ink/ink571.xml"/><Relationship Id="rId41" Type="http://schemas.openxmlformats.org/officeDocument/2006/relationships/customXml" Target="../ink/ink582.xml"/><Relationship Id="rId62" Type="http://schemas.openxmlformats.org/officeDocument/2006/relationships/customXml" Target="../ink/ink593.xml"/><Relationship Id="rId83" Type="http://schemas.openxmlformats.org/officeDocument/2006/relationships/image" Target="../media/image4797.png"/><Relationship Id="rId88" Type="http://schemas.openxmlformats.org/officeDocument/2006/relationships/customXml" Target="../ink/ink606.xml"/><Relationship Id="rId111" Type="http://schemas.openxmlformats.org/officeDocument/2006/relationships/image" Target="../media/image4811.png"/><Relationship Id="rId15" Type="http://schemas.openxmlformats.org/officeDocument/2006/relationships/image" Target="../media/image4765.png"/><Relationship Id="rId36" Type="http://schemas.openxmlformats.org/officeDocument/2006/relationships/image" Target="../media/image4774.png"/><Relationship Id="rId57" Type="http://schemas.openxmlformats.org/officeDocument/2006/relationships/customXml" Target="../ink/ink590.xml"/><Relationship Id="rId106" Type="http://schemas.openxmlformats.org/officeDocument/2006/relationships/customXml" Target="../ink/ink615.xml"/><Relationship Id="rId10" Type="http://schemas.openxmlformats.org/officeDocument/2006/relationships/customXml" Target="../ink/ink566.xml"/><Relationship Id="rId31" Type="http://schemas.openxmlformats.org/officeDocument/2006/relationships/image" Target="../media/image4772.png"/><Relationship Id="rId52" Type="http://schemas.openxmlformats.org/officeDocument/2006/relationships/image" Target="../media/image4782.png"/><Relationship Id="rId73" Type="http://schemas.openxmlformats.org/officeDocument/2006/relationships/image" Target="../media/image4792.png"/><Relationship Id="rId78" Type="http://schemas.openxmlformats.org/officeDocument/2006/relationships/customXml" Target="../ink/ink601.xml"/><Relationship Id="rId94" Type="http://schemas.openxmlformats.org/officeDocument/2006/relationships/customXml" Target="../ink/ink609.xml"/><Relationship Id="rId99" Type="http://schemas.openxmlformats.org/officeDocument/2006/relationships/image" Target="../media/image4805.png"/><Relationship Id="rId101" Type="http://schemas.openxmlformats.org/officeDocument/2006/relationships/image" Target="../media/image4806.png"/><Relationship Id="rId122" Type="http://schemas.openxmlformats.org/officeDocument/2006/relationships/image" Target="../media/image4816.png"/></Relationships>
</file>

<file path=ppt/slides/_rels/slide6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71.png"/><Relationship Id="rId21" Type="http://schemas.openxmlformats.org/officeDocument/2006/relationships/image" Target="../media/image4827.png"/><Relationship Id="rId42" Type="http://schemas.openxmlformats.org/officeDocument/2006/relationships/customXml" Target="../ink/ink645.xml"/><Relationship Id="rId63" Type="http://schemas.openxmlformats.org/officeDocument/2006/relationships/image" Target="../media/image4848.png"/><Relationship Id="rId84" Type="http://schemas.openxmlformats.org/officeDocument/2006/relationships/image" Target="../media/image4856.png"/><Relationship Id="rId138" Type="http://schemas.openxmlformats.org/officeDocument/2006/relationships/customXml" Target="../ink/ink694.xml"/><Relationship Id="rId159" Type="http://schemas.openxmlformats.org/officeDocument/2006/relationships/image" Target="../media/image4892.png"/><Relationship Id="rId170" Type="http://schemas.openxmlformats.org/officeDocument/2006/relationships/customXml" Target="../ink/ink710.xml"/><Relationship Id="rId191" Type="http://schemas.openxmlformats.org/officeDocument/2006/relationships/customXml" Target="../ink/ink721.xml"/><Relationship Id="rId107" Type="http://schemas.openxmlformats.org/officeDocument/2006/relationships/customXml" Target="../ink/ink678.xml"/><Relationship Id="rId11" Type="http://schemas.openxmlformats.org/officeDocument/2006/relationships/image" Target="../media/image4822.png"/><Relationship Id="rId32" Type="http://schemas.openxmlformats.org/officeDocument/2006/relationships/customXml" Target="../ink/ink640.xml"/><Relationship Id="rId53" Type="http://schemas.openxmlformats.org/officeDocument/2006/relationships/image" Target="../media/image4843.png"/><Relationship Id="rId74" Type="http://schemas.openxmlformats.org/officeDocument/2006/relationships/customXml" Target="../ink/ink661.xml"/><Relationship Id="rId128" Type="http://schemas.openxmlformats.org/officeDocument/2006/relationships/customXml" Target="../ink/ink689.xml"/><Relationship Id="rId149" Type="http://schemas.openxmlformats.org/officeDocument/2006/relationships/image" Target="../media/image4887.png"/><Relationship Id="rId5" Type="http://schemas.openxmlformats.org/officeDocument/2006/relationships/image" Target="../media/image4819.png"/><Relationship Id="rId95" Type="http://schemas.openxmlformats.org/officeDocument/2006/relationships/customXml" Target="../ink/ink672.xml"/><Relationship Id="rId160" Type="http://schemas.openxmlformats.org/officeDocument/2006/relationships/customXml" Target="../ink/ink705.xml"/><Relationship Id="rId181" Type="http://schemas.openxmlformats.org/officeDocument/2006/relationships/customXml" Target="../ink/ink716.xml"/><Relationship Id="rId22" Type="http://schemas.openxmlformats.org/officeDocument/2006/relationships/customXml" Target="../ink/ink635.xml"/><Relationship Id="rId43" Type="http://schemas.openxmlformats.org/officeDocument/2006/relationships/image" Target="../media/image4838.png"/><Relationship Id="rId64" Type="http://schemas.openxmlformats.org/officeDocument/2006/relationships/customXml" Target="../ink/ink656.xml"/><Relationship Id="rId118" Type="http://schemas.openxmlformats.org/officeDocument/2006/relationships/customXml" Target="../ink/ink684.xml"/><Relationship Id="rId139" Type="http://schemas.openxmlformats.org/officeDocument/2006/relationships/image" Target="../media/image4882.png"/><Relationship Id="rId85" Type="http://schemas.openxmlformats.org/officeDocument/2006/relationships/customXml" Target="../ink/ink667.xml"/><Relationship Id="rId150" Type="http://schemas.openxmlformats.org/officeDocument/2006/relationships/customXml" Target="../ink/ink700.xml"/><Relationship Id="rId171" Type="http://schemas.openxmlformats.org/officeDocument/2006/relationships/image" Target="../media/image4898.png"/><Relationship Id="rId192" Type="http://schemas.openxmlformats.org/officeDocument/2006/relationships/image" Target="../media/image4908.png"/><Relationship Id="rId12" Type="http://schemas.openxmlformats.org/officeDocument/2006/relationships/customXml" Target="../ink/ink630.xml"/><Relationship Id="rId33" Type="http://schemas.openxmlformats.org/officeDocument/2006/relationships/image" Target="../media/image4833.png"/><Relationship Id="rId108" Type="http://schemas.openxmlformats.org/officeDocument/2006/relationships/customXml" Target="../ink/ink679.xml"/><Relationship Id="rId129" Type="http://schemas.openxmlformats.org/officeDocument/2006/relationships/image" Target="../media/image4877.png"/><Relationship Id="rId54" Type="http://schemas.openxmlformats.org/officeDocument/2006/relationships/customXml" Target="../ink/ink651.xml"/><Relationship Id="rId75" Type="http://schemas.openxmlformats.org/officeDocument/2006/relationships/image" Target="../media/image4853.png"/><Relationship Id="rId96" Type="http://schemas.openxmlformats.org/officeDocument/2006/relationships/image" Target="../media/image4862.png"/><Relationship Id="rId140" Type="http://schemas.openxmlformats.org/officeDocument/2006/relationships/customXml" Target="../ink/ink695.xml"/><Relationship Id="rId161" Type="http://schemas.openxmlformats.org/officeDocument/2006/relationships/image" Target="../media/image4893.png"/><Relationship Id="rId182" Type="http://schemas.openxmlformats.org/officeDocument/2006/relationships/image" Target="../media/image4903.png"/><Relationship Id="rId6" Type="http://schemas.openxmlformats.org/officeDocument/2006/relationships/customXml" Target="../ink/ink627.xml"/><Relationship Id="rId23" Type="http://schemas.openxmlformats.org/officeDocument/2006/relationships/image" Target="../media/image4828.png"/><Relationship Id="rId119" Type="http://schemas.openxmlformats.org/officeDocument/2006/relationships/image" Target="../media/image4872.png"/><Relationship Id="rId44" Type="http://schemas.openxmlformats.org/officeDocument/2006/relationships/customXml" Target="../ink/ink646.xml"/><Relationship Id="rId65" Type="http://schemas.openxmlformats.org/officeDocument/2006/relationships/image" Target="../media/image4849.png"/><Relationship Id="rId86" Type="http://schemas.openxmlformats.org/officeDocument/2006/relationships/image" Target="../media/image4857.png"/><Relationship Id="rId130" Type="http://schemas.openxmlformats.org/officeDocument/2006/relationships/customXml" Target="../ink/ink690.xml"/><Relationship Id="rId151" Type="http://schemas.openxmlformats.org/officeDocument/2006/relationships/image" Target="../media/image4888.png"/><Relationship Id="rId172" Type="http://schemas.openxmlformats.org/officeDocument/2006/relationships/customXml" Target="../ink/ink711.xml"/><Relationship Id="rId193" Type="http://schemas.openxmlformats.org/officeDocument/2006/relationships/customXml" Target="../ink/ink722.xml"/><Relationship Id="rId13" Type="http://schemas.openxmlformats.org/officeDocument/2006/relationships/image" Target="../media/image4823.png"/><Relationship Id="rId109" Type="http://schemas.openxmlformats.org/officeDocument/2006/relationships/image" Target="../media/image4868.png"/><Relationship Id="rId34" Type="http://schemas.openxmlformats.org/officeDocument/2006/relationships/customXml" Target="../ink/ink641.xml"/><Relationship Id="rId50" Type="http://schemas.openxmlformats.org/officeDocument/2006/relationships/customXml" Target="../ink/ink649.xml"/><Relationship Id="rId55" Type="http://schemas.openxmlformats.org/officeDocument/2006/relationships/image" Target="../media/image4844.png"/><Relationship Id="rId76" Type="http://schemas.openxmlformats.org/officeDocument/2006/relationships/customXml" Target="../ink/ink662.xml"/><Relationship Id="rId97" Type="http://schemas.openxmlformats.org/officeDocument/2006/relationships/customXml" Target="../ink/ink673.xml"/><Relationship Id="rId104" Type="http://schemas.openxmlformats.org/officeDocument/2006/relationships/image" Target="../media/image4866.png"/><Relationship Id="rId120" Type="http://schemas.openxmlformats.org/officeDocument/2006/relationships/customXml" Target="../ink/ink685.xml"/><Relationship Id="rId125" Type="http://schemas.openxmlformats.org/officeDocument/2006/relationships/image" Target="../media/image4875.png"/><Relationship Id="rId141" Type="http://schemas.openxmlformats.org/officeDocument/2006/relationships/image" Target="../media/image4883.png"/><Relationship Id="rId146" Type="http://schemas.openxmlformats.org/officeDocument/2006/relationships/customXml" Target="../ink/ink698.xml"/><Relationship Id="rId167" Type="http://schemas.openxmlformats.org/officeDocument/2006/relationships/image" Target="../media/image4896.png"/><Relationship Id="rId188" Type="http://schemas.openxmlformats.org/officeDocument/2006/relationships/image" Target="../media/image4906.png"/><Relationship Id="rId7" Type="http://schemas.openxmlformats.org/officeDocument/2006/relationships/image" Target="../media/image4820.png"/><Relationship Id="rId71" Type="http://schemas.openxmlformats.org/officeDocument/2006/relationships/image" Target="../media/image4851.png"/><Relationship Id="rId92" Type="http://schemas.openxmlformats.org/officeDocument/2006/relationships/image" Target="../media/image4860.png"/><Relationship Id="rId162" Type="http://schemas.openxmlformats.org/officeDocument/2006/relationships/customXml" Target="../ink/ink706.xml"/><Relationship Id="rId183" Type="http://schemas.openxmlformats.org/officeDocument/2006/relationships/customXml" Target="../ink/ink717.xml"/><Relationship Id="rId2" Type="http://schemas.openxmlformats.org/officeDocument/2006/relationships/customXml" Target="../ink/ink625.xml"/><Relationship Id="rId29" Type="http://schemas.openxmlformats.org/officeDocument/2006/relationships/image" Target="../media/image4831.png"/><Relationship Id="rId24" Type="http://schemas.openxmlformats.org/officeDocument/2006/relationships/customXml" Target="../ink/ink636.xml"/><Relationship Id="rId40" Type="http://schemas.openxmlformats.org/officeDocument/2006/relationships/customXml" Target="../ink/ink644.xml"/><Relationship Id="rId45" Type="http://schemas.openxmlformats.org/officeDocument/2006/relationships/image" Target="../media/image4839.png"/><Relationship Id="rId66" Type="http://schemas.openxmlformats.org/officeDocument/2006/relationships/customXml" Target="../ink/ink657.xml"/><Relationship Id="rId87" Type="http://schemas.openxmlformats.org/officeDocument/2006/relationships/customXml" Target="../ink/ink668.xml"/><Relationship Id="rId110" Type="http://schemas.openxmlformats.org/officeDocument/2006/relationships/customXml" Target="../ink/ink680.xml"/><Relationship Id="rId115" Type="http://schemas.openxmlformats.org/officeDocument/2006/relationships/image" Target="../media/image3887.png"/><Relationship Id="rId131" Type="http://schemas.openxmlformats.org/officeDocument/2006/relationships/image" Target="../media/image4878.png"/><Relationship Id="rId136" Type="http://schemas.openxmlformats.org/officeDocument/2006/relationships/customXml" Target="../ink/ink693.xml"/><Relationship Id="rId157" Type="http://schemas.openxmlformats.org/officeDocument/2006/relationships/image" Target="../media/image4891.png"/><Relationship Id="rId178" Type="http://schemas.openxmlformats.org/officeDocument/2006/relationships/image" Target="../media/image4901.png"/><Relationship Id="rId61" Type="http://schemas.openxmlformats.org/officeDocument/2006/relationships/image" Target="../media/image4847.png"/><Relationship Id="rId82" Type="http://schemas.openxmlformats.org/officeDocument/2006/relationships/image" Target="../media/image3124.png"/><Relationship Id="rId152" Type="http://schemas.openxmlformats.org/officeDocument/2006/relationships/customXml" Target="../ink/ink701.xml"/><Relationship Id="rId173" Type="http://schemas.openxmlformats.org/officeDocument/2006/relationships/image" Target="../media/image4899.png"/><Relationship Id="rId194" Type="http://schemas.openxmlformats.org/officeDocument/2006/relationships/image" Target="../media/image4909.png"/><Relationship Id="rId19" Type="http://schemas.openxmlformats.org/officeDocument/2006/relationships/image" Target="../media/image4826.png"/><Relationship Id="rId14" Type="http://schemas.openxmlformats.org/officeDocument/2006/relationships/customXml" Target="../ink/ink631.xml"/><Relationship Id="rId30" Type="http://schemas.openxmlformats.org/officeDocument/2006/relationships/customXml" Target="../ink/ink639.xml"/><Relationship Id="rId35" Type="http://schemas.openxmlformats.org/officeDocument/2006/relationships/image" Target="../media/image4834.png"/><Relationship Id="rId56" Type="http://schemas.openxmlformats.org/officeDocument/2006/relationships/customXml" Target="../ink/ink652.xml"/><Relationship Id="rId77" Type="http://schemas.openxmlformats.org/officeDocument/2006/relationships/image" Target="../media/image4854.png"/><Relationship Id="rId100" Type="http://schemas.openxmlformats.org/officeDocument/2006/relationships/image" Target="../media/image4864.png"/><Relationship Id="rId105" Type="http://schemas.openxmlformats.org/officeDocument/2006/relationships/customXml" Target="../ink/ink677.xml"/><Relationship Id="rId126" Type="http://schemas.openxmlformats.org/officeDocument/2006/relationships/customXml" Target="../ink/ink688.xml"/><Relationship Id="rId147" Type="http://schemas.openxmlformats.org/officeDocument/2006/relationships/image" Target="../media/image4886.png"/><Relationship Id="rId168" Type="http://schemas.openxmlformats.org/officeDocument/2006/relationships/customXml" Target="../ink/ink709.xml"/><Relationship Id="rId8" Type="http://schemas.openxmlformats.org/officeDocument/2006/relationships/customXml" Target="../ink/ink628.xml"/><Relationship Id="rId51" Type="http://schemas.openxmlformats.org/officeDocument/2006/relationships/image" Target="../media/image4842.png"/><Relationship Id="rId72" Type="http://schemas.openxmlformats.org/officeDocument/2006/relationships/customXml" Target="../ink/ink660.xml"/><Relationship Id="rId93" Type="http://schemas.openxmlformats.org/officeDocument/2006/relationships/customXml" Target="../ink/ink671.xml"/><Relationship Id="rId98" Type="http://schemas.openxmlformats.org/officeDocument/2006/relationships/image" Target="../media/image4863.png"/><Relationship Id="rId121" Type="http://schemas.openxmlformats.org/officeDocument/2006/relationships/image" Target="../media/image4873.png"/><Relationship Id="rId142" Type="http://schemas.openxmlformats.org/officeDocument/2006/relationships/customXml" Target="../ink/ink696.xml"/><Relationship Id="rId163" Type="http://schemas.openxmlformats.org/officeDocument/2006/relationships/image" Target="../media/image4894.png"/><Relationship Id="rId184" Type="http://schemas.openxmlformats.org/officeDocument/2006/relationships/image" Target="../media/image4904.png"/><Relationship Id="rId189" Type="http://schemas.openxmlformats.org/officeDocument/2006/relationships/customXml" Target="../ink/ink720.xml"/><Relationship Id="rId3" Type="http://schemas.openxmlformats.org/officeDocument/2006/relationships/image" Target="../media/image4818.png"/><Relationship Id="rId25" Type="http://schemas.openxmlformats.org/officeDocument/2006/relationships/image" Target="../media/image4829.png"/><Relationship Id="rId46" Type="http://schemas.openxmlformats.org/officeDocument/2006/relationships/customXml" Target="../ink/ink647.xml"/><Relationship Id="rId67" Type="http://schemas.openxmlformats.org/officeDocument/2006/relationships/image" Target="../media/image4850.png"/><Relationship Id="rId116" Type="http://schemas.openxmlformats.org/officeDocument/2006/relationships/customXml" Target="../ink/ink683.xml"/><Relationship Id="rId137" Type="http://schemas.openxmlformats.org/officeDocument/2006/relationships/image" Target="../media/image4881.png"/><Relationship Id="rId158" Type="http://schemas.openxmlformats.org/officeDocument/2006/relationships/customXml" Target="../ink/ink704.xml"/><Relationship Id="rId20" Type="http://schemas.openxmlformats.org/officeDocument/2006/relationships/customXml" Target="../ink/ink634.xml"/><Relationship Id="rId41" Type="http://schemas.openxmlformats.org/officeDocument/2006/relationships/image" Target="../media/image4837.png"/><Relationship Id="rId62" Type="http://schemas.openxmlformats.org/officeDocument/2006/relationships/customXml" Target="../ink/ink655.xml"/><Relationship Id="rId83" Type="http://schemas.openxmlformats.org/officeDocument/2006/relationships/customXml" Target="../ink/ink666.xml"/><Relationship Id="rId88" Type="http://schemas.openxmlformats.org/officeDocument/2006/relationships/image" Target="../media/image4858.png"/><Relationship Id="rId111" Type="http://schemas.openxmlformats.org/officeDocument/2006/relationships/image" Target="../media/image4869.png"/><Relationship Id="rId132" Type="http://schemas.openxmlformats.org/officeDocument/2006/relationships/customXml" Target="../ink/ink691.xml"/><Relationship Id="rId153" Type="http://schemas.openxmlformats.org/officeDocument/2006/relationships/image" Target="../media/image4889.png"/><Relationship Id="rId174" Type="http://schemas.openxmlformats.org/officeDocument/2006/relationships/customXml" Target="../ink/ink712.xml"/><Relationship Id="rId179" Type="http://schemas.openxmlformats.org/officeDocument/2006/relationships/customXml" Target="../ink/ink715.xml"/><Relationship Id="rId195" Type="http://schemas.openxmlformats.org/officeDocument/2006/relationships/customXml" Target="../ink/ink723.xml"/><Relationship Id="rId190" Type="http://schemas.openxmlformats.org/officeDocument/2006/relationships/image" Target="../media/image4907.png"/><Relationship Id="rId15" Type="http://schemas.openxmlformats.org/officeDocument/2006/relationships/image" Target="../media/image4824.png"/><Relationship Id="rId36" Type="http://schemas.openxmlformats.org/officeDocument/2006/relationships/customXml" Target="../ink/ink642.xml"/><Relationship Id="rId57" Type="http://schemas.openxmlformats.org/officeDocument/2006/relationships/image" Target="../media/image4845.png"/><Relationship Id="rId106" Type="http://schemas.openxmlformats.org/officeDocument/2006/relationships/image" Target="../media/image4867.png"/><Relationship Id="rId127" Type="http://schemas.openxmlformats.org/officeDocument/2006/relationships/image" Target="../media/image4876.png"/><Relationship Id="rId10" Type="http://schemas.openxmlformats.org/officeDocument/2006/relationships/customXml" Target="../ink/ink629.xml"/><Relationship Id="rId31" Type="http://schemas.openxmlformats.org/officeDocument/2006/relationships/image" Target="../media/image4832.png"/><Relationship Id="rId52" Type="http://schemas.openxmlformats.org/officeDocument/2006/relationships/customXml" Target="../ink/ink650.xml"/><Relationship Id="rId73" Type="http://schemas.openxmlformats.org/officeDocument/2006/relationships/image" Target="../media/image4852.png"/><Relationship Id="rId78" Type="http://schemas.openxmlformats.org/officeDocument/2006/relationships/customXml" Target="../ink/ink663.xml"/><Relationship Id="rId94" Type="http://schemas.openxmlformats.org/officeDocument/2006/relationships/image" Target="../media/image4861.png"/><Relationship Id="rId99" Type="http://schemas.openxmlformats.org/officeDocument/2006/relationships/customXml" Target="../ink/ink674.xml"/><Relationship Id="rId101" Type="http://schemas.openxmlformats.org/officeDocument/2006/relationships/customXml" Target="../ink/ink675.xml"/><Relationship Id="rId122" Type="http://schemas.openxmlformats.org/officeDocument/2006/relationships/customXml" Target="../ink/ink686.xml"/><Relationship Id="rId143" Type="http://schemas.openxmlformats.org/officeDocument/2006/relationships/image" Target="../media/image4884.png"/><Relationship Id="rId148" Type="http://schemas.openxmlformats.org/officeDocument/2006/relationships/customXml" Target="../ink/ink699.xml"/><Relationship Id="rId164" Type="http://schemas.openxmlformats.org/officeDocument/2006/relationships/customXml" Target="../ink/ink707.xml"/><Relationship Id="rId169" Type="http://schemas.openxmlformats.org/officeDocument/2006/relationships/image" Target="../media/image4897.png"/><Relationship Id="rId185" Type="http://schemas.openxmlformats.org/officeDocument/2006/relationships/customXml" Target="../ink/ink718.xml"/><Relationship Id="rId4" Type="http://schemas.openxmlformats.org/officeDocument/2006/relationships/customXml" Target="../ink/ink626.xml"/><Relationship Id="rId9" Type="http://schemas.openxmlformats.org/officeDocument/2006/relationships/image" Target="../media/image4821.png"/><Relationship Id="rId180" Type="http://schemas.openxmlformats.org/officeDocument/2006/relationships/image" Target="../media/image4902.png"/><Relationship Id="rId26" Type="http://schemas.openxmlformats.org/officeDocument/2006/relationships/customXml" Target="../ink/ink637.xml"/><Relationship Id="rId47" Type="http://schemas.openxmlformats.org/officeDocument/2006/relationships/image" Target="../media/image4840.png"/><Relationship Id="rId68" Type="http://schemas.openxmlformats.org/officeDocument/2006/relationships/customXml" Target="../ink/ink658.xml"/><Relationship Id="rId89" Type="http://schemas.openxmlformats.org/officeDocument/2006/relationships/customXml" Target="../ink/ink669.xml"/><Relationship Id="rId112" Type="http://schemas.openxmlformats.org/officeDocument/2006/relationships/customXml" Target="../ink/ink681.xml"/><Relationship Id="rId133" Type="http://schemas.openxmlformats.org/officeDocument/2006/relationships/image" Target="../media/image4879.png"/><Relationship Id="rId154" Type="http://schemas.openxmlformats.org/officeDocument/2006/relationships/customXml" Target="../ink/ink702.xml"/><Relationship Id="rId175" Type="http://schemas.openxmlformats.org/officeDocument/2006/relationships/customXml" Target="../ink/ink713.xml"/><Relationship Id="rId196" Type="http://schemas.openxmlformats.org/officeDocument/2006/relationships/image" Target="../media/image4910.png"/><Relationship Id="rId16" Type="http://schemas.openxmlformats.org/officeDocument/2006/relationships/customXml" Target="../ink/ink632.xml"/><Relationship Id="rId37" Type="http://schemas.openxmlformats.org/officeDocument/2006/relationships/image" Target="../media/image4835.png"/><Relationship Id="rId58" Type="http://schemas.openxmlformats.org/officeDocument/2006/relationships/customXml" Target="../ink/ink653.xml"/><Relationship Id="rId79" Type="http://schemas.openxmlformats.org/officeDocument/2006/relationships/image" Target="../media/image4855.png"/><Relationship Id="rId102" Type="http://schemas.openxmlformats.org/officeDocument/2006/relationships/image" Target="../media/image4865.png"/><Relationship Id="rId123" Type="http://schemas.openxmlformats.org/officeDocument/2006/relationships/image" Target="../media/image4874.png"/><Relationship Id="rId144" Type="http://schemas.openxmlformats.org/officeDocument/2006/relationships/customXml" Target="../ink/ink697.xml"/><Relationship Id="rId90" Type="http://schemas.openxmlformats.org/officeDocument/2006/relationships/image" Target="../media/image4859.png"/><Relationship Id="rId165" Type="http://schemas.openxmlformats.org/officeDocument/2006/relationships/image" Target="../media/image4895.png"/><Relationship Id="rId186" Type="http://schemas.openxmlformats.org/officeDocument/2006/relationships/image" Target="../media/image4905.png"/><Relationship Id="rId27" Type="http://schemas.openxmlformats.org/officeDocument/2006/relationships/image" Target="../media/image4830.png"/><Relationship Id="rId48" Type="http://schemas.openxmlformats.org/officeDocument/2006/relationships/customXml" Target="../ink/ink648.xml"/><Relationship Id="rId69" Type="http://schemas.openxmlformats.org/officeDocument/2006/relationships/image" Target="../media/image3019.png"/><Relationship Id="rId113" Type="http://schemas.openxmlformats.org/officeDocument/2006/relationships/image" Target="../media/image4870.png"/><Relationship Id="rId134" Type="http://schemas.openxmlformats.org/officeDocument/2006/relationships/customXml" Target="../ink/ink692.xml"/><Relationship Id="rId80" Type="http://schemas.openxmlformats.org/officeDocument/2006/relationships/customXml" Target="../ink/ink664.xml"/><Relationship Id="rId155" Type="http://schemas.openxmlformats.org/officeDocument/2006/relationships/image" Target="../media/image4890.png"/><Relationship Id="rId176" Type="http://schemas.openxmlformats.org/officeDocument/2006/relationships/image" Target="../media/image4900.png"/><Relationship Id="rId17" Type="http://schemas.openxmlformats.org/officeDocument/2006/relationships/image" Target="../media/image4825.png"/><Relationship Id="rId38" Type="http://schemas.openxmlformats.org/officeDocument/2006/relationships/customXml" Target="../ink/ink643.xml"/><Relationship Id="rId59" Type="http://schemas.openxmlformats.org/officeDocument/2006/relationships/image" Target="../media/image4846.png"/><Relationship Id="rId103" Type="http://schemas.openxmlformats.org/officeDocument/2006/relationships/customXml" Target="../ink/ink676.xml"/><Relationship Id="rId124" Type="http://schemas.openxmlformats.org/officeDocument/2006/relationships/customXml" Target="../ink/ink687.xml"/><Relationship Id="rId70" Type="http://schemas.openxmlformats.org/officeDocument/2006/relationships/customXml" Target="../ink/ink659.xml"/><Relationship Id="rId91" Type="http://schemas.openxmlformats.org/officeDocument/2006/relationships/customXml" Target="../ink/ink670.xml"/><Relationship Id="rId145" Type="http://schemas.openxmlformats.org/officeDocument/2006/relationships/image" Target="../media/image4885.png"/><Relationship Id="rId166" Type="http://schemas.openxmlformats.org/officeDocument/2006/relationships/customXml" Target="../ink/ink708.xml"/><Relationship Id="rId187" Type="http://schemas.openxmlformats.org/officeDocument/2006/relationships/customXml" Target="../ink/ink719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638.xml"/><Relationship Id="rId49" Type="http://schemas.openxmlformats.org/officeDocument/2006/relationships/image" Target="../media/image4841.png"/><Relationship Id="rId114" Type="http://schemas.openxmlformats.org/officeDocument/2006/relationships/customXml" Target="../ink/ink682.xml"/><Relationship Id="rId60" Type="http://schemas.openxmlformats.org/officeDocument/2006/relationships/customXml" Target="../ink/ink654.xml"/><Relationship Id="rId81" Type="http://schemas.openxmlformats.org/officeDocument/2006/relationships/customXml" Target="../ink/ink665.xml"/><Relationship Id="rId135" Type="http://schemas.openxmlformats.org/officeDocument/2006/relationships/image" Target="../media/image4880.png"/><Relationship Id="rId156" Type="http://schemas.openxmlformats.org/officeDocument/2006/relationships/customXml" Target="../ink/ink703.xml"/><Relationship Id="rId177" Type="http://schemas.openxmlformats.org/officeDocument/2006/relationships/customXml" Target="../ink/ink714.xml"/><Relationship Id="rId18" Type="http://schemas.openxmlformats.org/officeDocument/2006/relationships/customXml" Target="../ink/ink633.xml"/><Relationship Id="rId39" Type="http://schemas.openxmlformats.org/officeDocument/2006/relationships/image" Target="../media/image4836.png"/></Relationships>
</file>

<file path=ppt/slides/_rels/slide6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65.png"/><Relationship Id="rId21" Type="http://schemas.openxmlformats.org/officeDocument/2006/relationships/customXml" Target="../ink/ink734.xml"/><Relationship Id="rId42" Type="http://schemas.openxmlformats.org/officeDocument/2006/relationships/customXml" Target="../ink/ink745.xml"/><Relationship Id="rId63" Type="http://schemas.openxmlformats.org/officeDocument/2006/relationships/image" Target="../media/image4939.png"/><Relationship Id="rId84" Type="http://schemas.openxmlformats.org/officeDocument/2006/relationships/image" Target="../media/image4949.png"/><Relationship Id="rId138" Type="http://schemas.openxmlformats.org/officeDocument/2006/relationships/customXml" Target="../ink/ink795.xml"/><Relationship Id="rId159" Type="http://schemas.openxmlformats.org/officeDocument/2006/relationships/image" Target="../media/image4985.png"/><Relationship Id="rId170" Type="http://schemas.openxmlformats.org/officeDocument/2006/relationships/customXml" Target="../ink/ink811.xml"/><Relationship Id="rId107" Type="http://schemas.openxmlformats.org/officeDocument/2006/relationships/image" Target="../media/image4960.png"/><Relationship Id="rId11" Type="http://schemas.openxmlformats.org/officeDocument/2006/relationships/image" Target="../media/image4914.png"/><Relationship Id="rId32" Type="http://schemas.openxmlformats.org/officeDocument/2006/relationships/image" Target="../media/image4924.png"/><Relationship Id="rId53" Type="http://schemas.openxmlformats.org/officeDocument/2006/relationships/image" Target="../media/image4934.png"/><Relationship Id="rId74" Type="http://schemas.openxmlformats.org/officeDocument/2006/relationships/image" Target="../media/image4944.png"/><Relationship Id="rId128" Type="http://schemas.openxmlformats.org/officeDocument/2006/relationships/image" Target="../media/image4970.png"/><Relationship Id="rId149" Type="http://schemas.openxmlformats.org/officeDocument/2006/relationships/image" Target="../media/image4980.png"/><Relationship Id="rId5" Type="http://schemas.openxmlformats.org/officeDocument/2006/relationships/image" Target="../media/image4912.png"/><Relationship Id="rId95" Type="http://schemas.openxmlformats.org/officeDocument/2006/relationships/image" Target="../media/image4954.png"/><Relationship Id="rId160" Type="http://schemas.openxmlformats.org/officeDocument/2006/relationships/customXml" Target="../ink/ink806.xml"/><Relationship Id="rId181" Type="http://schemas.openxmlformats.org/officeDocument/2006/relationships/image" Target="../media/image4996.png"/><Relationship Id="rId22" Type="http://schemas.openxmlformats.org/officeDocument/2006/relationships/image" Target="../media/image4919.png"/><Relationship Id="rId43" Type="http://schemas.openxmlformats.org/officeDocument/2006/relationships/image" Target="../media/image4929.png"/><Relationship Id="rId64" Type="http://schemas.openxmlformats.org/officeDocument/2006/relationships/customXml" Target="../ink/ink756.xml"/><Relationship Id="rId118" Type="http://schemas.openxmlformats.org/officeDocument/2006/relationships/customXml" Target="../ink/ink784.xml"/><Relationship Id="rId139" Type="http://schemas.openxmlformats.org/officeDocument/2006/relationships/image" Target="../media/image4975.png"/><Relationship Id="rId85" Type="http://schemas.openxmlformats.org/officeDocument/2006/relationships/customXml" Target="../ink/ink767.xml"/><Relationship Id="rId150" Type="http://schemas.openxmlformats.org/officeDocument/2006/relationships/customXml" Target="../ink/ink801.xml"/><Relationship Id="rId171" Type="http://schemas.openxmlformats.org/officeDocument/2006/relationships/image" Target="../media/image4991.png"/><Relationship Id="rId12" Type="http://schemas.openxmlformats.org/officeDocument/2006/relationships/customXml" Target="../ink/ink729.xml"/><Relationship Id="rId33" Type="http://schemas.openxmlformats.org/officeDocument/2006/relationships/customXml" Target="../ink/ink740.xml"/><Relationship Id="rId108" Type="http://schemas.openxmlformats.org/officeDocument/2006/relationships/customXml" Target="../ink/ink779.xml"/><Relationship Id="rId129" Type="http://schemas.openxmlformats.org/officeDocument/2006/relationships/customXml" Target="../ink/ink790.xml"/><Relationship Id="rId54" Type="http://schemas.openxmlformats.org/officeDocument/2006/relationships/customXml" Target="../ink/ink751.xml"/><Relationship Id="rId75" Type="http://schemas.openxmlformats.org/officeDocument/2006/relationships/customXml" Target="../ink/ink762.xml"/><Relationship Id="rId96" Type="http://schemas.openxmlformats.org/officeDocument/2006/relationships/customXml" Target="../ink/ink773.xml"/><Relationship Id="rId140" Type="http://schemas.openxmlformats.org/officeDocument/2006/relationships/customXml" Target="../ink/ink796.xml"/><Relationship Id="rId161" Type="http://schemas.openxmlformats.org/officeDocument/2006/relationships/image" Target="../media/image4986.png"/><Relationship Id="rId182" Type="http://schemas.openxmlformats.org/officeDocument/2006/relationships/customXml" Target="../ink/ink817.xml"/><Relationship Id="rId6" Type="http://schemas.openxmlformats.org/officeDocument/2006/relationships/customXml" Target="../ink/ink726.xml"/><Relationship Id="rId23" Type="http://schemas.openxmlformats.org/officeDocument/2006/relationships/customXml" Target="../ink/ink735.xml"/><Relationship Id="rId119" Type="http://schemas.openxmlformats.org/officeDocument/2006/relationships/image" Target="../media/image4966.png"/><Relationship Id="rId44" Type="http://schemas.openxmlformats.org/officeDocument/2006/relationships/customXml" Target="../ink/ink746.xml"/><Relationship Id="rId65" Type="http://schemas.openxmlformats.org/officeDocument/2006/relationships/customXml" Target="../ink/ink757.xml"/><Relationship Id="rId86" Type="http://schemas.openxmlformats.org/officeDocument/2006/relationships/customXml" Target="../ink/ink768.xml"/><Relationship Id="rId130" Type="http://schemas.openxmlformats.org/officeDocument/2006/relationships/image" Target="../media/image4971.png"/><Relationship Id="rId151" Type="http://schemas.openxmlformats.org/officeDocument/2006/relationships/image" Target="../media/image4981.png"/><Relationship Id="rId172" Type="http://schemas.openxmlformats.org/officeDocument/2006/relationships/customXml" Target="../ink/ink812.xml"/><Relationship Id="rId13" Type="http://schemas.openxmlformats.org/officeDocument/2006/relationships/image" Target="../media/image4915.png"/><Relationship Id="rId18" Type="http://schemas.openxmlformats.org/officeDocument/2006/relationships/customXml" Target="../ink/ink732.xml"/><Relationship Id="rId39" Type="http://schemas.openxmlformats.org/officeDocument/2006/relationships/image" Target="../media/image4927.png"/><Relationship Id="rId109" Type="http://schemas.openxmlformats.org/officeDocument/2006/relationships/image" Target="../media/image4961.png"/><Relationship Id="rId34" Type="http://schemas.openxmlformats.org/officeDocument/2006/relationships/customXml" Target="../ink/ink741.xml"/><Relationship Id="rId50" Type="http://schemas.openxmlformats.org/officeDocument/2006/relationships/customXml" Target="../ink/ink749.xml"/><Relationship Id="rId55" Type="http://schemas.openxmlformats.org/officeDocument/2006/relationships/image" Target="../media/image4935.png"/><Relationship Id="rId76" Type="http://schemas.openxmlformats.org/officeDocument/2006/relationships/image" Target="../media/image4945.png"/><Relationship Id="rId97" Type="http://schemas.openxmlformats.org/officeDocument/2006/relationships/image" Target="../media/image4955.png"/><Relationship Id="rId104" Type="http://schemas.openxmlformats.org/officeDocument/2006/relationships/customXml" Target="../ink/ink777.xml"/><Relationship Id="rId120" Type="http://schemas.openxmlformats.org/officeDocument/2006/relationships/customXml" Target="../ink/ink785.xml"/><Relationship Id="rId125" Type="http://schemas.openxmlformats.org/officeDocument/2006/relationships/customXml" Target="../ink/ink788.xml"/><Relationship Id="rId141" Type="http://schemas.openxmlformats.org/officeDocument/2006/relationships/image" Target="../media/image4976.png"/><Relationship Id="rId146" Type="http://schemas.openxmlformats.org/officeDocument/2006/relationships/customXml" Target="../ink/ink799.xml"/><Relationship Id="rId167" Type="http://schemas.openxmlformats.org/officeDocument/2006/relationships/image" Target="../media/image4989.png"/><Relationship Id="rId7" Type="http://schemas.openxmlformats.org/officeDocument/2006/relationships/image" Target="../media/image3887.png"/><Relationship Id="rId71" Type="http://schemas.openxmlformats.org/officeDocument/2006/relationships/customXml" Target="../ink/ink760.xml"/><Relationship Id="rId92" Type="http://schemas.openxmlformats.org/officeDocument/2006/relationships/customXml" Target="../ink/ink771.xml"/><Relationship Id="rId162" Type="http://schemas.openxmlformats.org/officeDocument/2006/relationships/customXml" Target="../ink/ink807.xml"/><Relationship Id="rId183" Type="http://schemas.openxmlformats.org/officeDocument/2006/relationships/image" Target="../media/image4997.png"/><Relationship Id="rId2" Type="http://schemas.openxmlformats.org/officeDocument/2006/relationships/customXml" Target="../ink/ink724.xml"/><Relationship Id="rId29" Type="http://schemas.openxmlformats.org/officeDocument/2006/relationships/customXml" Target="../ink/ink738.xml"/><Relationship Id="rId24" Type="http://schemas.openxmlformats.org/officeDocument/2006/relationships/image" Target="../media/image4920.png"/><Relationship Id="rId40" Type="http://schemas.openxmlformats.org/officeDocument/2006/relationships/customXml" Target="../ink/ink744.xml"/><Relationship Id="rId45" Type="http://schemas.openxmlformats.org/officeDocument/2006/relationships/image" Target="../media/image4930.png"/><Relationship Id="rId66" Type="http://schemas.openxmlformats.org/officeDocument/2006/relationships/image" Target="../media/image4940.png"/><Relationship Id="rId87" Type="http://schemas.openxmlformats.org/officeDocument/2006/relationships/image" Target="../media/image4950.png"/><Relationship Id="rId110" Type="http://schemas.openxmlformats.org/officeDocument/2006/relationships/customXml" Target="../ink/ink780.xml"/><Relationship Id="rId115" Type="http://schemas.openxmlformats.org/officeDocument/2006/relationships/image" Target="../media/image4964.png"/><Relationship Id="rId131" Type="http://schemas.openxmlformats.org/officeDocument/2006/relationships/customXml" Target="../ink/ink791.xml"/><Relationship Id="rId136" Type="http://schemas.openxmlformats.org/officeDocument/2006/relationships/customXml" Target="../ink/ink794.xml"/><Relationship Id="rId157" Type="http://schemas.openxmlformats.org/officeDocument/2006/relationships/image" Target="../media/image4984.png"/><Relationship Id="rId178" Type="http://schemas.openxmlformats.org/officeDocument/2006/relationships/customXml" Target="../ink/ink815.xml"/><Relationship Id="rId61" Type="http://schemas.openxmlformats.org/officeDocument/2006/relationships/image" Target="../media/image4938.png"/><Relationship Id="rId82" Type="http://schemas.openxmlformats.org/officeDocument/2006/relationships/image" Target="../media/image4948.png"/><Relationship Id="rId152" Type="http://schemas.openxmlformats.org/officeDocument/2006/relationships/customXml" Target="../ink/ink802.xml"/><Relationship Id="rId173" Type="http://schemas.openxmlformats.org/officeDocument/2006/relationships/image" Target="../media/image4992.png"/><Relationship Id="rId19" Type="http://schemas.openxmlformats.org/officeDocument/2006/relationships/image" Target="../media/image4918.png"/><Relationship Id="rId14" Type="http://schemas.openxmlformats.org/officeDocument/2006/relationships/customXml" Target="../ink/ink730.xml"/><Relationship Id="rId30" Type="http://schemas.openxmlformats.org/officeDocument/2006/relationships/image" Target="../media/image4923.png"/><Relationship Id="rId35" Type="http://schemas.openxmlformats.org/officeDocument/2006/relationships/image" Target="../media/image4925.png"/><Relationship Id="rId56" Type="http://schemas.openxmlformats.org/officeDocument/2006/relationships/customXml" Target="../ink/ink752.xml"/><Relationship Id="rId77" Type="http://schemas.openxmlformats.org/officeDocument/2006/relationships/customXml" Target="../ink/ink763.xml"/><Relationship Id="rId100" Type="http://schemas.openxmlformats.org/officeDocument/2006/relationships/customXml" Target="../ink/ink775.xml"/><Relationship Id="rId105" Type="http://schemas.openxmlformats.org/officeDocument/2006/relationships/image" Target="../media/image4959.png"/><Relationship Id="rId126" Type="http://schemas.openxmlformats.org/officeDocument/2006/relationships/image" Target="../media/image4969.png"/><Relationship Id="rId147" Type="http://schemas.openxmlformats.org/officeDocument/2006/relationships/image" Target="../media/image4979.png"/><Relationship Id="rId168" Type="http://schemas.openxmlformats.org/officeDocument/2006/relationships/customXml" Target="../ink/ink810.xml"/><Relationship Id="rId8" Type="http://schemas.openxmlformats.org/officeDocument/2006/relationships/customXml" Target="../ink/ink727.xml"/><Relationship Id="rId51" Type="http://schemas.openxmlformats.org/officeDocument/2006/relationships/image" Target="../media/image4933.png"/><Relationship Id="rId72" Type="http://schemas.openxmlformats.org/officeDocument/2006/relationships/image" Target="../media/image4943.png"/><Relationship Id="rId93" Type="http://schemas.openxmlformats.org/officeDocument/2006/relationships/image" Target="../media/image4953.png"/><Relationship Id="rId98" Type="http://schemas.openxmlformats.org/officeDocument/2006/relationships/customXml" Target="../ink/ink774.xml"/><Relationship Id="rId121" Type="http://schemas.openxmlformats.org/officeDocument/2006/relationships/customXml" Target="../ink/ink786.xml"/><Relationship Id="rId142" Type="http://schemas.openxmlformats.org/officeDocument/2006/relationships/customXml" Target="../ink/ink797.xml"/><Relationship Id="rId163" Type="http://schemas.openxmlformats.org/officeDocument/2006/relationships/image" Target="../media/image4987.png"/><Relationship Id="rId184" Type="http://schemas.openxmlformats.org/officeDocument/2006/relationships/customXml" Target="../ink/ink818.xml"/><Relationship Id="rId3" Type="http://schemas.openxmlformats.org/officeDocument/2006/relationships/image" Target="../media/image4911.png"/><Relationship Id="rId25" Type="http://schemas.openxmlformats.org/officeDocument/2006/relationships/customXml" Target="../ink/ink736.xml"/><Relationship Id="rId46" Type="http://schemas.openxmlformats.org/officeDocument/2006/relationships/customXml" Target="../ink/ink747.xml"/><Relationship Id="rId67" Type="http://schemas.openxmlformats.org/officeDocument/2006/relationships/customXml" Target="../ink/ink758.xml"/><Relationship Id="rId116" Type="http://schemas.openxmlformats.org/officeDocument/2006/relationships/customXml" Target="../ink/ink783.xml"/><Relationship Id="rId137" Type="http://schemas.openxmlformats.org/officeDocument/2006/relationships/image" Target="../media/image4974.png"/><Relationship Id="rId158" Type="http://schemas.openxmlformats.org/officeDocument/2006/relationships/customXml" Target="../ink/ink805.xml"/><Relationship Id="rId20" Type="http://schemas.openxmlformats.org/officeDocument/2006/relationships/customXml" Target="../ink/ink733.xml"/><Relationship Id="rId41" Type="http://schemas.openxmlformats.org/officeDocument/2006/relationships/image" Target="../media/image4928.png"/><Relationship Id="rId62" Type="http://schemas.openxmlformats.org/officeDocument/2006/relationships/customXml" Target="../ink/ink755.xml"/><Relationship Id="rId83" Type="http://schemas.openxmlformats.org/officeDocument/2006/relationships/customXml" Target="../ink/ink766.xml"/><Relationship Id="rId88" Type="http://schemas.openxmlformats.org/officeDocument/2006/relationships/customXml" Target="../ink/ink769.xml"/><Relationship Id="rId111" Type="http://schemas.openxmlformats.org/officeDocument/2006/relationships/image" Target="../media/image4962.png"/><Relationship Id="rId132" Type="http://schemas.openxmlformats.org/officeDocument/2006/relationships/image" Target="../media/image4972.png"/><Relationship Id="rId153" Type="http://schemas.openxmlformats.org/officeDocument/2006/relationships/image" Target="../media/image4982.png"/><Relationship Id="rId174" Type="http://schemas.openxmlformats.org/officeDocument/2006/relationships/customXml" Target="../ink/ink813.xml"/><Relationship Id="rId179" Type="http://schemas.openxmlformats.org/officeDocument/2006/relationships/image" Target="../media/image4995.png"/><Relationship Id="rId15" Type="http://schemas.openxmlformats.org/officeDocument/2006/relationships/image" Target="../media/image4916.png"/><Relationship Id="rId36" Type="http://schemas.openxmlformats.org/officeDocument/2006/relationships/customXml" Target="../ink/ink742.xml"/><Relationship Id="rId57" Type="http://schemas.openxmlformats.org/officeDocument/2006/relationships/image" Target="../media/image4936.png"/><Relationship Id="rId106" Type="http://schemas.openxmlformats.org/officeDocument/2006/relationships/customXml" Target="../ink/ink778.xml"/><Relationship Id="rId127" Type="http://schemas.openxmlformats.org/officeDocument/2006/relationships/customXml" Target="../ink/ink789.xml"/><Relationship Id="rId10" Type="http://schemas.openxmlformats.org/officeDocument/2006/relationships/customXml" Target="../ink/ink728.xml"/><Relationship Id="rId31" Type="http://schemas.openxmlformats.org/officeDocument/2006/relationships/customXml" Target="../ink/ink739.xml"/><Relationship Id="rId52" Type="http://schemas.openxmlformats.org/officeDocument/2006/relationships/customXml" Target="../ink/ink750.xml"/><Relationship Id="rId73" Type="http://schemas.openxmlformats.org/officeDocument/2006/relationships/customXml" Target="../ink/ink761.xml"/><Relationship Id="rId78" Type="http://schemas.openxmlformats.org/officeDocument/2006/relationships/image" Target="../media/image4946.png"/><Relationship Id="rId94" Type="http://schemas.openxmlformats.org/officeDocument/2006/relationships/customXml" Target="../ink/ink772.xml"/><Relationship Id="rId99" Type="http://schemas.openxmlformats.org/officeDocument/2006/relationships/image" Target="../media/image4956.png"/><Relationship Id="rId101" Type="http://schemas.openxmlformats.org/officeDocument/2006/relationships/image" Target="../media/image4957.png"/><Relationship Id="rId122" Type="http://schemas.openxmlformats.org/officeDocument/2006/relationships/image" Target="../media/image4967.png"/><Relationship Id="rId143" Type="http://schemas.openxmlformats.org/officeDocument/2006/relationships/image" Target="../media/image4977.png"/><Relationship Id="rId148" Type="http://schemas.openxmlformats.org/officeDocument/2006/relationships/customXml" Target="../ink/ink800.xml"/><Relationship Id="rId164" Type="http://schemas.openxmlformats.org/officeDocument/2006/relationships/customXml" Target="../ink/ink808.xml"/><Relationship Id="rId169" Type="http://schemas.openxmlformats.org/officeDocument/2006/relationships/image" Target="../media/image4990.png"/><Relationship Id="rId185" Type="http://schemas.openxmlformats.org/officeDocument/2006/relationships/image" Target="../media/image4998.png"/><Relationship Id="rId4" Type="http://schemas.openxmlformats.org/officeDocument/2006/relationships/customXml" Target="../ink/ink725.xml"/><Relationship Id="rId9" Type="http://schemas.openxmlformats.org/officeDocument/2006/relationships/image" Target="../media/image4913.png"/><Relationship Id="rId180" Type="http://schemas.openxmlformats.org/officeDocument/2006/relationships/customXml" Target="../ink/ink816.xml"/><Relationship Id="rId26" Type="http://schemas.openxmlformats.org/officeDocument/2006/relationships/image" Target="../media/image4921.png"/><Relationship Id="rId47" Type="http://schemas.openxmlformats.org/officeDocument/2006/relationships/image" Target="../media/image4931.png"/><Relationship Id="rId68" Type="http://schemas.openxmlformats.org/officeDocument/2006/relationships/image" Target="../media/image4941.png"/><Relationship Id="rId89" Type="http://schemas.openxmlformats.org/officeDocument/2006/relationships/image" Target="../media/image4951.png"/><Relationship Id="rId112" Type="http://schemas.openxmlformats.org/officeDocument/2006/relationships/customXml" Target="../ink/ink781.xml"/><Relationship Id="rId133" Type="http://schemas.openxmlformats.org/officeDocument/2006/relationships/customXml" Target="../ink/ink792.xml"/><Relationship Id="rId154" Type="http://schemas.openxmlformats.org/officeDocument/2006/relationships/customXml" Target="../ink/ink803.xml"/><Relationship Id="rId175" Type="http://schemas.openxmlformats.org/officeDocument/2006/relationships/image" Target="../media/image4993.png"/><Relationship Id="rId16" Type="http://schemas.openxmlformats.org/officeDocument/2006/relationships/customXml" Target="../ink/ink731.xml"/><Relationship Id="rId37" Type="http://schemas.openxmlformats.org/officeDocument/2006/relationships/image" Target="../media/image4926.png"/><Relationship Id="rId58" Type="http://schemas.openxmlformats.org/officeDocument/2006/relationships/customXml" Target="../ink/ink753.xml"/><Relationship Id="rId79" Type="http://schemas.openxmlformats.org/officeDocument/2006/relationships/customXml" Target="../ink/ink764.xml"/><Relationship Id="rId102" Type="http://schemas.openxmlformats.org/officeDocument/2006/relationships/customXml" Target="../ink/ink776.xml"/><Relationship Id="rId123" Type="http://schemas.openxmlformats.org/officeDocument/2006/relationships/customXml" Target="../ink/ink787.xml"/><Relationship Id="rId144" Type="http://schemas.openxmlformats.org/officeDocument/2006/relationships/customXml" Target="../ink/ink798.xml"/><Relationship Id="rId90" Type="http://schemas.openxmlformats.org/officeDocument/2006/relationships/customXml" Target="../ink/ink770.xml"/><Relationship Id="rId165" Type="http://schemas.openxmlformats.org/officeDocument/2006/relationships/image" Target="../media/image4988.png"/><Relationship Id="rId186" Type="http://schemas.openxmlformats.org/officeDocument/2006/relationships/customXml" Target="../ink/ink819.xml"/><Relationship Id="rId27" Type="http://schemas.openxmlformats.org/officeDocument/2006/relationships/customXml" Target="../ink/ink737.xml"/><Relationship Id="rId48" Type="http://schemas.openxmlformats.org/officeDocument/2006/relationships/customXml" Target="../ink/ink748.xml"/><Relationship Id="rId69" Type="http://schemas.openxmlformats.org/officeDocument/2006/relationships/customXml" Target="../ink/ink759.xml"/><Relationship Id="rId113" Type="http://schemas.openxmlformats.org/officeDocument/2006/relationships/image" Target="../media/image4963.png"/><Relationship Id="rId134" Type="http://schemas.openxmlformats.org/officeDocument/2006/relationships/customXml" Target="../ink/ink793.xml"/><Relationship Id="rId80" Type="http://schemas.openxmlformats.org/officeDocument/2006/relationships/image" Target="../media/image4947.png"/><Relationship Id="rId155" Type="http://schemas.openxmlformats.org/officeDocument/2006/relationships/image" Target="../media/image4983.png"/><Relationship Id="rId176" Type="http://schemas.openxmlformats.org/officeDocument/2006/relationships/customXml" Target="../ink/ink814.xml"/><Relationship Id="rId17" Type="http://schemas.openxmlformats.org/officeDocument/2006/relationships/image" Target="../media/image4917.png"/><Relationship Id="rId38" Type="http://schemas.openxmlformats.org/officeDocument/2006/relationships/customXml" Target="../ink/ink743.xml"/><Relationship Id="rId59" Type="http://schemas.openxmlformats.org/officeDocument/2006/relationships/image" Target="../media/image4937.png"/><Relationship Id="rId103" Type="http://schemas.openxmlformats.org/officeDocument/2006/relationships/image" Target="../media/image4958.png"/><Relationship Id="rId124" Type="http://schemas.openxmlformats.org/officeDocument/2006/relationships/image" Target="../media/image4968.png"/><Relationship Id="rId70" Type="http://schemas.openxmlformats.org/officeDocument/2006/relationships/image" Target="../media/image4942.png"/><Relationship Id="rId91" Type="http://schemas.openxmlformats.org/officeDocument/2006/relationships/image" Target="../media/image4952.png"/><Relationship Id="rId145" Type="http://schemas.openxmlformats.org/officeDocument/2006/relationships/image" Target="../media/image4978.png"/><Relationship Id="rId166" Type="http://schemas.openxmlformats.org/officeDocument/2006/relationships/customXml" Target="../ink/ink809.xml"/><Relationship Id="rId187" Type="http://schemas.openxmlformats.org/officeDocument/2006/relationships/image" Target="../media/image4999.png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4922.png"/><Relationship Id="rId49" Type="http://schemas.openxmlformats.org/officeDocument/2006/relationships/image" Target="../media/image4932.png"/><Relationship Id="rId114" Type="http://schemas.openxmlformats.org/officeDocument/2006/relationships/customXml" Target="../ink/ink782.xml"/><Relationship Id="rId60" Type="http://schemas.openxmlformats.org/officeDocument/2006/relationships/customXml" Target="../ink/ink754.xml"/><Relationship Id="rId81" Type="http://schemas.openxmlformats.org/officeDocument/2006/relationships/customXml" Target="../ink/ink765.xml"/><Relationship Id="rId135" Type="http://schemas.openxmlformats.org/officeDocument/2006/relationships/image" Target="../media/image4973.png"/><Relationship Id="rId156" Type="http://schemas.openxmlformats.org/officeDocument/2006/relationships/customXml" Target="../ink/ink804.xml"/><Relationship Id="rId177" Type="http://schemas.openxmlformats.org/officeDocument/2006/relationships/image" Target="../media/image4994.png"/></Relationships>
</file>

<file path=ppt/slides/_rels/slide6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32.xml"/><Relationship Id="rId117" Type="http://schemas.openxmlformats.org/officeDocument/2006/relationships/image" Target="../media/image5056.png"/><Relationship Id="rId21" Type="http://schemas.openxmlformats.org/officeDocument/2006/relationships/image" Target="../media/image5009.png"/><Relationship Id="rId42" Type="http://schemas.openxmlformats.org/officeDocument/2006/relationships/customXml" Target="../ink/ink840.xml"/><Relationship Id="rId47" Type="http://schemas.openxmlformats.org/officeDocument/2006/relationships/image" Target="../media/image5022.png"/><Relationship Id="rId63" Type="http://schemas.openxmlformats.org/officeDocument/2006/relationships/image" Target="../media/image5030.png"/><Relationship Id="rId68" Type="http://schemas.openxmlformats.org/officeDocument/2006/relationships/customXml" Target="../ink/ink853.xml"/><Relationship Id="rId84" Type="http://schemas.openxmlformats.org/officeDocument/2006/relationships/customXml" Target="../ink/ink861.xml"/><Relationship Id="rId89" Type="http://schemas.openxmlformats.org/officeDocument/2006/relationships/image" Target="../media/image5043.png"/><Relationship Id="rId112" Type="http://schemas.openxmlformats.org/officeDocument/2006/relationships/customXml" Target="../ink/ink875.xml"/><Relationship Id="rId16" Type="http://schemas.openxmlformats.org/officeDocument/2006/relationships/customXml" Target="../ink/ink827.xml"/><Relationship Id="rId107" Type="http://schemas.openxmlformats.org/officeDocument/2006/relationships/image" Target="../media/image5051.png"/><Relationship Id="rId11" Type="http://schemas.openxmlformats.org/officeDocument/2006/relationships/image" Target="../media/image5004.png"/><Relationship Id="rId32" Type="http://schemas.openxmlformats.org/officeDocument/2006/relationships/customXml" Target="../ink/ink835.xml"/><Relationship Id="rId37" Type="http://schemas.openxmlformats.org/officeDocument/2006/relationships/image" Target="../media/image5017.png"/><Relationship Id="rId53" Type="http://schemas.openxmlformats.org/officeDocument/2006/relationships/image" Target="../media/image5025.png"/><Relationship Id="rId58" Type="http://schemas.openxmlformats.org/officeDocument/2006/relationships/customXml" Target="../ink/ink848.xml"/><Relationship Id="rId74" Type="http://schemas.openxmlformats.org/officeDocument/2006/relationships/customXml" Target="../ink/ink856.xml"/><Relationship Id="rId79" Type="http://schemas.openxmlformats.org/officeDocument/2006/relationships/image" Target="../media/image5038.png"/><Relationship Id="rId102" Type="http://schemas.openxmlformats.org/officeDocument/2006/relationships/customXml" Target="../ink/ink870.xml"/><Relationship Id="rId5" Type="http://schemas.openxmlformats.org/officeDocument/2006/relationships/image" Target="../media/image5001.png"/><Relationship Id="rId90" Type="http://schemas.openxmlformats.org/officeDocument/2006/relationships/customXml" Target="../ink/ink864.xml"/><Relationship Id="rId95" Type="http://schemas.openxmlformats.org/officeDocument/2006/relationships/image" Target="../media/image5046.png"/><Relationship Id="rId22" Type="http://schemas.openxmlformats.org/officeDocument/2006/relationships/customXml" Target="../ink/ink830.xml"/><Relationship Id="rId27" Type="http://schemas.openxmlformats.org/officeDocument/2006/relationships/image" Target="../media/image5012.png"/><Relationship Id="rId43" Type="http://schemas.openxmlformats.org/officeDocument/2006/relationships/image" Target="../media/image5020.png"/><Relationship Id="rId48" Type="http://schemas.openxmlformats.org/officeDocument/2006/relationships/customXml" Target="../ink/ink843.xml"/><Relationship Id="rId64" Type="http://schemas.openxmlformats.org/officeDocument/2006/relationships/customXml" Target="../ink/ink851.xml"/><Relationship Id="rId69" Type="http://schemas.openxmlformats.org/officeDocument/2006/relationships/image" Target="../media/image5033.png"/><Relationship Id="rId113" Type="http://schemas.openxmlformats.org/officeDocument/2006/relationships/image" Target="../media/image5054.png"/><Relationship Id="rId118" Type="http://schemas.openxmlformats.org/officeDocument/2006/relationships/customXml" Target="../ink/ink878.xml"/><Relationship Id="rId80" Type="http://schemas.openxmlformats.org/officeDocument/2006/relationships/customXml" Target="../ink/ink859.xml"/><Relationship Id="rId85" Type="http://schemas.openxmlformats.org/officeDocument/2006/relationships/image" Target="../media/image5041.png"/><Relationship Id="rId12" Type="http://schemas.openxmlformats.org/officeDocument/2006/relationships/customXml" Target="../ink/ink825.xml"/><Relationship Id="rId17" Type="http://schemas.openxmlformats.org/officeDocument/2006/relationships/image" Target="../media/image5007.png"/><Relationship Id="rId33" Type="http://schemas.openxmlformats.org/officeDocument/2006/relationships/image" Target="../media/image5015.png"/><Relationship Id="rId38" Type="http://schemas.openxmlformats.org/officeDocument/2006/relationships/customXml" Target="../ink/ink838.xml"/><Relationship Id="rId59" Type="http://schemas.openxmlformats.org/officeDocument/2006/relationships/image" Target="../media/image5028.png"/><Relationship Id="rId103" Type="http://schemas.openxmlformats.org/officeDocument/2006/relationships/image" Target="../media/image5049.png"/><Relationship Id="rId108" Type="http://schemas.openxmlformats.org/officeDocument/2006/relationships/customXml" Target="../ink/ink873.xml"/><Relationship Id="rId54" Type="http://schemas.openxmlformats.org/officeDocument/2006/relationships/customXml" Target="../ink/ink846.xml"/><Relationship Id="rId70" Type="http://schemas.openxmlformats.org/officeDocument/2006/relationships/customXml" Target="../ink/ink854.xml"/><Relationship Id="rId75" Type="http://schemas.openxmlformats.org/officeDocument/2006/relationships/image" Target="../media/image5036.png"/><Relationship Id="rId91" Type="http://schemas.openxmlformats.org/officeDocument/2006/relationships/image" Target="../media/image5044.png"/><Relationship Id="rId96" Type="http://schemas.openxmlformats.org/officeDocument/2006/relationships/customXml" Target="../ink/ink8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22.xml"/><Relationship Id="rId23" Type="http://schemas.openxmlformats.org/officeDocument/2006/relationships/image" Target="../media/image5010.png"/><Relationship Id="rId28" Type="http://schemas.openxmlformats.org/officeDocument/2006/relationships/customXml" Target="../ink/ink833.xml"/><Relationship Id="rId49" Type="http://schemas.openxmlformats.org/officeDocument/2006/relationships/image" Target="../media/image5023.png"/><Relationship Id="rId114" Type="http://schemas.openxmlformats.org/officeDocument/2006/relationships/customXml" Target="../ink/ink876.xml"/><Relationship Id="rId119" Type="http://schemas.openxmlformats.org/officeDocument/2006/relationships/image" Target="../media/image5057.png"/><Relationship Id="rId44" Type="http://schemas.openxmlformats.org/officeDocument/2006/relationships/customXml" Target="../ink/ink841.xml"/><Relationship Id="rId60" Type="http://schemas.openxmlformats.org/officeDocument/2006/relationships/customXml" Target="../ink/ink849.xml"/><Relationship Id="rId65" Type="http://schemas.openxmlformats.org/officeDocument/2006/relationships/image" Target="../media/image5031.png"/><Relationship Id="rId81" Type="http://schemas.openxmlformats.org/officeDocument/2006/relationships/image" Target="../media/image5039.png"/><Relationship Id="rId86" Type="http://schemas.openxmlformats.org/officeDocument/2006/relationships/customXml" Target="../ink/ink862.xml"/><Relationship Id="rId4" Type="http://schemas.openxmlformats.org/officeDocument/2006/relationships/customXml" Target="../ink/ink821.xml"/><Relationship Id="rId9" Type="http://schemas.openxmlformats.org/officeDocument/2006/relationships/image" Target="../media/image5003.png"/><Relationship Id="rId13" Type="http://schemas.openxmlformats.org/officeDocument/2006/relationships/image" Target="../media/image5005.png"/><Relationship Id="rId18" Type="http://schemas.openxmlformats.org/officeDocument/2006/relationships/customXml" Target="../ink/ink828.xml"/><Relationship Id="rId39" Type="http://schemas.openxmlformats.org/officeDocument/2006/relationships/image" Target="../media/image5018.png"/><Relationship Id="rId109" Type="http://schemas.openxmlformats.org/officeDocument/2006/relationships/image" Target="../media/image5052.png"/><Relationship Id="rId34" Type="http://schemas.openxmlformats.org/officeDocument/2006/relationships/customXml" Target="../ink/ink836.xml"/><Relationship Id="rId50" Type="http://schemas.openxmlformats.org/officeDocument/2006/relationships/customXml" Target="../ink/ink844.xml"/><Relationship Id="rId55" Type="http://schemas.openxmlformats.org/officeDocument/2006/relationships/image" Target="../media/image5026.png"/><Relationship Id="rId76" Type="http://schemas.openxmlformats.org/officeDocument/2006/relationships/customXml" Target="../ink/ink857.xml"/><Relationship Id="rId97" Type="http://schemas.openxmlformats.org/officeDocument/2006/relationships/image" Target="../media/image5047.png"/><Relationship Id="rId104" Type="http://schemas.openxmlformats.org/officeDocument/2006/relationships/customXml" Target="../ink/ink871.xml"/><Relationship Id="rId120" Type="http://schemas.openxmlformats.org/officeDocument/2006/relationships/customXml" Target="../ink/ink879.xml"/><Relationship Id="rId7" Type="http://schemas.openxmlformats.org/officeDocument/2006/relationships/image" Target="../media/image5002.png"/><Relationship Id="rId71" Type="http://schemas.openxmlformats.org/officeDocument/2006/relationships/image" Target="../media/image5034.png"/><Relationship Id="rId92" Type="http://schemas.openxmlformats.org/officeDocument/2006/relationships/customXml" Target="../ink/ink865.xml"/><Relationship Id="rId2" Type="http://schemas.openxmlformats.org/officeDocument/2006/relationships/customXml" Target="../ink/ink820.xml"/><Relationship Id="rId29" Type="http://schemas.openxmlformats.org/officeDocument/2006/relationships/image" Target="../media/image5013.png"/><Relationship Id="rId24" Type="http://schemas.openxmlformats.org/officeDocument/2006/relationships/customXml" Target="../ink/ink831.xml"/><Relationship Id="rId40" Type="http://schemas.openxmlformats.org/officeDocument/2006/relationships/customXml" Target="../ink/ink839.xml"/><Relationship Id="rId45" Type="http://schemas.openxmlformats.org/officeDocument/2006/relationships/image" Target="../media/image5021.png"/><Relationship Id="rId66" Type="http://schemas.openxmlformats.org/officeDocument/2006/relationships/customXml" Target="../ink/ink852.xml"/><Relationship Id="rId87" Type="http://schemas.openxmlformats.org/officeDocument/2006/relationships/image" Target="../media/image5042.png"/><Relationship Id="rId110" Type="http://schemas.openxmlformats.org/officeDocument/2006/relationships/customXml" Target="../ink/ink874.xml"/><Relationship Id="rId115" Type="http://schemas.openxmlformats.org/officeDocument/2006/relationships/image" Target="../media/image5055.png"/><Relationship Id="rId61" Type="http://schemas.openxmlformats.org/officeDocument/2006/relationships/image" Target="../media/image5029.png"/><Relationship Id="rId82" Type="http://schemas.openxmlformats.org/officeDocument/2006/relationships/customXml" Target="../ink/ink860.xml"/><Relationship Id="rId19" Type="http://schemas.openxmlformats.org/officeDocument/2006/relationships/image" Target="../media/image5008.png"/><Relationship Id="rId14" Type="http://schemas.openxmlformats.org/officeDocument/2006/relationships/customXml" Target="../ink/ink826.xml"/><Relationship Id="rId30" Type="http://schemas.openxmlformats.org/officeDocument/2006/relationships/customXml" Target="../ink/ink834.xml"/><Relationship Id="rId35" Type="http://schemas.openxmlformats.org/officeDocument/2006/relationships/image" Target="../media/image5016.png"/><Relationship Id="rId56" Type="http://schemas.openxmlformats.org/officeDocument/2006/relationships/customXml" Target="../ink/ink847.xml"/><Relationship Id="rId77" Type="http://schemas.openxmlformats.org/officeDocument/2006/relationships/image" Target="../media/image5037.png"/><Relationship Id="rId100" Type="http://schemas.openxmlformats.org/officeDocument/2006/relationships/customXml" Target="../ink/ink869.xml"/><Relationship Id="rId105" Type="http://schemas.openxmlformats.org/officeDocument/2006/relationships/image" Target="../media/image5050.png"/><Relationship Id="rId8" Type="http://schemas.openxmlformats.org/officeDocument/2006/relationships/customXml" Target="../ink/ink823.xml"/><Relationship Id="rId51" Type="http://schemas.openxmlformats.org/officeDocument/2006/relationships/image" Target="../media/image5024.png"/><Relationship Id="rId72" Type="http://schemas.openxmlformats.org/officeDocument/2006/relationships/customXml" Target="../ink/ink855.xml"/><Relationship Id="rId93" Type="http://schemas.openxmlformats.org/officeDocument/2006/relationships/image" Target="../media/image5045.png"/><Relationship Id="rId98" Type="http://schemas.openxmlformats.org/officeDocument/2006/relationships/customXml" Target="../ink/ink868.xml"/><Relationship Id="rId121" Type="http://schemas.openxmlformats.org/officeDocument/2006/relationships/image" Target="../media/image5058.png"/><Relationship Id="rId3" Type="http://schemas.openxmlformats.org/officeDocument/2006/relationships/image" Target="../media/image5000.png"/><Relationship Id="rId25" Type="http://schemas.openxmlformats.org/officeDocument/2006/relationships/image" Target="../media/image5011.png"/><Relationship Id="rId46" Type="http://schemas.openxmlformats.org/officeDocument/2006/relationships/customXml" Target="../ink/ink842.xml"/><Relationship Id="rId67" Type="http://schemas.openxmlformats.org/officeDocument/2006/relationships/image" Target="../media/image5032.png"/><Relationship Id="rId116" Type="http://schemas.openxmlformats.org/officeDocument/2006/relationships/customXml" Target="../ink/ink877.xml"/><Relationship Id="rId20" Type="http://schemas.openxmlformats.org/officeDocument/2006/relationships/customXml" Target="../ink/ink829.xml"/><Relationship Id="rId41" Type="http://schemas.openxmlformats.org/officeDocument/2006/relationships/image" Target="../media/image5019.png"/><Relationship Id="rId62" Type="http://schemas.openxmlformats.org/officeDocument/2006/relationships/customXml" Target="../ink/ink850.xml"/><Relationship Id="rId83" Type="http://schemas.openxmlformats.org/officeDocument/2006/relationships/image" Target="../media/image5040.png"/><Relationship Id="rId88" Type="http://schemas.openxmlformats.org/officeDocument/2006/relationships/customXml" Target="../ink/ink863.xml"/><Relationship Id="rId111" Type="http://schemas.openxmlformats.org/officeDocument/2006/relationships/image" Target="../media/image5053.png"/><Relationship Id="rId15" Type="http://schemas.openxmlformats.org/officeDocument/2006/relationships/image" Target="../media/image5006.png"/><Relationship Id="rId36" Type="http://schemas.openxmlformats.org/officeDocument/2006/relationships/customXml" Target="../ink/ink837.xml"/><Relationship Id="rId57" Type="http://schemas.openxmlformats.org/officeDocument/2006/relationships/image" Target="../media/image5027.png"/><Relationship Id="rId106" Type="http://schemas.openxmlformats.org/officeDocument/2006/relationships/customXml" Target="../ink/ink872.xml"/><Relationship Id="rId10" Type="http://schemas.openxmlformats.org/officeDocument/2006/relationships/customXml" Target="../ink/ink824.xml"/><Relationship Id="rId31" Type="http://schemas.openxmlformats.org/officeDocument/2006/relationships/image" Target="../media/image5014.png"/><Relationship Id="rId52" Type="http://schemas.openxmlformats.org/officeDocument/2006/relationships/customXml" Target="../ink/ink845.xml"/><Relationship Id="rId73" Type="http://schemas.openxmlformats.org/officeDocument/2006/relationships/image" Target="../media/image5035.png"/><Relationship Id="rId78" Type="http://schemas.openxmlformats.org/officeDocument/2006/relationships/customXml" Target="../ink/ink858.xml"/><Relationship Id="rId94" Type="http://schemas.openxmlformats.org/officeDocument/2006/relationships/customXml" Target="../ink/ink866.xml"/><Relationship Id="rId99" Type="http://schemas.openxmlformats.org/officeDocument/2006/relationships/image" Target="../media/image3124.png"/><Relationship Id="rId101" Type="http://schemas.openxmlformats.org/officeDocument/2006/relationships/image" Target="../media/image5048.png"/></Relationships>
</file>

<file path=ppt/slides/_rels/slide6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12.png"/><Relationship Id="rId21" Type="http://schemas.openxmlformats.org/officeDocument/2006/relationships/image" Target="../media/image5066.png"/><Relationship Id="rId42" Type="http://schemas.openxmlformats.org/officeDocument/2006/relationships/customXml" Target="../ink/ink900.xml"/><Relationship Id="rId63" Type="http://schemas.openxmlformats.org/officeDocument/2006/relationships/image" Target="../media/image5087.png"/><Relationship Id="rId84" Type="http://schemas.openxmlformats.org/officeDocument/2006/relationships/image" Target="../media/image5097.png"/><Relationship Id="rId138" Type="http://schemas.openxmlformats.org/officeDocument/2006/relationships/customXml" Target="../ink/ink949.xml"/><Relationship Id="rId159" Type="http://schemas.openxmlformats.org/officeDocument/2006/relationships/image" Target="../media/image5132.png"/><Relationship Id="rId170" Type="http://schemas.openxmlformats.org/officeDocument/2006/relationships/customXml" Target="../ink/ink966.xml"/><Relationship Id="rId191" Type="http://schemas.openxmlformats.org/officeDocument/2006/relationships/image" Target="../media/image5147.png"/><Relationship Id="rId107" Type="http://schemas.openxmlformats.org/officeDocument/2006/relationships/image" Target="../media/image5108.png"/><Relationship Id="rId11" Type="http://schemas.openxmlformats.org/officeDocument/2006/relationships/image" Target="../media/image5062.png"/><Relationship Id="rId32" Type="http://schemas.openxmlformats.org/officeDocument/2006/relationships/customXml" Target="../ink/ink895.xml"/><Relationship Id="rId53" Type="http://schemas.openxmlformats.org/officeDocument/2006/relationships/image" Target="../media/image5082.png"/><Relationship Id="rId74" Type="http://schemas.openxmlformats.org/officeDocument/2006/relationships/customXml" Target="../ink/ink916.xml"/><Relationship Id="rId128" Type="http://schemas.openxmlformats.org/officeDocument/2006/relationships/customXml" Target="../ink/ink944.xml"/><Relationship Id="rId149" Type="http://schemas.openxmlformats.org/officeDocument/2006/relationships/customXml" Target="../ink/ink955.xml"/><Relationship Id="rId5" Type="http://schemas.openxmlformats.org/officeDocument/2006/relationships/image" Target="../media/image5059.png"/><Relationship Id="rId95" Type="http://schemas.openxmlformats.org/officeDocument/2006/relationships/image" Target="../media/image5102.png"/><Relationship Id="rId160" Type="http://schemas.openxmlformats.org/officeDocument/2006/relationships/customXml" Target="../ink/ink961.xml"/><Relationship Id="rId181" Type="http://schemas.openxmlformats.org/officeDocument/2006/relationships/image" Target="../media/image5142.png"/><Relationship Id="rId22" Type="http://schemas.openxmlformats.org/officeDocument/2006/relationships/customXml" Target="../ink/ink890.xml"/><Relationship Id="rId43" Type="http://schemas.openxmlformats.org/officeDocument/2006/relationships/image" Target="../media/image5077.png"/><Relationship Id="rId64" Type="http://schemas.openxmlformats.org/officeDocument/2006/relationships/customXml" Target="../ink/ink911.xml"/><Relationship Id="rId118" Type="http://schemas.openxmlformats.org/officeDocument/2006/relationships/customXml" Target="../ink/ink939.xml"/><Relationship Id="rId139" Type="http://schemas.openxmlformats.org/officeDocument/2006/relationships/image" Target="../media/image5123.png"/><Relationship Id="rId85" Type="http://schemas.openxmlformats.org/officeDocument/2006/relationships/customXml" Target="../ink/ink922.xml"/><Relationship Id="rId150" Type="http://schemas.openxmlformats.org/officeDocument/2006/relationships/image" Target="../media/image5128.png"/><Relationship Id="rId171" Type="http://schemas.openxmlformats.org/officeDocument/2006/relationships/image" Target="../media/image5138.png"/><Relationship Id="rId192" Type="http://schemas.openxmlformats.org/officeDocument/2006/relationships/customXml" Target="../ink/ink978.xml"/><Relationship Id="rId12" Type="http://schemas.openxmlformats.org/officeDocument/2006/relationships/customXml" Target="../ink/ink885.xml"/><Relationship Id="rId33" Type="http://schemas.openxmlformats.org/officeDocument/2006/relationships/image" Target="../media/image5072.png"/><Relationship Id="rId108" Type="http://schemas.openxmlformats.org/officeDocument/2006/relationships/customXml" Target="../ink/ink934.xml"/><Relationship Id="rId129" Type="http://schemas.openxmlformats.org/officeDocument/2006/relationships/image" Target="../media/image5118.png"/><Relationship Id="rId54" Type="http://schemas.openxmlformats.org/officeDocument/2006/relationships/customXml" Target="../ink/ink906.xml"/><Relationship Id="rId75" Type="http://schemas.openxmlformats.org/officeDocument/2006/relationships/image" Target="../media/image5093.png"/><Relationship Id="rId96" Type="http://schemas.openxmlformats.org/officeDocument/2006/relationships/customXml" Target="../ink/ink928.xml"/><Relationship Id="rId140" Type="http://schemas.openxmlformats.org/officeDocument/2006/relationships/customXml" Target="../ink/ink950.xml"/><Relationship Id="rId161" Type="http://schemas.openxmlformats.org/officeDocument/2006/relationships/image" Target="../media/image5133.png"/><Relationship Id="rId182" Type="http://schemas.openxmlformats.org/officeDocument/2006/relationships/customXml" Target="../ink/ink973.xml"/><Relationship Id="rId6" Type="http://schemas.openxmlformats.org/officeDocument/2006/relationships/customXml" Target="../ink/ink882.xml"/><Relationship Id="rId23" Type="http://schemas.openxmlformats.org/officeDocument/2006/relationships/image" Target="../media/image5067.png"/><Relationship Id="rId119" Type="http://schemas.openxmlformats.org/officeDocument/2006/relationships/image" Target="../media/image5113.png"/><Relationship Id="rId44" Type="http://schemas.openxmlformats.org/officeDocument/2006/relationships/customXml" Target="../ink/ink901.xml"/><Relationship Id="rId65" Type="http://schemas.openxmlformats.org/officeDocument/2006/relationships/image" Target="../media/image5088.png"/><Relationship Id="rId86" Type="http://schemas.openxmlformats.org/officeDocument/2006/relationships/customXml" Target="../ink/ink923.xml"/><Relationship Id="rId130" Type="http://schemas.openxmlformats.org/officeDocument/2006/relationships/customXml" Target="../ink/ink945.xml"/><Relationship Id="rId151" Type="http://schemas.openxmlformats.org/officeDocument/2006/relationships/customXml" Target="../ink/ink956.xml"/><Relationship Id="rId172" Type="http://schemas.openxmlformats.org/officeDocument/2006/relationships/customXml" Target="../ink/ink967.xml"/><Relationship Id="rId193" Type="http://schemas.openxmlformats.org/officeDocument/2006/relationships/customXml" Target="../ink/ink979.xml"/><Relationship Id="rId13" Type="http://schemas.openxmlformats.org/officeDocument/2006/relationships/image" Target="../media/image5063.png"/><Relationship Id="rId109" Type="http://schemas.openxmlformats.org/officeDocument/2006/relationships/image" Target="../media/image3509.png"/><Relationship Id="rId34" Type="http://schemas.openxmlformats.org/officeDocument/2006/relationships/customXml" Target="../ink/ink896.xml"/><Relationship Id="rId55" Type="http://schemas.openxmlformats.org/officeDocument/2006/relationships/image" Target="../media/image5083.png"/><Relationship Id="rId76" Type="http://schemas.openxmlformats.org/officeDocument/2006/relationships/customXml" Target="../ink/ink917.xml"/><Relationship Id="rId97" Type="http://schemas.openxmlformats.org/officeDocument/2006/relationships/image" Target="../media/image5103.png"/><Relationship Id="rId120" Type="http://schemas.openxmlformats.org/officeDocument/2006/relationships/customXml" Target="../ink/ink940.xml"/><Relationship Id="rId141" Type="http://schemas.openxmlformats.org/officeDocument/2006/relationships/image" Target="../media/image5124.png"/><Relationship Id="rId7" Type="http://schemas.openxmlformats.org/officeDocument/2006/relationships/image" Target="../media/image5060.png"/><Relationship Id="rId162" Type="http://schemas.openxmlformats.org/officeDocument/2006/relationships/customXml" Target="../ink/ink962.xml"/><Relationship Id="rId183" Type="http://schemas.openxmlformats.org/officeDocument/2006/relationships/image" Target="../media/image5143.png"/><Relationship Id="rId2" Type="http://schemas.openxmlformats.org/officeDocument/2006/relationships/customXml" Target="../ink/ink880.xml"/><Relationship Id="rId29" Type="http://schemas.openxmlformats.org/officeDocument/2006/relationships/image" Target="../media/image5070.png"/><Relationship Id="rId24" Type="http://schemas.openxmlformats.org/officeDocument/2006/relationships/customXml" Target="../ink/ink891.xml"/><Relationship Id="rId40" Type="http://schemas.openxmlformats.org/officeDocument/2006/relationships/customXml" Target="../ink/ink899.xml"/><Relationship Id="rId45" Type="http://schemas.openxmlformats.org/officeDocument/2006/relationships/image" Target="../media/image5078.png"/><Relationship Id="rId66" Type="http://schemas.openxmlformats.org/officeDocument/2006/relationships/customXml" Target="../ink/ink912.xml"/><Relationship Id="rId87" Type="http://schemas.openxmlformats.org/officeDocument/2006/relationships/image" Target="../media/image5098.png"/><Relationship Id="rId110" Type="http://schemas.openxmlformats.org/officeDocument/2006/relationships/customXml" Target="../ink/ink935.xml"/><Relationship Id="rId115" Type="http://schemas.openxmlformats.org/officeDocument/2006/relationships/image" Target="../media/image5111.png"/><Relationship Id="rId131" Type="http://schemas.openxmlformats.org/officeDocument/2006/relationships/image" Target="../media/image5119.png"/><Relationship Id="rId136" Type="http://schemas.openxmlformats.org/officeDocument/2006/relationships/customXml" Target="../ink/ink948.xml"/><Relationship Id="rId157" Type="http://schemas.openxmlformats.org/officeDocument/2006/relationships/customXml" Target="../ink/ink959.xml"/><Relationship Id="rId178" Type="http://schemas.openxmlformats.org/officeDocument/2006/relationships/image" Target="../media/image5141.png"/><Relationship Id="rId61" Type="http://schemas.openxmlformats.org/officeDocument/2006/relationships/image" Target="../media/image5086.png"/><Relationship Id="rId82" Type="http://schemas.openxmlformats.org/officeDocument/2006/relationships/customXml" Target="../ink/ink920.xml"/><Relationship Id="rId152" Type="http://schemas.openxmlformats.org/officeDocument/2006/relationships/image" Target="../media/image5129.png"/><Relationship Id="rId173" Type="http://schemas.openxmlformats.org/officeDocument/2006/relationships/image" Target="../media/image5139.png"/><Relationship Id="rId194" Type="http://schemas.openxmlformats.org/officeDocument/2006/relationships/image" Target="../media/image5148.png"/><Relationship Id="rId199" Type="http://schemas.openxmlformats.org/officeDocument/2006/relationships/customXml" Target="../ink/ink982.xml"/><Relationship Id="rId203" Type="http://schemas.openxmlformats.org/officeDocument/2006/relationships/customXml" Target="../ink/ink984.xml"/><Relationship Id="rId19" Type="http://schemas.openxmlformats.org/officeDocument/2006/relationships/image" Target="../media/image5065.png"/><Relationship Id="rId14" Type="http://schemas.openxmlformats.org/officeDocument/2006/relationships/customXml" Target="../ink/ink886.xml"/><Relationship Id="rId30" Type="http://schemas.openxmlformats.org/officeDocument/2006/relationships/customXml" Target="../ink/ink894.xml"/><Relationship Id="rId35" Type="http://schemas.openxmlformats.org/officeDocument/2006/relationships/image" Target="../media/image5073.png"/><Relationship Id="rId56" Type="http://schemas.openxmlformats.org/officeDocument/2006/relationships/customXml" Target="../ink/ink907.xml"/><Relationship Id="rId77" Type="http://schemas.openxmlformats.org/officeDocument/2006/relationships/image" Target="../media/image5094.png"/><Relationship Id="rId100" Type="http://schemas.openxmlformats.org/officeDocument/2006/relationships/customXml" Target="../ink/ink930.xml"/><Relationship Id="rId105" Type="http://schemas.openxmlformats.org/officeDocument/2006/relationships/image" Target="../media/image5107.png"/><Relationship Id="rId126" Type="http://schemas.openxmlformats.org/officeDocument/2006/relationships/customXml" Target="../ink/ink943.xml"/><Relationship Id="rId147" Type="http://schemas.openxmlformats.org/officeDocument/2006/relationships/customXml" Target="../ink/ink954.xml"/><Relationship Id="rId168" Type="http://schemas.openxmlformats.org/officeDocument/2006/relationships/customXml" Target="../ink/ink965.xml"/><Relationship Id="rId8" Type="http://schemas.openxmlformats.org/officeDocument/2006/relationships/customXml" Target="../ink/ink883.xml"/><Relationship Id="rId51" Type="http://schemas.openxmlformats.org/officeDocument/2006/relationships/image" Target="../media/image5081.png"/><Relationship Id="rId72" Type="http://schemas.openxmlformats.org/officeDocument/2006/relationships/customXml" Target="../ink/ink915.xml"/><Relationship Id="rId93" Type="http://schemas.openxmlformats.org/officeDocument/2006/relationships/image" Target="../media/image5101.png"/><Relationship Id="rId98" Type="http://schemas.openxmlformats.org/officeDocument/2006/relationships/customXml" Target="../ink/ink929.xml"/><Relationship Id="rId121" Type="http://schemas.openxmlformats.org/officeDocument/2006/relationships/image" Target="../media/image5114.png"/><Relationship Id="rId142" Type="http://schemas.openxmlformats.org/officeDocument/2006/relationships/customXml" Target="../ink/ink951.xml"/><Relationship Id="rId163" Type="http://schemas.openxmlformats.org/officeDocument/2006/relationships/image" Target="../media/image5134.png"/><Relationship Id="rId184" Type="http://schemas.openxmlformats.org/officeDocument/2006/relationships/customXml" Target="../ink/ink974.xml"/><Relationship Id="rId189" Type="http://schemas.openxmlformats.org/officeDocument/2006/relationships/image" Target="../media/image5146.png"/><Relationship Id="rId3" Type="http://schemas.openxmlformats.org/officeDocument/2006/relationships/image" Target="../media/image3887.png"/><Relationship Id="rId25" Type="http://schemas.openxmlformats.org/officeDocument/2006/relationships/image" Target="../media/image5068.png"/><Relationship Id="rId46" Type="http://schemas.openxmlformats.org/officeDocument/2006/relationships/customXml" Target="../ink/ink902.xml"/><Relationship Id="rId67" Type="http://schemas.openxmlformats.org/officeDocument/2006/relationships/image" Target="../media/image5089.png"/><Relationship Id="rId116" Type="http://schemas.openxmlformats.org/officeDocument/2006/relationships/customXml" Target="../ink/ink938.xml"/><Relationship Id="rId137" Type="http://schemas.openxmlformats.org/officeDocument/2006/relationships/image" Target="../media/image5122.png"/><Relationship Id="rId158" Type="http://schemas.openxmlformats.org/officeDocument/2006/relationships/customXml" Target="../ink/ink960.xml"/><Relationship Id="rId20" Type="http://schemas.openxmlformats.org/officeDocument/2006/relationships/customXml" Target="../ink/ink889.xml"/><Relationship Id="rId41" Type="http://schemas.openxmlformats.org/officeDocument/2006/relationships/image" Target="../media/image5076.png"/><Relationship Id="rId62" Type="http://schemas.openxmlformats.org/officeDocument/2006/relationships/customXml" Target="../ink/ink910.xml"/><Relationship Id="rId83" Type="http://schemas.openxmlformats.org/officeDocument/2006/relationships/customXml" Target="../ink/ink921.xml"/><Relationship Id="rId88" Type="http://schemas.openxmlformats.org/officeDocument/2006/relationships/customXml" Target="../ink/ink924.xml"/><Relationship Id="rId111" Type="http://schemas.openxmlformats.org/officeDocument/2006/relationships/image" Target="../media/image5109.png"/><Relationship Id="rId132" Type="http://schemas.openxmlformats.org/officeDocument/2006/relationships/customXml" Target="../ink/ink946.xml"/><Relationship Id="rId153" Type="http://schemas.openxmlformats.org/officeDocument/2006/relationships/customXml" Target="../ink/ink957.xml"/><Relationship Id="rId174" Type="http://schemas.openxmlformats.org/officeDocument/2006/relationships/customXml" Target="../ink/ink968.xml"/><Relationship Id="rId179" Type="http://schemas.openxmlformats.org/officeDocument/2006/relationships/customXml" Target="../ink/ink971.xml"/><Relationship Id="rId195" Type="http://schemas.openxmlformats.org/officeDocument/2006/relationships/customXml" Target="../ink/ink980.xml"/><Relationship Id="rId190" Type="http://schemas.openxmlformats.org/officeDocument/2006/relationships/customXml" Target="../ink/ink977.xml"/><Relationship Id="rId204" Type="http://schemas.openxmlformats.org/officeDocument/2006/relationships/image" Target="../media/image3031.png"/><Relationship Id="rId15" Type="http://schemas.openxmlformats.org/officeDocument/2006/relationships/image" Target="../media/image5064.png"/><Relationship Id="rId36" Type="http://schemas.openxmlformats.org/officeDocument/2006/relationships/customXml" Target="../ink/ink897.xml"/><Relationship Id="rId57" Type="http://schemas.openxmlformats.org/officeDocument/2006/relationships/image" Target="../media/image5084.png"/><Relationship Id="rId106" Type="http://schemas.openxmlformats.org/officeDocument/2006/relationships/customXml" Target="../ink/ink933.xml"/><Relationship Id="rId127" Type="http://schemas.openxmlformats.org/officeDocument/2006/relationships/image" Target="../media/image5117.png"/><Relationship Id="rId10" Type="http://schemas.openxmlformats.org/officeDocument/2006/relationships/customXml" Target="../ink/ink884.xml"/><Relationship Id="rId31" Type="http://schemas.openxmlformats.org/officeDocument/2006/relationships/image" Target="../media/image5071.png"/><Relationship Id="rId52" Type="http://schemas.openxmlformats.org/officeDocument/2006/relationships/customXml" Target="../ink/ink905.xml"/><Relationship Id="rId73" Type="http://schemas.openxmlformats.org/officeDocument/2006/relationships/image" Target="../media/image5092.png"/><Relationship Id="rId78" Type="http://schemas.openxmlformats.org/officeDocument/2006/relationships/customXml" Target="../ink/ink918.xml"/><Relationship Id="rId94" Type="http://schemas.openxmlformats.org/officeDocument/2006/relationships/customXml" Target="../ink/ink927.xml"/><Relationship Id="rId99" Type="http://schemas.openxmlformats.org/officeDocument/2006/relationships/image" Target="../media/image5104.png"/><Relationship Id="rId101" Type="http://schemas.openxmlformats.org/officeDocument/2006/relationships/image" Target="../media/image5105.png"/><Relationship Id="rId122" Type="http://schemas.openxmlformats.org/officeDocument/2006/relationships/customXml" Target="../ink/ink941.xml"/><Relationship Id="rId143" Type="http://schemas.openxmlformats.org/officeDocument/2006/relationships/customXml" Target="../ink/ink952.xml"/><Relationship Id="rId148" Type="http://schemas.openxmlformats.org/officeDocument/2006/relationships/image" Target="../media/image5127.png"/><Relationship Id="rId164" Type="http://schemas.openxmlformats.org/officeDocument/2006/relationships/customXml" Target="../ink/ink963.xml"/><Relationship Id="rId169" Type="http://schemas.openxmlformats.org/officeDocument/2006/relationships/image" Target="../media/image5137.png"/><Relationship Id="rId185" Type="http://schemas.openxmlformats.org/officeDocument/2006/relationships/image" Target="../media/image5144.png"/><Relationship Id="rId4" Type="http://schemas.openxmlformats.org/officeDocument/2006/relationships/customXml" Target="../ink/ink881.xml"/><Relationship Id="rId9" Type="http://schemas.openxmlformats.org/officeDocument/2006/relationships/image" Target="../media/image5061.png"/><Relationship Id="rId180" Type="http://schemas.openxmlformats.org/officeDocument/2006/relationships/customXml" Target="../ink/ink972.xml"/><Relationship Id="rId26" Type="http://schemas.openxmlformats.org/officeDocument/2006/relationships/customXml" Target="../ink/ink892.xml"/><Relationship Id="rId47" Type="http://schemas.openxmlformats.org/officeDocument/2006/relationships/image" Target="../media/image5079.png"/><Relationship Id="rId68" Type="http://schemas.openxmlformats.org/officeDocument/2006/relationships/customXml" Target="../ink/ink913.xml"/><Relationship Id="rId89" Type="http://schemas.openxmlformats.org/officeDocument/2006/relationships/image" Target="../media/image5099.png"/><Relationship Id="rId112" Type="http://schemas.openxmlformats.org/officeDocument/2006/relationships/customXml" Target="../ink/ink936.xml"/><Relationship Id="rId133" Type="http://schemas.openxmlformats.org/officeDocument/2006/relationships/image" Target="../media/image5120.png"/><Relationship Id="rId154" Type="http://schemas.openxmlformats.org/officeDocument/2006/relationships/image" Target="../media/image5130.png"/><Relationship Id="rId175" Type="http://schemas.openxmlformats.org/officeDocument/2006/relationships/image" Target="../media/image5140.png"/><Relationship Id="rId196" Type="http://schemas.openxmlformats.org/officeDocument/2006/relationships/image" Target="../media/image5149.png"/><Relationship Id="rId200" Type="http://schemas.openxmlformats.org/officeDocument/2006/relationships/image" Target="../media/image5151.png"/><Relationship Id="rId16" Type="http://schemas.openxmlformats.org/officeDocument/2006/relationships/customXml" Target="../ink/ink887.xml"/><Relationship Id="rId37" Type="http://schemas.openxmlformats.org/officeDocument/2006/relationships/image" Target="../media/image5074.png"/><Relationship Id="rId58" Type="http://schemas.openxmlformats.org/officeDocument/2006/relationships/customXml" Target="../ink/ink908.xml"/><Relationship Id="rId79" Type="http://schemas.openxmlformats.org/officeDocument/2006/relationships/image" Target="../media/image5095.png"/><Relationship Id="rId102" Type="http://schemas.openxmlformats.org/officeDocument/2006/relationships/customXml" Target="../ink/ink931.xml"/><Relationship Id="rId123" Type="http://schemas.openxmlformats.org/officeDocument/2006/relationships/image" Target="../media/image5115.png"/><Relationship Id="rId144" Type="http://schemas.openxmlformats.org/officeDocument/2006/relationships/image" Target="../media/image5125.png"/><Relationship Id="rId90" Type="http://schemas.openxmlformats.org/officeDocument/2006/relationships/customXml" Target="../ink/ink925.xml"/><Relationship Id="rId165" Type="http://schemas.openxmlformats.org/officeDocument/2006/relationships/image" Target="../media/image5135.png"/><Relationship Id="rId186" Type="http://schemas.openxmlformats.org/officeDocument/2006/relationships/customXml" Target="../ink/ink975.xml"/><Relationship Id="rId27" Type="http://schemas.openxmlformats.org/officeDocument/2006/relationships/image" Target="../media/image5069.png"/><Relationship Id="rId48" Type="http://schemas.openxmlformats.org/officeDocument/2006/relationships/customXml" Target="../ink/ink903.xml"/><Relationship Id="rId69" Type="http://schemas.openxmlformats.org/officeDocument/2006/relationships/image" Target="../media/image5090.png"/><Relationship Id="rId113" Type="http://schemas.openxmlformats.org/officeDocument/2006/relationships/image" Target="../media/image5110.png"/><Relationship Id="rId134" Type="http://schemas.openxmlformats.org/officeDocument/2006/relationships/customXml" Target="../ink/ink947.xml"/><Relationship Id="rId80" Type="http://schemas.openxmlformats.org/officeDocument/2006/relationships/customXml" Target="../ink/ink919.xml"/><Relationship Id="rId155" Type="http://schemas.openxmlformats.org/officeDocument/2006/relationships/customXml" Target="../ink/ink958.xml"/><Relationship Id="rId176" Type="http://schemas.openxmlformats.org/officeDocument/2006/relationships/customXml" Target="../ink/ink969.xml"/><Relationship Id="rId197" Type="http://schemas.openxmlformats.org/officeDocument/2006/relationships/customXml" Target="../ink/ink981.xml"/><Relationship Id="rId201" Type="http://schemas.openxmlformats.org/officeDocument/2006/relationships/customXml" Target="../ink/ink983.xml"/><Relationship Id="rId17" Type="http://schemas.openxmlformats.org/officeDocument/2006/relationships/image" Target="../media/image3124.png"/><Relationship Id="rId38" Type="http://schemas.openxmlformats.org/officeDocument/2006/relationships/customXml" Target="../ink/ink898.xml"/><Relationship Id="rId59" Type="http://schemas.openxmlformats.org/officeDocument/2006/relationships/image" Target="../media/image5085.png"/><Relationship Id="rId103" Type="http://schemas.openxmlformats.org/officeDocument/2006/relationships/image" Target="../media/image5106.png"/><Relationship Id="rId124" Type="http://schemas.openxmlformats.org/officeDocument/2006/relationships/customXml" Target="../ink/ink942.xml"/><Relationship Id="rId70" Type="http://schemas.openxmlformats.org/officeDocument/2006/relationships/customXml" Target="../ink/ink914.xml"/><Relationship Id="rId91" Type="http://schemas.openxmlformats.org/officeDocument/2006/relationships/image" Target="../media/image5100.png"/><Relationship Id="rId145" Type="http://schemas.openxmlformats.org/officeDocument/2006/relationships/customXml" Target="../ink/ink953.xml"/><Relationship Id="rId166" Type="http://schemas.openxmlformats.org/officeDocument/2006/relationships/customXml" Target="../ink/ink964.xml"/><Relationship Id="rId187" Type="http://schemas.openxmlformats.org/officeDocument/2006/relationships/image" Target="../media/image5145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893.xml"/><Relationship Id="rId49" Type="http://schemas.openxmlformats.org/officeDocument/2006/relationships/image" Target="../media/image5080.png"/><Relationship Id="rId114" Type="http://schemas.openxmlformats.org/officeDocument/2006/relationships/customXml" Target="../ink/ink937.xml"/><Relationship Id="rId60" Type="http://schemas.openxmlformats.org/officeDocument/2006/relationships/customXml" Target="../ink/ink909.xml"/><Relationship Id="rId81" Type="http://schemas.openxmlformats.org/officeDocument/2006/relationships/image" Target="../media/image5096.png"/><Relationship Id="rId135" Type="http://schemas.openxmlformats.org/officeDocument/2006/relationships/image" Target="../media/image5121.png"/><Relationship Id="rId156" Type="http://schemas.openxmlformats.org/officeDocument/2006/relationships/image" Target="../media/image5131.png"/><Relationship Id="rId177" Type="http://schemas.openxmlformats.org/officeDocument/2006/relationships/customXml" Target="../ink/ink970.xml"/><Relationship Id="rId198" Type="http://schemas.openxmlformats.org/officeDocument/2006/relationships/image" Target="../media/image5150.png"/><Relationship Id="rId202" Type="http://schemas.openxmlformats.org/officeDocument/2006/relationships/image" Target="../media/image5152.png"/><Relationship Id="rId18" Type="http://schemas.openxmlformats.org/officeDocument/2006/relationships/customXml" Target="../ink/ink888.xml"/><Relationship Id="rId39" Type="http://schemas.openxmlformats.org/officeDocument/2006/relationships/image" Target="../media/image5075.png"/><Relationship Id="rId50" Type="http://schemas.openxmlformats.org/officeDocument/2006/relationships/customXml" Target="../ink/ink904.xml"/><Relationship Id="rId104" Type="http://schemas.openxmlformats.org/officeDocument/2006/relationships/customXml" Target="../ink/ink932.xml"/><Relationship Id="rId125" Type="http://schemas.openxmlformats.org/officeDocument/2006/relationships/image" Target="../media/image5116.png"/><Relationship Id="rId146" Type="http://schemas.openxmlformats.org/officeDocument/2006/relationships/image" Target="../media/image5126.png"/><Relationship Id="rId167" Type="http://schemas.openxmlformats.org/officeDocument/2006/relationships/image" Target="../media/image5136.png"/><Relationship Id="rId188" Type="http://schemas.openxmlformats.org/officeDocument/2006/relationships/customXml" Target="../ink/ink976.xml"/><Relationship Id="rId71" Type="http://schemas.openxmlformats.org/officeDocument/2006/relationships/image" Target="../media/image5091.png"/><Relationship Id="rId92" Type="http://schemas.openxmlformats.org/officeDocument/2006/relationships/customXml" Target="../ink/ink926.xml"/></Relationships>
</file>

<file path=ppt/slides/_rels/slide6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19.png"/><Relationship Id="rId299" Type="http://schemas.openxmlformats.org/officeDocument/2006/relationships/customXml" Target="../ink/ink1138.xml"/><Relationship Id="rId21" Type="http://schemas.openxmlformats.org/officeDocument/2006/relationships/image" Target="../media/image5162.png"/><Relationship Id="rId63" Type="http://schemas.openxmlformats.org/officeDocument/2006/relationships/image" Target="../media/image5182.png"/><Relationship Id="rId159" Type="http://schemas.openxmlformats.org/officeDocument/2006/relationships/customXml" Target="../ink/ink1065.xml"/><Relationship Id="rId324" Type="http://schemas.openxmlformats.org/officeDocument/2006/relationships/image" Target="../media/image5305.png"/><Relationship Id="rId170" Type="http://schemas.openxmlformats.org/officeDocument/2006/relationships/customXml" Target="../ink/ink1071.xml"/><Relationship Id="rId226" Type="http://schemas.openxmlformats.org/officeDocument/2006/relationships/image" Target="../media/image5260.png"/><Relationship Id="rId268" Type="http://schemas.openxmlformats.org/officeDocument/2006/relationships/image" Target="../media/image5279.png"/><Relationship Id="rId32" Type="http://schemas.openxmlformats.org/officeDocument/2006/relationships/customXml" Target="../ink/ink1000.xml"/><Relationship Id="rId74" Type="http://schemas.openxmlformats.org/officeDocument/2006/relationships/customXml" Target="../ink/ink1021.xml"/><Relationship Id="rId128" Type="http://schemas.openxmlformats.org/officeDocument/2006/relationships/image" Target="../media/image5213.png"/><Relationship Id="rId5" Type="http://schemas.openxmlformats.org/officeDocument/2006/relationships/image" Target="../media/image5154.png"/><Relationship Id="rId181" Type="http://schemas.openxmlformats.org/officeDocument/2006/relationships/image" Target="../media/image5238.png"/><Relationship Id="rId237" Type="http://schemas.openxmlformats.org/officeDocument/2006/relationships/image" Target="../media/image5265.png"/><Relationship Id="rId279" Type="http://schemas.openxmlformats.org/officeDocument/2006/relationships/customXml" Target="../ink/ink1128.xml"/><Relationship Id="rId43" Type="http://schemas.openxmlformats.org/officeDocument/2006/relationships/image" Target="../media/image5172.png"/><Relationship Id="rId139" Type="http://schemas.openxmlformats.org/officeDocument/2006/relationships/image" Target="../media/image5218.png"/><Relationship Id="rId290" Type="http://schemas.openxmlformats.org/officeDocument/2006/relationships/image" Target="../media/image5289.png"/><Relationship Id="rId304" Type="http://schemas.openxmlformats.org/officeDocument/2006/relationships/image" Target="../media/image5296.png"/><Relationship Id="rId85" Type="http://schemas.openxmlformats.org/officeDocument/2006/relationships/image" Target="../media/image5193.png"/><Relationship Id="rId150" Type="http://schemas.openxmlformats.org/officeDocument/2006/relationships/customXml" Target="../ink/ink1060.xml"/><Relationship Id="rId192" Type="http://schemas.openxmlformats.org/officeDocument/2006/relationships/customXml" Target="../ink/ink1082.xml"/><Relationship Id="rId206" Type="http://schemas.openxmlformats.org/officeDocument/2006/relationships/customXml" Target="../ink/ink1089.xml"/><Relationship Id="rId248" Type="http://schemas.openxmlformats.org/officeDocument/2006/relationships/customXml" Target="../ink/ink1111.xml"/><Relationship Id="rId12" Type="http://schemas.openxmlformats.org/officeDocument/2006/relationships/customXml" Target="../ink/ink990.xml"/><Relationship Id="rId108" Type="http://schemas.openxmlformats.org/officeDocument/2006/relationships/customXml" Target="../ink/ink1038.xml"/><Relationship Id="rId315" Type="http://schemas.openxmlformats.org/officeDocument/2006/relationships/customXml" Target="../ink/ink1146.xml"/><Relationship Id="rId54" Type="http://schemas.openxmlformats.org/officeDocument/2006/relationships/customXml" Target="../ink/ink1011.xml"/><Relationship Id="rId96" Type="http://schemas.openxmlformats.org/officeDocument/2006/relationships/customXml" Target="../ink/ink1032.xml"/><Relationship Id="rId161" Type="http://schemas.openxmlformats.org/officeDocument/2006/relationships/customXml" Target="../ink/ink1066.xml"/><Relationship Id="rId217" Type="http://schemas.openxmlformats.org/officeDocument/2006/relationships/image" Target="../media/image5256.png"/><Relationship Id="rId259" Type="http://schemas.openxmlformats.org/officeDocument/2006/relationships/customXml" Target="../ink/ink1117.xml"/><Relationship Id="rId23" Type="http://schemas.openxmlformats.org/officeDocument/2006/relationships/image" Target="../media/image5163.png"/><Relationship Id="rId119" Type="http://schemas.openxmlformats.org/officeDocument/2006/relationships/image" Target="../media/image5209.png"/><Relationship Id="rId270" Type="http://schemas.openxmlformats.org/officeDocument/2006/relationships/image" Target="../media/image5280.png"/><Relationship Id="rId326" Type="http://schemas.openxmlformats.org/officeDocument/2006/relationships/image" Target="../media/image5306.png"/><Relationship Id="rId65" Type="http://schemas.openxmlformats.org/officeDocument/2006/relationships/image" Target="../media/image5183.png"/><Relationship Id="rId130" Type="http://schemas.openxmlformats.org/officeDocument/2006/relationships/image" Target="../media/image5214.png"/><Relationship Id="rId172" Type="http://schemas.openxmlformats.org/officeDocument/2006/relationships/customXml" Target="../ink/ink1072.xml"/><Relationship Id="rId228" Type="http://schemas.openxmlformats.org/officeDocument/2006/relationships/image" Target="../media/image5261.png"/><Relationship Id="rId281" Type="http://schemas.openxmlformats.org/officeDocument/2006/relationships/customXml" Target="../ink/ink1129.xml"/><Relationship Id="rId34" Type="http://schemas.openxmlformats.org/officeDocument/2006/relationships/customXml" Target="../ink/ink1001.xml"/><Relationship Id="rId76" Type="http://schemas.openxmlformats.org/officeDocument/2006/relationships/customXml" Target="../ink/ink1022.xml"/><Relationship Id="rId141" Type="http://schemas.openxmlformats.org/officeDocument/2006/relationships/image" Target="../media/image5219.png"/><Relationship Id="rId7" Type="http://schemas.openxmlformats.org/officeDocument/2006/relationships/image" Target="../media/image5155.png"/><Relationship Id="rId183" Type="http://schemas.openxmlformats.org/officeDocument/2006/relationships/image" Target="../media/image5239.png"/><Relationship Id="rId239" Type="http://schemas.openxmlformats.org/officeDocument/2006/relationships/image" Target="../media/image5266.png"/><Relationship Id="rId250" Type="http://schemas.openxmlformats.org/officeDocument/2006/relationships/image" Target="../media/image5271.png"/><Relationship Id="rId292" Type="http://schemas.openxmlformats.org/officeDocument/2006/relationships/image" Target="../media/image5290.png"/><Relationship Id="rId306" Type="http://schemas.openxmlformats.org/officeDocument/2006/relationships/image" Target="../media/image5297.png"/><Relationship Id="rId24" Type="http://schemas.openxmlformats.org/officeDocument/2006/relationships/customXml" Target="../ink/ink996.xml"/><Relationship Id="rId45" Type="http://schemas.openxmlformats.org/officeDocument/2006/relationships/image" Target="../media/image5173.png"/><Relationship Id="rId66" Type="http://schemas.openxmlformats.org/officeDocument/2006/relationships/customXml" Target="../ink/ink1017.xml"/><Relationship Id="rId87" Type="http://schemas.openxmlformats.org/officeDocument/2006/relationships/image" Target="../media/image5194.png"/><Relationship Id="rId110" Type="http://schemas.openxmlformats.org/officeDocument/2006/relationships/customXml" Target="../ink/ink1039.xml"/><Relationship Id="rId131" Type="http://schemas.openxmlformats.org/officeDocument/2006/relationships/customXml" Target="../ink/ink1050.xml"/><Relationship Id="rId327" Type="http://schemas.openxmlformats.org/officeDocument/2006/relationships/customXml" Target="../ink/ink1152.xml"/><Relationship Id="rId152" Type="http://schemas.openxmlformats.org/officeDocument/2006/relationships/image" Target="../media/image5224.png"/><Relationship Id="rId173" Type="http://schemas.openxmlformats.org/officeDocument/2006/relationships/image" Target="../media/image5234.png"/><Relationship Id="rId194" Type="http://schemas.openxmlformats.org/officeDocument/2006/relationships/customXml" Target="../ink/ink1083.xml"/><Relationship Id="rId208" Type="http://schemas.openxmlformats.org/officeDocument/2006/relationships/customXml" Target="../ink/ink1090.xml"/><Relationship Id="rId229" Type="http://schemas.openxmlformats.org/officeDocument/2006/relationships/customXml" Target="../ink/ink1101.xml"/><Relationship Id="rId240" Type="http://schemas.openxmlformats.org/officeDocument/2006/relationships/customXml" Target="../ink/ink1107.xml"/><Relationship Id="rId261" Type="http://schemas.openxmlformats.org/officeDocument/2006/relationships/customXml" Target="../ink/ink1118.xml"/><Relationship Id="rId14" Type="http://schemas.openxmlformats.org/officeDocument/2006/relationships/customXml" Target="../ink/ink991.xml"/><Relationship Id="rId35" Type="http://schemas.openxmlformats.org/officeDocument/2006/relationships/image" Target="../media/image3124.png"/><Relationship Id="rId56" Type="http://schemas.openxmlformats.org/officeDocument/2006/relationships/customXml" Target="../ink/ink1012.xml"/><Relationship Id="rId77" Type="http://schemas.openxmlformats.org/officeDocument/2006/relationships/image" Target="../media/image5189.png"/><Relationship Id="rId100" Type="http://schemas.openxmlformats.org/officeDocument/2006/relationships/customXml" Target="../ink/ink1034.xml"/><Relationship Id="rId282" Type="http://schemas.openxmlformats.org/officeDocument/2006/relationships/image" Target="../media/image5285.png"/><Relationship Id="rId317" Type="http://schemas.openxmlformats.org/officeDocument/2006/relationships/customXml" Target="../ink/ink1147.xml"/><Relationship Id="rId8" Type="http://schemas.openxmlformats.org/officeDocument/2006/relationships/customXml" Target="../ink/ink988.xml"/><Relationship Id="rId98" Type="http://schemas.openxmlformats.org/officeDocument/2006/relationships/customXml" Target="../ink/ink1033.xml"/><Relationship Id="rId121" Type="http://schemas.openxmlformats.org/officeDocument/2006/relationships/image" Target="../media/image5210.png"/><Relationship Id="rId142" Type="http://schemas.openxmlformats.org/officeDocument/2006/relationships/customXml" Target="../ink/ink1056.xml"/><Relationship Id="rId163" Type="http://schemas.openxmlformats.org/officeDocument/2006/relationships/customXml" Target="../ink/ink1067.xml"/><Relationship Id="rId184" Type="http://schemas.openxmlformats.org/officeDocument/2006/relationships/customXml" Target="../ink/ink1078.xml"/><Relationship Id="rId219" Type="http://schemas.openxmlformats.org/officeDocument/2006/relationships/customXml" Target="../ink/ink1096.xml"/><Relationship Id="rId230" Type="http://schemas.openxmlformats.org/officeDocument/2006/relationships/image" Target="../media/image5262.png"/><Relationship Id="rId251" Type="http://schemas.openxmlformats.org/officeDocument/2006/relationships/customXml" Target="../ink/ink1113.xml"/><Relationship Id="rId25" Type="http://schemas.openxmlformats.org/officeDocument/2006/relationships/image" Target="../media/image5164.png"/><Relationship Id="rId46" Type="http://schemas.openxmlformats.org/officeDocument/2006/relationships/customXml" Target="../ink/ink1007.xml"/><Relationship Id="rId67" Type="http://schemas.openxmlformats.org/officeDocument/2006/relationships/image" Target="../media/image5184.png"/><Relationship Id="rId272" Type="http://schemas.openxmlformats.org/officeDocument/2006/relationships/customXml" Target="../ink/ink1124.xml"/><Relationship Id="rId293" Type="http://schemas.openxmlformats.org/officeDocument/2006/relationships/customXml" Target="../ink/ink1135.xml"/><Relationship Id="rId307" Type="http://schemas.openxmlformats.org/officeDocument/2006/relationships/customXml" Target="../ink/ink1142.xml"/><Relationship Id="rId328" Type="http://schemas.openxmlformats.org/officeDocument/2006/relationships/image" Target="../media/image5307.png"/><Relationship Id="rId88" Type="http://schemas.openxmlformats.org/officeDocument/2006/relationships/customXml" Target="../ink/ink1028.xml"/><Relationship Id="rId111" Type="http://schemas.openxmlformats.org/officeDocument/2006/relationships/image" Target="../media/image5206.png"/><Relationship Id="rId132" Type="http://schemas.openxmlformats.org/officeDocument/2006/relationships/image" Target="../media/image5215.png"/><Relationship Id="rId153" Type="http://schemas.openxmlformats.org/officeDocument/2006/relationships/customXml" Target="../ink/ink1062.xml"/><Relationship Id="rId174" Type="http://schemas.openxmlformats.org/officeDocument/2006/relationships/customXml" Target="../ink/ink1073.xml"/><Relationship Id="rId195" Type="http://schemas.openxmlformats.org/officeDocument/2006/relationships/image" Target="../media/image5245.png"/><Relationship Id="rId209" Type="http://schemas.openxmlformats.org/officeDocument/2006/relationships/image" Target="../media/image5252.png"/><Relationship Id="rId220" Type="http://schemas.openxmlformats.org/officeDocument/2006/relationships/image" Target="../media/image5257.png"/><Relationship Id="rId241" Type="http://schemas.openxmlformats.org/officeDocument/2006/relationships/image" Target="../media/image5267.png"/><Relationship Id="rId15" Type="http://schemas.openxmlformats.org/officeDocument/2006/relationships/image" Target="../media/image5159.png"/><Relationship Id="rId36" Type="http://schemas.openxmlformats.org/officeDocument/2006/relationships/customXml" Target="../ink/ink1002.xml"/><Relationship Id="rId57" Type="http://schemas.openxmlformats.org/officeDocument/2006/relationships/image" Target="../media/image5179.png"/><Relationship Id="rId262" Type="http://schemas.openxmlformats.org/officeDocument/2006/relationships/image" Target="../media/image5276.png"/><Relationship Id="rId283" Type="http://schemas.openxmlformats.org/officeDocument/2006/relationships/customXml" Target="../ink/ink1130.xml"/><Relationship Id="rId318" Type="http://schemas.openxmlformats.org/officeDocument/2006/relationships/image" Target="../media/image5302.png"/><Relationship Id="rId78" Type="http://schemas.openxmlformats.org/officeDocument/2006/relationships/customXml" Target="../ink/ink1023.xml"/><Relationship Id="rId99" Type="http://schemas.openxmlformats.org/officeDocument/2006/relationships/image" Target="../media/image5200.png"/><Relationship Id="rId101" Type="http://schemas.openxmlformats.org/officeDocument/2006/relationships/image" Target="../media/image5201.png"/><Relationship Id="rId122" Type="http://schemas.openxmlformats.org/officeDocument/2006/relationships/customXml" Target="../ink/ink1045.xml"/><Relationship Id="rId143" Type="http://schemas.openxmlformats.org/officeDocument/2006/relationships/image" Target="../media/image5220.png"/><Relationship Id="rId164" Type="http://schemas.openxmlformats.org/officeDocument/2006/relationships/image" Target="../media/image5230.png"/><Relationship Id="rId185" Type="http://schemas.openxmlformats.org/officeDocument/2006/relationships/image" Target="../media/image5240.png"/><Relationship Id="rId9" Type="http://schemas.openxmlformats.org/officeDocument/2006/relationships/image" Target="../media/image5156.png"/><Relationship Id="rId210" Type="http://schemas.openxmlformats.org/officeDocument/2006/relationships/customXml" Target="../ink/ink1091.xml"/><Relationship Id="rId26" Type="http://schemas.openxmlformats.org/officeDocument/2006/relationships/customXml" Target="../ink/ink997.xml"/><Relationship Id="rId231" Type="http://schemas.openxmlformats.org/officeDocument/2006/relationships/customXml" Target="../ink/ink1102.xml"/><Relationship Id="rId252" Type="http://schemas.openxmlformats.org/officeDocument/2006/relationships/image" Target="../media/image5272.png"/><Relationship Id="rId273" Type="http://schemas.openxmlformats.org/officeDocument/2006/relationships/image" Target="../media/image5281.png"/><Relationship Id="rId294" Type="http://schemas.openxmlformats.org/officeDocument/2006/relationships/image" Target="../media/image5291.png"/><Relationship Id="rId308" Type="http://schemas.openxmlformats.org/officeDocument/2006/relationships/image" Target="../media/image4500.png"/><Relationship Id="rId329" Type="http://schemas.openxmlformats.org/officeDocument/2006/relationships/customXml" Target="../ink/ink1153.xml"/><Relationship Id="rId47" Type="http://schemas.openxmlformats.org/officeDocument/2006/relationships/image" Target="../media/image5174.png"/><Relationship Id="rId68" Type="http://schemas.openxmlformats.org/officeDocument/2006/relationships/customXml" Target="../ink/ink1018.xml"/><Relationship Id="rId89" Type="http://schemas.openxmlformats.org/officeDocument/2006/relationships/image" Target="../media/image5195.png"/><Relationship Id="rId112" Type="http://schemas.openxmlformats.org/officeDocument/2006/relationships/customXml" Target="../ink/ink1040.xml"/><Relationship Id="rId133" Type="http://schemas.openxmlformats.org/officeDocument/2006/relationships/customXml" Target="../ink/ink1051.xml"/><Relationship Id="rId154" Type="http://schemas.openxmlformats.org/officeDocument/2006/relationships/image" Target="../media/image5225.png"/><Relationship Id="rId175" Type="http://schemas.openxmlformats.org/officeDocument/2006/relationships/image" Target="../media/image5235.png"/><Relationship Id="rId196" Type="http://schemas.openxmlformats.org/officeDocument/2006/relationships/customXml" Target="../ink/ink1084.xml"/><Relationship Id="rId200" Type="http://schemas.openxmlformats.org/officeDocument/2006/relationships/customXml" Target="../ink/ink1086.xml"/><Relationship Id="rId16" Type="http://schemas.openxmlformats.org/officeDocument/2006/relationships/customXml" Target="../ink/ink992.xml"/><Relationship Id="rId221" Type="http://schemas.openxmlformats.org/officeDocument/2006/relationships/customXml" Target="../ink/ink1097.xml"/><Relationship Id="rId242" Type="http://schemas.openxmlformats.org/officeDocument/2006/relationships/customXml" Target="../ink/ink1108.xml"/><Relationship Id="rId263" Type="http://schemas.openxmlformats.org/officeDocument/2006/relationships/customXml" Target="../ink/ink1119.xml"/><Relationship Id="rId284" Type="http://schemas.openxmlformats.org/officeDocument/2006/relationships/image" Target="../media/image5286.png"/><Relationship Id="rId319" Type="http://schemas.openxmlformats.org/officeDocument/2006/relationships/customXml" Target="../ink/ink1148.xml"/><Relationship Id="rId37" Type="http://schemas.openxmlformats.org/officeDocument/2006/relationships/image" Target="../media/image5169.png"/><Relationship Id="rId58" Type="http://schemas.openxmlformats.org/officeDocument/2006/relationships/customXml" Target="../ink/ink1013.xml"/><Relationship Id="rId79" Type="http://schemas.openxmlformats.org/officeDocument/2006/relationships/image" Target="../media/image5190.png"/><Relationship Id="rId102" Type="http://schemas.openxmlformats.org/officeDocument/2006/relationships/customXml" Target="../ink/ink1035.xml"/><Relationship Id="rId123" Type="http://schemas.openxmlformats.org/officeDocument/2006/relationships/customXml" Target="../ink/ink1046.xml"/><Relationship Id="rId144" Type="http://schemas.openxmlformats.org/officeDocument/2006/relationships/customXml" Target="../ink/ink1057.xml"/><Relationship Id="rId330" Type="http://schemas.openxmlformats.org/officeDocument/2006/relationships/image" Target="../media/image5308.png"/><Relationship Id="rId90" Type="http://schemas.openxmlformats.org/officeDocument/2006/relationships/customXml" Target="../ink/ink1029.xml"/><Relationship Id="rId165" Type="http://schemas.openxmlformats.org/officeDocument/2006/relationships/customXml" Target="../ink/ink1068.xml"/><Relationship Id="rId186" Type="http://schemas.openxmlformats.org/officeDocument/2006/relationships/customXml" Target="../ink/ink1079.xml"/><Relationship Id="rId211" Type="http://schemas.openxmlformats.org/officeDocument/2006/relationships/image" Target="../media/image5253.png"/><Relationship Id="rId232" Type="http://schemas.openxmlformats.org/officeDocument/2006/relationships/customXml" Target="../ink/ink1103.xml"/><Relationship Id="rId253" Type="http://schemas.openxmlformats.org/officeDocument/2006/relationships/customXml" Target="../ink/ink1114.xml"/><Relationship Id="rId274" Type="http://schemas.openxmlformats.org/officeDocument/2006/relationships/customXml" Target="../ink/ink1125.xml"/><Relationship Id="rId295" Type="http://schemas.openxmlformats.org/officeDocument/2006/relationships/customXml" Target="../ink/ink1136.xml"/><Relationship Id="rId309" Type="http://schemas.openxmlformats.org/officeDocument/2006/relationships/customXml" Target="../ink/ink1143.xml"/><Relationship Id="rId27" Type="http://schemas.openxmlformats.org/officeDocument/2006/relationships/image" Target="../media/image5165.png"/><Relationship Id="rId48" Type="http://schemas.openxmlformats.org/officeDocument/2006/relationships/customXml" Target="../ink/ink1008.xml"/><Relationship Id="rId69" Type="http://schemas.openxmlformats.org/officeDocument/2006/relationships/image" Target="../media/image5185.png"/><Relationship Id="rId113" Type="http://schemas.openxmlformats.org/officeDocument/2006/relationships/image" Target="../media/image5207.png"/><Relationship Id="rId134" Type="http://schemas.openxmlformats.org/officeDocument/2006/relationships/image" Target="../media/image5216.png"/><Relationship Id="rId320" Type="http://schemas.openxmlformats.org/officeDocument/2006/relationships/image" Target="../media/image5303.png"/><Relationship Id="rId80" Type="http://schemas.openxmlformats.org/officeDocument/2006/relationships/customXml" Target="../ink/ink1024.xml"/><Relationship Id="rId155" Type="http://schemas.openxmlformats.org/officeDocument/2006/relationships/customXml" Target="../ink/ink1063.xml"/><Relationship Id="rId176" Type="http://schemas.openxmlformats.org/officeDocument/2006/relationships/customXml" Target="../ink/ink1074.xml"/><Relationship Id="rId197" Type="http://schemas.openxmlformats.org/officeDocument/2006/relationships/image" Target="../media/image5246.png"/><Relationship Id="rId201" Type="http://schemas.openxmlformats.org/officeDocument/2006/relationships/image" Target="../media/image5248.png"/><Relationship Id="rId222" Type="http://schemas.openxmlformats.org/officeDocument/2006/relationships/image" Target="../media/image5258.png"/><Relationship Id="rId243" Type="http://schemas.openxmlformats.org/officeDocument/2006/relationships/image" Target="../media/image5268.png"/><Relationship Id="rId264" Type="http://schemas.openxmlformats.org/officeDocument/2006/relationships/image" Target="../media/image5277.png"/><Relationship Id="rId285" Type="http://schemas.openxmlformats.org/officeDocument/2006/relationships/customXml" Target="../ink/ink1131.xml"/><Relationship Id="rId17" Type="http://schemas.openxmlformats.org/officeDocument/2006/relationships/image" Target="../media/image5160.png"/><Relationship Id="rId38" Type="http://schemas.openxmlformats.org/officeDocument/2006/relationships/customXml" Target="../ink/ink1003.xml"/><Relationship Id="rId59" Type="http://schemas.openxmlformats.org/officeDocument/2006/relationships/image" Target="../media/image5180.png"/><Relationship Id="rId103" Type="http://schemas.openxmlformats.org/officeDocument/2006/relationships/image" Target="../media/image5202.png"/><Relationship Id="rId124" Type="http://schemas.openxmlformats.org/officeDocument/2006/relationships/image" Target="../media/image5211.png"/><Relationship Id="rId310" Type="http://schemas.openxmlformats.org/officeDocument/2006/relationships/image" Target="../media/image5298.png"/><Relationship Id="rId70" Type="http://schemas.openxmlformats.org/officeDocument/2006/relationships/customXml" Target="../ink/ink1019.xml"/><Relationship Id="rId91" Type="http://schemas.openxmlformats.org/officeDocument/2006/relationships/image" Target="../media/image5196.png"/><Relationship Id="rId145" Type="http://schemas.openxmlformats.org/officeDocument/2006/relationships/image" Target="../media/image5221.png"/><Relationship Id="rId166" Type="http://schemas.openxmlformats.org/officeDocument/2006/relationships/image" Target="../media/image5231.png"/><Relationship Id="rId187" Type="http://schemas.openxmlformats.org/officeDocument/2006/relationships/image" Target="../media/image5241.png"/><Relationship Id="rId331" Type="http://schemas.openxmlformats.org/officeDocument/2006/relationships/customXml" Target="../ink/ink1154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92.xml"/><Relationship Id="rId233" Type="http://schemas.openxmlformats.org/officeDocument/2006/relationships/image" Target="../media/image5263.png"/><Relationship Id="rId254" Type="http://schemas.openxmlformats.org/officeDocument/2006/relationships/image" Target="../media/image5273.png"/><Relationship Id="rId28" Type="http://schemas.openxmlformats.org/officeDocument/2006/relationships/customXml" Target="../ink/ink998.xml"/><Relationship Id="rId49" Type="http://schemas.openxmlformats.org/officeDocument/2006/relationships/image" Target="../media/image5175.png"/><Relationship Id="rId114" Type="http://schemas.openxmlformats.org/officeDocument/2006/relationships/customXml" Target="../ink/ink1041.xml"/><Relationship Id="rId275" Type="http://schemas.openxmlformats.org/officeDocument/2006/relationships/image" Target="../media/image5282.png"/><Relationship Id="rId296" Type="http://schemas.openxmlformats.org/officeDocument/2006/relationships/image" Target="../media/image5292.png"/><Relationship Id="rId300" Type="http://schemas.openxmlformats.org/officeDocument/2006/relationships/image" Target="../media/image5294.png"/><Relationship Id="rId60" Type="http://schemas.openxmlformats.org/officeDocument/2006/relationships/customXml" Target="../ink/ink1014.xml"/><Relationship Id="rId81" Type="http://schemas.openxmlformats.org/officeDocument/2006/relationships/image" Target="../media/image5191.png"/><Relationship Id="rId135" Type="http://schemas.openxmlformats.org/officeDocument/2006/relationships/customXml" Target="../ink/ink1052.xml"/><Relationship Id="rId156" Type="http://schemas.openxmlformats.org/officeDocument/2006/relationships/image" Target="../media/image5226.png"/><Relationship Id="rId177" Type="http://schemas.openxmlformats.org/officeDocument/2006/relationships/image" Target="../media/image5236.png"/><Relationship Id="rId198" Type="http://schemas.openxmlformats.org/officeDocument/2006/relationships/customXml" Target="../ink/ink1085.xml"/><Relationship Id="rId321" Type="http://schemas.openxmlformats.org/officeDocument/2006/relationships/customXml" Target="../ink/ink1149.xml"/><Relationship Id="rId202" Type="http://schemas.openxmlformats.org/officeDocument/2006/relationships/customXml" Target="../ink/ink1087.xml"/><Relationship Id="rId223" Type="http://schemas.openxmlformats.org/officeDocument/2006/relationships/customXml" Target="../ink/ink1098.xml"/><Relationship Id="rId244" Type="http://schemas.openxmlformats.org/officeDocument/2006/relationships/customXml" Target="../ink/ink1109.xml"/><Relationship Id="rId18" Type="http://schemas.openxmlformats.org/officeDocument/2006/relationships/customXml" Target="../ink/ink993.xml"/><Relationship Id="rId39" Type="http://schemas.openxmlformats.org/officeDocument/2006/relationships/image" Target="../media/image5170.png"/><Relationship Id="rId265" Type="http://schemas.openxmlformats.org/officeDocument/2006/relationships/customXml" Target="../ink/ink1120.xml"/><Relationship Id="rId286" Type="http://schemas.openxmlformats.org/officeDocument/2006/relationships/image" Target="../media/image5287.png"/><Relationship Id="rId50" Type="http://schemas.openxmlformats.org/officeDocument/2006/relationships/customXml" Target="../ink/ink1009.xml"/><Relationship Id="rId104" Type="http://schemas.openxmlformats.org/officeDocument/2006/relationships/customXml" Target="../ink/ink1036.xml"/><Relationship Id="rId125" Type="http://schemas.openxmlformats.org/officeDocument/2006/relationships/customXml" Target="../ink/ink1047.xml"/><Relationship Id="rId146" Type="http://schemas.openxmlformats.org/officeDocument/2006/relationships/customXml" Target="../ink/ink1058.xml"/><Relationship Id="rId167" Type="http://schemas.openxmlformats.org/officeDocument/2006/relationships/customXml" Target="../ink/ink1069.xml"/><Relationship Id="rId188" Type="http://schemas.openxmlformats.org/officeDocument/2006/relationships/customXml" Target="../ink/ink1080.xml"/><Relationship Id="rId311" Type="http://schemas.openxmlformats.org/officeDocument/2006/relationships/customXml" Target="../ink/ink1144.xml"/><Relationship Id="rId332" Type="http://schemas.openxmlformats.org/officeDocument/2006/relationships/image" Target="../media/image5309.png"/><Relationship Id="rId71" Type="http://schemas.openxmlformats.org/officeDocument/2006/relationships/image" Target="../media/image5186.png"/><Relationship Id="rId92" Type="http://schemas.openxmlformats.org/officeDocument/2006/relationships/customXml" Target="../ink/ink1030.xml"/><Relationship Id="rId213" Type="http://schemas.openxmlformats.org/officeDocument/2006/relationships/image" Target="../media/image5254.png"/><Relationship Id="rId234" Type="http://schemas.openxmlformats.org/officeDocument/2006/relationships/customXml" Target="../ink/ink1104.xml"/><Relationship Id="rId2" Type="http://schemas.openxmlformats.org/officeDocument/2006/relationships/customXml" Target="../ink/ink985.xml"/><Relationship Id="rId29" Type="http://schemas.openxmlformats.org/officeDocument/2006/relationships/image" Target="../media/image5166.png"/><Relationship Id="rId255" Type="http://schemas.openxmlformats.org/officeDocument/2006/relationships/customXml" Target="../ink/ink1115.xml"/><Relationship Id="rId276" Type="http://schemas.openxmlformats.org/officeDocument/2006/relationships/customXml" Target="../ink/ink1126.xml"/><Relationship Id="rId297" Type="http://schemas.openxmlformats.org/officeDocument/2006/relationships/customXml" Target="../ink/ink1137.xml"/><Relationship Id="rId40" Type="http://schemas.openxmlformats.org/officeDocument/2006/relationships/customXml" Target="../ink/ink1004.xml"/><Relationship Id="rId115" Type="http://schemas.openxmlformats.org/officeDocument/2006/relationships/image" Target="../media/image5208.png"/><Relationship Id="rId136" Type="http://schemas.openxmlformats.org/officeDocument/2006/relationships/customXml" Target="../ink/ink1053.xml"/><Relationship Id="rId157" Type="http://schemas.openxmlformats.org/officeDocument/2006/relationships/customXml" Target="../ink/ink1064.xml"/><Relationship Id="rId178" Type="http://schemas.openxmlformats.org/officeDocument/2006/relationships/customXml" Target="../ink/ink1075.xml"/><Relationship Id="rId301" Type="http://schemas.openxmlformats.org/officeDocument/2006/relationships/customXml" Target="../ink/ink1139.xml"/><Relationship Id="rId322" Type="http://schemas.openxmlformats.org/officeDocument/2006/relationships/image" Target="../media/image5304.png"/><Relationship Id="rId61" Type="http://schemas.openxmlformats.org/officeDocument/2006/relationships/image" Target="../media/image5181.png"/><Relationship Id="rId82" Type="http://schemas.openxmlformats.org/officeDocument/2006/relationships/customXml" Target="../ink/ink1025.xml"/><Relationship Id="rId199" Type="http://schemas.openxmlformats.org/officeDocument/2006/relationships/image" Target="../media/image5247.png"/><Relationship Id="rId203" Type="http://schemas.openxmlformats.org/officeDocument/2006/relationships/image" Target="../media/image5249.png"/><Relationship Id="rId19" Type="http://schemas.openxmlformats.org/officeDocument/2006/relationships/image" Target="../media/image5161.png"/><Relationship Id="rId224" Type="http://schemas.openxmlformats.org/officeDocument/2006/relationships/image" Target="../media/image5259.png"/><Relationship Id="rId245" Type="http://schemas.openxmlformats.org/officeDocument/2006/relationships/image" Target="../media/image5269.png"/><Relationship Id="rId266" Type="http://schemas.openxmlformats.org/officeDocument/2006/relationships/image" Target="../media/image5278.png"/><Relationship Id="rId287" Type="http://schemas.openxmlformats.org/officeDocument/2006/relationships/customXml" Target="../ink/ink1132.xml"/><Relationship Id="rId30" Type="http://schemas.openxmlformats.org/officeDocument/2006/relationships/customXml" Target="../ink/ink999.xml"/><Relationship Id="rId105" Type="http://schemas.openxmlformats.org/officeDocument/2006/relationships/image" Target="../media/image5203.png"/><Relationship Id="rId126" Type="http://schemas.openxmlformats.org/officeDocument/2006/relationships/image" Target="../media/image5212.png"/><Relationship Id="rId147" Type="http://schemas.openxmlformats.org/officeDocument/2006/relationships/image" Target="../media/image5222.png"/><Relationship Id="rId168" Type="http://schemas.openxmlformats.org/officeDocument/2006/relationships/customXml" Target="../ink/ink1070.xml"/><Relationship Id="rId312" Type="http://schemas.openxmlformats.org/officeDocument/2006/relationships/image" Target="../media/image5299.png"/><Relationship Id="rId333" Type="http://schemas.openxmlformats.org/officeDocument/2006/relationships/customXml" Target="../ink/ink1155.xml"/><Relationship Id="rId51" Type="http://schemas.openxmlformats.org/officeDocument/2006/relationships/image" Target="../media/image5176.png"/><Relationship Id="rId72" Type="http://schemas.openxmlformats.org/officeDocument/2006/relationships/customXml" Target="../ink/ink1020.xml"/><Relationship Id="rId93" Type="http://schemas.openxmlformats.org/officeDocument/2006/relationships/image" Target="../media/image5197.png"/><Relationship Id="rId189" Type="http://schemas.openxmlformats.org/officeDocument/2006/relationships/image" Target="../media/image5242.png"/><Relationship Id="rId3" Type="http://schemas.openxmlformats.org/officeDocument/2006/relationships/image" Target="../media/image5153.png"/><Relationship Id="rId214" Type="http://schemas.openxmlformats.org/officeDocument/2006/relationships/customXml" Target="../ink/ink1093.xml"/><Relationship Id="rId235" Type="http://schemas.openxmlformats.org/officeDocument/2006/relationships/image" Target="../media/image5264.png"/><Relationship Id="rId256" Type="http://schemas.openxmlformats.org/officeDocument/2006/relationships/image" Target="../media/image5274.png"/><Relationship Id="rId277" Type="http://schemas.openxmlformats.org/officeDocument/2006/relationships/image" Target="../media/image5283.png"/><Relationship Id="rId298" Type="http://schemas.openxmlformats.org/officeDocument/2006/relationships/image" Target="../media/image5293.png"/><Relationship Id="rId116" Type="http://schemas.openxmlformats.org/officeDocument/2006/relationships/customXml" Target="../ink/ink1042.xml"/><Relationship Id="rId137" Type="http://schemas.openxmlformats.org/officeDocument/2006/relationships/image" Target="../media/image5217.png"/><Relationship Id="rId158" Type="http://schemas.openxmlformats.org/officeDocument/2006/relationships/image" Target="../media/image5227.png"/><Relationship Id="rId302" Type="http://schemas.openxmlformats.org/officeDocument/2006/relationships/image" Target="../media/image5295.png"/><Relationship Id="rId323" Type="http://schemas.openxmlformats.org/officeDocument/2006/relationships/customXml" Target="../ink/ink1150.xml"/><Relationship Id="rId20" Type="http://schemas.openxmlformats.org/officeDocument/2006/relationships/customXml" Target="../ink/ink994.xml"/><Relationship Id="rId41" Type="http://schemas.openxmlformats.org/officeDocument/2006/relationships/image" Target="../media/image5171.png"/><Relationship Id="rId62" Type="http://schemas.openxmlformats.org/officeDocument/2006/relationships/customXml" Target="../ink/ink1015.xml"/><Relationship Id="rId83" Type="http://schemas.openxmlformats.org/officeDocument/2006/relationships/image" Target="../media/image5192.png"/><Relationship Id="rId179" Type="http://schemas.openxmlformats.org/officeDocument/2006/relationships/image" Target="../media/image5237.png"/><Relationship Id="rId190" Type="http://schemas.openxmlformats.org/officeDocument/2006/relationships/customXml" Target="../ink/ink1081.xml"/><Relationship Id="rId204" Type="http://schemas.openxmlformats.org/officeDocument/2006/relationships/customXml" Target="../ink/ink1088.xml"/><Relationship Id="rId225" Type="http://schemas.openxmlformats.org/officeDocument/2006/relationships/customXml" Target="../ink/ink1099.xml"/><Relationship Id="rId246" Type="http://schemas.openxmlformats.org/officeDocument/2006/relationships/customXml" Target="../ink/ink1110.xml"/><Relationship Id="rId267" Type="http://schemas.openxmlformats.org/officeDocument/2006/relationships/customXml" Target="../ink/ink1121.xml"/><Relationship Id="rId288" Type="http://schemas.openxmlformats.org/officeDocument/2006/relationships/image" Target="../media/image5288.png"/><Relationship Id="rId106" Type="http://schemas.openxmlformats.org/officeDocument/2006/relationships/customXml" Target="../ink/ink1037.xml"/><Relationship Id="rId127" Type="http://schemas.openxmlformats.org/officeDocument/2006/relationships/customXml" Target="../ink/ink1048.xml"/><Relationship Id="rId313" Type="http://schemas.openxmlformats.org/officeDocument/2006/relationships/customXml" Target="../ink/ink1145.xml"/><Relationship Id="rId10" Type="http://schemas.openxmlformats.org/officeDocument/2006/relationships/customXml" Target="../ink/ink989.xml"/><Relationship Id="rId31" Type="http://schemas.openxmlformats.org/officeDocument/2006/relationships/image" Target="../media/image5167.png"/><Relationship Id="rId52" Type="http://schemas.openxmlformats.org/officeDocument/2006/relationships/customXml" Target="../ink/ink1010.xml"/><Relationship Id="rId73" Type="http://schemas.openxmlformats.org/officeDocument/2006/relationships/image" Target="../media/image5187.png"/><Relationship Id="rId94" Type="http://schemas.openxmlformats.org/officeDocument/2006/relationships/customXml" Target="../ink/ink1031.xml"/><Relationship Id="rId148" Type="http://schemas.openxmlformats.org/officeDocument/2006/relationships/customXml" Target="../ink/ink1059.xml"/><Relationship Id="rId169" Type="http://schemas.openxmlformats.org/officeDocument/2006/relationships/image" Target="../media/image5232.png"/><Relationship Id="rId334" Type="http://schemas.openxmlformats.org/officeDocument/2006/relationships/image" Target="../media/image5310.png"/><Relationship Id="rId4" Type="http://schemas.openxmlformats.org/officeDocument/2006/relationships/customXml" Target="../ink/ink986.xml"/><Relationship Id="rId180" Type="http://schemas.openxmlformats.org/officeDocument/2006/relationships/customXml" Target="../ink/ink1076.xml"/><Relationship Id="rId215" Type="http://schemas.openxmlformats.org/officeDocument/2006/relationships/image" Target="../media/image5255.png"/><Relationship Id="rId236" Type="http://schemas.openxmlformats.org/officeDocument/2006/relationships/customXml" Target="../ink/ink1105.xml"/><Relationship Id="rId257" Type="http://schemas.openxmlformats.org/officeDocument/2006/relationships/customXml" Target="../ink/ink1116.xml"/><Relationship Id="rId278" Type="http://schemas.openxmlformats.org/officeDocument/2006/relationships/customXml" Target="../ink/ink1127.xml"/><Relationship Id="rId303" Type="http://schemas.openxmlformats.org/officeDocument/2006/relationships/customXml" Target="../ink/ink1140.xml"/><Relationship Id="rId42" Type="http://schemas.openxmlformats.org/officeDocument/2006/relationships/customXml" Target="../ink/ink1005.xml"/><Relationship Id="rId84" Type="http://schemas.openxmlformats.org/officeDocument/2006/relationships/customXml" Target="../ink/ink1026.xml"/><Relationship Id="rId138" Type="http://schemas.openxmlformats.org/officeDocument/2006/relationships/customXml" Target="../ink/ink1054.xml"/><Relationship Id="rId191" Type="http://schemas.openxmlformats.org/officeDocument/2006/relationships/image" Target="../media/image5243.png"/><Relationship Id="rId205" Type="http://schemas.openxmlformats.org/officeDocument/2006/relationships/image" Target="../media/image5250.png"/><Relationship Id="rId247" Type="http://schemas.openxmlformats.org/officeDocument/2006/relationships/image" Target="../media/image5270.png"/><Relationship Id="rId107" Type="http://schemas.openxmlformats.org/officeDocument/2006/relationships/image" Target="../media/image5204.png"/><Relationship Id="rId289" Type="http://schemas.openxmlformats.org/officeDocument/2006/relationships/customXml" Target="../ink/ink1133.xml"/><Relationship Id="rId11" Type="http://schemas.openxmlformats.org/officeDocument/2006/relationships/image" Target="../media/image5157.png"/><Relationship Id="rId53" Type="http://schemas.openxmlformats.org/officeDocument/2006/relationships/image" Target="../media/image5177.png"/><Relationship Id="rId149" Type="http://schemas.openxmlformats.org/officeDocument/2006/relationships/image" Target="../media/image5223.png"/><Relationship Id="rId314" Type="http://schemas.openxmlformats.org/officeDocument/2006/relationships/image" Target="../media/image5300.png"/><Relationship Id="rId95" Type="http://schemas.openxmlformats.org/officeDocument/2006/relationships/image" Target="../media/image5198.png"/><Relationship Id="rId160" Type="http://schemas.openxmlformats.org/officeDocument/2006/relationships/image" Target="../media/image5228.png"/><Relationship Id="rId216" Type="http://schemas.openxmlformats.org/officeDocument/2006/relationships/customXml" Target="../ink/ink1094.xml"/><Relationship Id="rId258" Type="http://schemas.openxmlformats.org/officeDocument/2006/relationships/image" Target="../media/image5275.png"/><Relationship Id="rId22" Type="http://schemas.openxmlformats.org/officeDocument/2006/relationships/customXml" Target="../ink/ink995.xml"/><Relationship Id="rId64" Type="http://schemas.openxmlformats.org/officeDocument/2006/relationships/customXml" Target="../ink/ink1016.xml"/><Relationship Id="rId118" Type="http://schemas.openxmlformats.org/officeDocument/2006/relationships/customXml" Target="../ink/ink1043.xml"/><Relationship Id="rId325" Type="http://schemas.openxmlformats.org/officeDocument/2006/relationships/customXml" Target="../ink/ink1151.xml"/><Relationship Id="rId171" Type="http://schemas.openxmlformats.org/officeDocument/2006/relationships/image" Target="../media/image5233.png"/><Relationship Id="rId227" Type="http://schemas.openxmlformats.org/officeDocument/2006/relationships/customXml" Target="../ink/ink1100.xml"/><Relationship Id="rId269" Type="http://schemas.openxmlformats.org/officeDocument/2006/relationships/customXml" Target="../ink/ink1122.xml"/><Relationship Id="rId33" Type="http://schemas.openxmlformats.org/officeDocument/2006/relationships/image" Target="../media/image5168.png"/><Relationship Id="rId129" Type="http://schemas.openxmlformats.org/officeDocument/2006/relationships/customXml" Target="../ink/ink1049.xml"/><Relationship Id="rId280" Type="http://schemas.openxmlformats.org/officeDocument/2006/relationships/image" Target="../media/image5284.png"/><Relationship Id="rId75" Type="http://schemas.openxmlformats.org/officeDocument/2006/relationships/image" Target="../media/image5188.png"/><Relationship Id="rId140" Type="http://schemas.openxmlformats.org/officeDocument/2006/relationships/customXml" Target="../ink/ink1055.xml"/><Relationship Id="rId182" Type="http://schemas.openxmlformats.org/officeDocument/2006/relationships/customXml" Target="../ink/ink1077.xml"/><Relationship Id="rId6" Type="http://schemas.openxmlformats.org/officeDocument/2006/relationships/customXml" Target="../ink/ink987.xml"/><Relationship Id="rId238" Type="http://schemas.openxmlformats.org/officeDocument/2006/relationships/customXml" Target="../ink/ink1106.xml"/><Relationship Id="rId291" Type="http://schemas.openxmlformats.org/officeDocument/2006/relationships/customXml" Target="../ink/ink1134.xml"/><Relationship Id="rId305" Type="http://schemas.openxmlformats.org/officeDocument/2006/relationships/customXml" Target="../ink/ink1141.xml"/><Relationship Id="rId44" Type="http://schemas.openxmlformats.org/officeDocument/2006/relationships/customXml" Target="../ink/ink1006.xml"/><Relationship Id="rId86" Type="http://schemas.openxmlformats.org/officeDocument/2006/relationships/customXml" Target="../ink/ink1027.xml"/><Relationship Id="rId151" Type="http://schemas.openxmlformats.org/officeDocument/2006/relationships/customXml" Target="../ink/ink1061.xml"/><Relationship Id="rId193" Type="http://schemas.openxmlformats.org/officeDocument/2006/relationships/image" Target="../media/image5244.png"/><Relationship Id="rId207" Type="http://schemas.openxmlformats.org/officeDocument/2006/relationships/image" Target="../media/image5251.png"/><Relationship Id="rId249" Type="http://schemas.openxmlformats.org/officeDocument/2006/relationships/customXml" Target="../ink/ink1112.xml"/><Relationship Id="rId13" Type="http://schemas.openxmlformats.org/officeDocument/2006/relationships/image" Target="../media/image5158.png"/><Relationship Id="rId109" Type="http://schemas.openxmlformats.org/officeDocument/2006/relationships/image" Target="../media/image5205.png"/><Relationship Id="rId260" Type="http://schemas.openxmlformats.org/officeDocument/2006/relationships/image" Target="../media/image3887.png"/><Relationship Id="rId316" Type="http://schemas.openxmlformats.org/officeDocument/2006/relationships/image" Target="../media/image5301.png"/><Relationship Id="rId55" Type="http://schemas.openxmlformats.org/officeDocument/2006/relationships/image" Target="../media/image5178.png"/><Relationship Id="rId97" Type="http://schemas.openxmlformats.org/officeDocument/2006/relationships/image" Target="../media/image5199.png"/><Relationship Id="rId120" Type="http://schemas.openxmlformats.org/officeDocument/2006/relationships/customXml" Target="../ink/ink1044.xml"/><Relationship Id="rId162" Type="http://schemas.openxmlformats.org/officeDocument/2006/relationships/image" Target="../media/image5229.png"/><Relationship Id="rId218" Type="http://schemas.openxmlformats.org/officeDocument/2006/relationships/customXml" Target="../ink/ink1095.xml"/><Relationship Id="rId271" Type="http://schemas.openxmlformats.org/officeDocument/2006/relationships/customXml" Target="../ink/ink1123.xml"/></Relationships>
</file>

<file path=ppt/slides/_rels/slide6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16.xml"/><Relationship Id="rId21" Type="http://schemas.openxmlformats.org/officeDocument/2006/relationships/image" Target="../media/image5320.png"/><Relationship Id="rId42" Type="http://schemas.openxmlformats.org/officeDocument/2006/relationships/image" Target="../media/image5329.png"/><Relationship Id="rId63" Type="http://schemas.openxmlformats.org/officeDocument/2006/relationships/customXml" Target="../ink/ink1187.xml"/><Relationship Id="rId84" Type="http://schemas.openxmlformats.org/officeDocument/2006/relationships/image" Target="../media/image5350.png"/><Relationship Id="rId138" Type="http://schemas.openxmlformats.org/officeDocument/2006/relationships/image" Target="../media/image5375.png"/><Relationship Id="rId159" Type="http://schemas.openxmlformats.org/officeDocument/2006/relationships/customXml" Target="../ink/ink1237.xml"/><Relationship Id="rId170" Type="http://schemas.openxmlformats.org/officeDocument/2006/relationships/customXml" Target="../ink/ink1243.xml"/><Relationship Id="rId191" Type="http://schemas.openxmlformats.org/officeDocument/2006/relationships/customXml" Target="../ink/ink1254.xml"/><Relationship Id="rId107" Type="http://schemas.openxmlformats.org/officeDocument/2006/relationships/image" Target="../media/image5360.png"/><Relationship Id="rId11" Type="http://schemas.openxmlformats.org/officeDocument/2006/relationships/image" Target="../media/image5315.png"/><Relationship Id="rId32" Type="http://schemas.openxmlformats.org/officeDocument/2006/relationships/image" Target="../media/image5324.png"/><Relationship Id="rId53" Type="http://schemas.openxmlformats.org/officeDocument/2006/relationships/customXml" Target="../ink/ink1182.xml"/><Relationship Id="rId74" Type="http://schemas.openxmlformats.org/officeDocument/2006/relationships/image" Target="../media/image5345.png"/><Relationship Id="rId128" Type="http://schemas.openxmlformats.org/officeDocument/2006/relationships/image" Target="../media/image5370.png"/><Relationship Id="rId149" Type="http://schemas.openxmlformats.org/officeDocument/2006/relationships/customXml" Target="../ink/ink1232.xml"/><Relationship Id="rId5" Type="http://schemas.openxmlformats.org/officeDocument/2006/relationships/image" Target="../media/image5312.png"/><Relationship Id="rId95" Type="http://schemas.openxmlformats.org/officeDocument/2006/relationships/image" Target="../media/image5355.png"/><Relationship Id="rId160" Type="http://schemas.openxmlformats.org/officeDocument/2006/relationships/image" Target="../media/image5386.png"/><Relationship Id="rId181" Type="http://schemas.openxmlformats.org/officeDocument/2006/relationships/image" Target="../media/image5395.png"/><Relationship Id="rId22" Type="http://schemas.openxmlformats.org/officeDocument/2006/relationships/customXml" Target="../ink/ink1166.xml"/><Relationship Id="rId43" Type="http://schemas.openxmlformats.org/officeDocument/2006/relationships/customXml" Target="../ink/ink1177.xml"/><Relationship Id="rId64" Type="http://schemas.openxmlformats.org/officeDocument/2006/relationships/image" Target="../media/image5340.png"/><Relationship Id="rId118" Type="http://schemas.openxmlformats.org/officeDocument/2006/relationships/image" Target="../media/image5365.png"/><Relationship Id="rId139" Type="http://schemas.openxmlformats.org/officeDocument/2006/relationships/customXml" Target="../ink/ink1227.xml"/><Relationship Id="rId85" Type="http://schemas.openxmlformats.org/officeDocument/2006/relationships/customXml" Target="../ink/ink1198.xml"/><Relationship Id="rId150" Type="http://schemas.openxmlformats.org/officeDocument/2006/relationships/image" Target="../media/image5381.png"/><Relationship Id="rId171" Type="http://schemas.openxmlformats.org/officeDocument/2006/relationships/image" Target="../media/image5390.png"/><Relationship Id="rId192" Type="http://schemas.openxmlformats.org/officeDocument/2006/relationships/image" Target="../media/image5400.png"/><Relationship Id="rId12" Type="http://schemas.openxmlformats.org/officeDocument/2006/relationships/customXml" Target="../ink/ink1161.xml"/><Relationship Id="rId33" Type="http://schemas.openxmlformats.org/officeDocument/2006/relationships/customXml" Target="../ink/ink1172.xml"/><Relationship Id="rId108" Type="http://schemas.openxmlformats.org/officeDocument/2006/relationships/customXml" Target="../ink/ink1211.xml"/><Relationship Id="rId129" Type="http://schemas.openxmlformats.org/officeDocument/2006/relationships/customXml" Target="../ink/ink1222.xml"/><Relationship Id="rId54" Type="http://schemas.openxmlformats.org/officeDocument/2006/relationships/image" Target="../media/image5335.png"/><Relationship Id="rId75" Type="http://schemas.openxmlformats.org/officeDocument/2006/relationships/customXml" Target="../ink/ink1193.xml"/><Relationship Id="rId96" Type="http://schemas.openxmlformats.org/officeDocument/2006/relationships/customXml" Target="../ink/ink1204.xml"/><Relationship Id="rId140" Type="http://schemas.openxmlformats.org/officeDocument/2006/relationships/image" Target="../media/image5376.png"/><Relationship Id="rId161" Type="http://schemas.openxmlformats.org/officeDocument/2006/relationships/customXml" Target="../ink/ink1238.xml"/><Relationship Id="rId182" Type="http://schemas.openxmlformats.org/officeDocument/2006/relationships/customXml" Target="../ink/ink1249.xml"/><Relationship Id="rId6" Type="http://schemas.openxmlformats.org/officeDocument/2006/relationships/customXml" Target="../ink/ink1158.xml"/><Relationship Id="rId23" Type="http://schemas.openxmlformats.org/officeDocument/2006/relationships/image" Target="../media/image5321.png"/><Relationship Id="rId119" Type="http://schemas.openxmlformats.org/officeDocument/2006/relationships/customXml" Target="../ink/ink1217.xml"/><Relationship Id="rId44" Type="http://schemas.openxmlformats.org/officeDocument/2006/relationships/image" Target="../media/image5330.png"/><Relationship Id="rId65" Type="http://schemas.openxmlformats.org/officeDocument/2006/relationships/customXml" Target="../ink/ink1188.xml"/><Relationship Id="rId86" Type="http://schemas.openxmlformats.org/officeDocument/2006/relationships/image" Target="../media/image5351.png"/><Relationship Id="rId130" Type="http://schemas.openxmlformats.org/officeDocument/2006/relationships/image" Target="../media/image5371.png"/><Relationship Id="rId151" Type="http://schemas.openxmlformats.org/officeDocument/2006/relationships/customXml" Target="../ink/ink1233.xml"/><Relationship Id="rId172" Type="http://schemas.openxmlformats.org/officeDocument/2006/relationships/customXml" Target="../ink/ink1244.xml"/><Relationship Id="rId13" Type="http://schemas.openxmlformats.org/officeDocument/2006/relationships/image" Target="../media/image5316.png"/><Relationship Id="rId18" Type="http://schemas.openxmlformats.org/officeDocument/2006/relationships/customXml" Target="../ink/ink1164.xml"/><Relationship Id="rId39" Type="http://schemas.openxmlformats.org/officeDocument/2006/relationships/customXml" Target="../ink/ink1175.xml"/><Relationship Id="rId109" Type="http://schemas.openxmlformats.org/officeDocument/2006/relationships/image" Target="../media/image5361.png"/><Relationship Id="rId34" Type="http://schemas.openxmlformats.org/officeDocument/2006/relationships/image" Target="../media/image5325.png"/><Relationship Id="rId50" Type="http://schemas.openxmlformats.org/officeDocument/2006/relationships/image" Target="../media/image5333.png"/><Relationship Id="rId55" Type="http://schemas.openxmlformats.org/officeDocument/2006/relationships/customXml" Target="../ink/ink1183.xml"/><Relationship Id="rId76" Type="http://schemas.openxmlformats.org/officeDocument/2006/relationships/image" Target="../media/image5346.png"/><Relationship Id="rId97" Type="http://schemas.openxmlformats.org/officeDocument/2006/relationships/image" Target="../media/image5356.png"/><Relationship Id="rId104" Type="http://schemas.openxmlformats.org/officeDocument/2006/relationships/image" Target="../media/image5359.png"/><Relationship Id="rId120" Type="http://schemas.openxmlformats.org/officeDocument/2006/relationships/image" Target="../media/image5366.png"/><Relationship Id="rId125" Type="http://schemas.openxmlformats.org/officeDocument/2006/relationships/customXml" Target="../ink/ink1220.xml"/><Relationship Id="rId141" Type="http://schemas.openxmlformats.org/officeDocument/2006/relationships/customXml" Target="../ink/ink1228.xml"/><Relationship Id="rId146" Type="http://schemas.openxmlformats.org/officeDocument/2006/relationships/image" Target="../media/image5379.png"/><Relationship Id="rId167" Type="http://schemas.openxmlformats.org/officeDocument/2006/relationships/image" Target="../media/image3947.png"/><Relationship Id="rId188" Type="http://schemas.openxmlformats.org/officeDocument/2006/relationships/customXml" Target="../ink/ink1252.xml"/><Relationship Id="rId7" Type="http://schemas.openxmlformats.org/officeDocument/2006/relationships/image" Target="../media/image5313.png"/><Relationship Id="rId71" Type="http://schemas.openxmlformats.org/officeDocument/2006/relationships/customXml" Target="../ink/ink1191.xml"/><Relationship Id="rId92" Type="http://schemas.openxmlformats.org/officeDocument/2006/relationships/customXml" Target="../ink/ink1202.xml"/><Relationship Id="rId162" Type="http://schemas.openxmlformats.org/officeDocument/2006/relationships/image" Target="../media/image5387.png"/><Relationship Id="rId183" Type="http://schemas.openxmlformats.org/officeDocument/2006/relationships/image" Target="../media/image5396.png"/><Relationship Id="rId2" Type="http://schemas.openxmlformats.org/officeDocument/2006/relationships/customXml" Target="../ink/ink1156.xml"/><Relationship Id="rId29" Type="http://schemas.openxmlformats.org/officeDocument/2006/relationships/customXml" Target="../ink/ink1170.xml"/><Relationship Id="rId24" Type="http://schemas.openxmlformats.org/officeDocument/2006/relationships/customXml" Target="../ink/ink1167.xml"/><Relationship Id="rId40" Type="http://schemas.openxmlformats.org/officeDocument/2006/relationships/image" Target="../media/image5328.png"/><Relationship Id="rId45" Type="http://schemas.openxmlformats.org/officeDocument/2006/relationships/customXml" Target="../ink/ink1178.xml"/><Relationship Id="rId66" Type="http://schemas.openxmlformats.org/officeDocument/2006/relationships/image" Target="../media/image5341.png"/><Relationship Id="rId87" Type="http://schemas.openxmlformats.org/officeDocument/2006/relationships/customXml" Target="../ink/ink1199.xml"/><Relationship Id="rId110" Type="http://schemas.openxmlformats.org/officeDocument/2006/relationships/customXml" Target="../ink/ink1212.xml"/><Relationship Id="rId115" Type="http://schemas.openxmlformats.org/officeDocument/2006/relationships/customXml" Target="../ink/ink1215.xml"/><Relationship Id="rId131" Type="http://schemas.openxmlformats.org/officeDocument/2006/relationships/customXml" Target="../ink/ink1223.xml"/><Relationship Id="rId136" Type="http://schemas.openxmlformats.org/officeDocument/2006/relationships/image" Target="../media/image5374.png"/><Relationship Id="rId157" Type="http://schemas.openxmlformats.org/officeDocument/2006/relationships/customXml" Target="../ink/ink1236.xml"/><Relationship Id="rId178" Type="http://schemas.openxmlformats.org/officeDocument/2006/relationships/customXml" Target="../ink/ink1247.xml"/><Relationship Id="rId61" Type="http://schemas.openxmlformats.org/officeDocument/2006/relationships/customXml" Target="../ink/ink1186.xml"/><Relationship Id="rId82" Type="http://schemas.openxmlformats.org/officeDocument/2006/relationships/image" Target="../media/image5349.png"/><Relationship Id="rId152" Type="http://schemas.openxmlformats.org/officeDocument/2006/relationships/image" Target="../media/image5382.png"/><Relationship Id="rId173" Type="http://schemas.openxmlformats.org/officeDocument/2006/relationships/image" Target="../media/image5391.png"/><Relationship Id="rId19" Type="http://schemas.openxmlformats.org/officeDocument/2006/relationships/image" Target="../media/image5319.png"/><Relationship Id="rId14" Type="http://schemas.openxmlformats.org/officeDocument/2006/relationships/customXml" Target="../ink/ink1162.xml"/><Relationship Id="rId30" Type="http://schemas.openxmlformats.org/officeDocument/2006/relationships/image" Target="../media/image5323.png"/><Relationship Id="rId35" Type="http://schemas.openxmlformats.org/officeDocument/2006/relationships/customXml" Target="../ink/ink1173.xml"/><Relationship Id="rId56" Type="http://schemas.openxmlformats.org/officeDocument/2006/relationships/image" Target="../media/image5336.png"/><Relationship Id="rId77" Type="http://schemas.openxmlformats.org/officeDocument/2006/relationships/customXml" Target="../ink/ink1194.xml"/><Relationship Id="rId100" Type="http://schemas.openxmlformats.org/officeDocument/2006/relationships/customXml" Target="../ink/ink1206.xml"/><Relationship Id="rId105" Type="http://schemas.openxmlformats.org/officeDocument/2006/relationships/customXml" Target="../ink/ink1209.xml"/><Relationship Id="rId126" Type="http://schemas.openxmlformats.org/officeDocument/2006/relationships/image" Target="../media/image5369.png"/><Relationship Id="rId147" Type="http://schemas.openxmlformats.org/officeDocument/2006/relationships/customXml" Target="../ink/ink1231.xml"/><Relationship Id="rId168" Type="http://schemas.openxmlformats.org/officeDocument/2006/relationships/customXml" Target="../ink/ink1242.xml"/><Relationship Id="rId8" Type="http://schemas.openxmlformats.org/officeDocument/2006/relationships/customXml" Target="../ink/ink1159.xml"/><Relationship Id="rId51" Type="http://schemas.openxmlformats.org/officeDocument/2006/relationships/customXml" Target="../ink/ink1181.xml"/><Relationship Id="rId72" Type="http://schemas.openxmlformats.org/officeDocument/2006/relationships/image" Target="../media/image5344.png"/><Relationship Id="rId93" Type="http://schemas.openxmlformats.org/officeDocument/2006/relationships/image" Target="../media/image5354.png"/><Relationship Id="rId98" Type="http://schemas.openxmlformats.org/officeDocument/2006/relationships/customXml" Target="../ink/ink1205.xml"/><Relationship Id="rId121" Type="http://schemas.openxmlformats.org/officeDocument/2006/relationships/customXml" Target="../ink/ink1218.xml"/><Relationship Id="rId142" Type="http://schemas.openxmlformats.org/officeDocument/2006/relationships/image" Target="../media/image5377.png"/><Relationship Id="rId163" Type="http://schemas.openxmlformats.org/officeDocument/2006/relationships/customXml" Target="../ink/ink1239.xml"/><Relationship Id="rId184" Type="http://schemas.openxmlformats.org/officeDocument/2006/relationships/customXml" Target="../ink/ink1250.xml"/><Relationship Id="rId189" Type="http://schemas.openxmlformats.org/officeDocument/2006/relationships/image" Target="../media/image5399.png"/><Relationship Id="rId3" Type="http://schemas.openxmlformats.org/officeDocument/2006/relationships/image" Target="../media/image5311.png"/><Relationship Id="rId25" Type="http://schemas.openxmlformats.org/officeDocument/2006/relationships/image" Target="../media/image5322.png"/><Relationship Id="rId46" Type="http://schemas.openxmlformats.org/officeDocument/2006/relationships/image" Target="../media/image5331.png"/><Relationship Id="rId67" Type="http://schemas.openxmlformats.org/officeDocument/2006/relationships/customXml" Target="../ink/ink1189.xml"/><Relationship Id="rId116" Type="http://schemas.openxmlformats.org/officeDocument/2006/relationships/image" Target="../media/image5364.png"/><Relationship Id="rId137" Type="http://schemas.openxmlformats.org/officeDocument/2006/relationships/customXml" Target="../ink/ink1226.xml"/><Relationship Id="rId158" Type="http://schemas.openxmlformats.org/officeDocument/2006/relationships/image" Target="../media/image5385.png"/><Relationship Id="rId20" Type="http://schemas.openxmlformats.org/officeDocument/2006/relationships/customXml" Target="../ink/ink1165.xml"/><Relationship Id="rId41" Type="http://schemas.openxmlformats.org/officeDocument/2006/relationships/customXml" Target="../ink/ink1176.xml"/><Relationship Id="rId62" Type="http://schemas.openxmlformats.org/officeDocument/2006/relationships/image" Target="../media/image5339.png"/><Relationship Id="rId83" Type="http://schemas.openxmlformats.org/officeDocument/2006/relationships/customXml" Target="../ink/ink1197.xml"/><Relationship Id="rId88" Type="http://schemas.openxmlformats.org/officeDocument/2006/relationships/image" Target="../media/image5352.png"/><Relationship Id="rId111" Type="http://schemas.openxmlformats.org/officeDocument/2006/relationships/image" Target="../media/image5362.png"/><Relationship Id="rId132" Type="http://schemas.openxmlformats.org/officeDocument/2006/relationships/image" Target="../media/image5372.png"/><Relationship Id="rId153" Type="http://schemas.openxmlformats.org/officeDocument/2006/relationships/customXml" Target="../ink/ink1234.xml"/><Relationship Id="rId174" Type="http://schemas.openxmlformats.org/officeDocument/2006/relationships/customXml" Target="../ink/ink1245.xml"/><Relationship Id="rId179" Type="http://schemas.openxmlformats.org/officeDocument/2006/relationships/image" Target="../media/image5394.png"/><Relationship Id="rId190" Type="http://schemas.openxmlformats.org/officeDocument/2006/relationships/customXml" Target="../ink/ink1253.xml"/><Relationship Id="rId15" Type="http://schemas.openxmlformats.org/officeDocument/2006/relationships/image" Target="../media/image5317.png"/><Relationship Id="rId36" Type="http://schemas.openxmlformats.org/officeDocument/2006/relationships/image" Target="../media/image5326.png"/><Relationship Id="rId57" Type="http://schemas.openxmlformats.org/officeDocument/2006/relationships/customXml" Target="../ink/ink1184.xml"/><Relationship Id="rId106" Type="http://schemas.openxmlformats.org/officeDocument/2006/relationships/customXml" Target="../ink/ink1210.xml"/><Relationship Id="rId127" Type="http://schemas.openxmlformats.org/officeDocument/2006/relationships/customXml" Target="../ink/ink1221.xml"/><Relationship Id="rId10" Type="http://schemas.openxmlformats.org/officeDocument/2006/relationships/customXml" Target="../ink/ink1160.xml"/><Relationship Id="rId31" Type="http://schemas.openxmlformats.org/officeDocument/2006/relationships/customXml" Target="../ink/ink1171.xml"/><Relationship Id="rId52" Type="http://schemas.openxmlformats.org/officeDocument/2006/relationships/image" Target="../media/image5334.png"/><Relationship Id="rId73" Type="http://schemas.openxmlformats.org/officeDocument/2006/relationships/customXml" Target="../ink/ink1192.xml"/><Relationship Id="rId78" Type="http://schemas.openxmlformats.org/officeDocument/2006/relationships/image" Target="../media/image5347.png"/><Relationship Id="rId94" Type="http://schemas.openxmlformats.org/officeDocument/2006/relationships/customXml" Target="../ink/ink1203.xml"/><Relationship Id="rId99" Type="http://schemas.openxmlformats.org/officeDocument/2006/relationships/image" Target="../media/image5357.png"/><Relationship Id="rId101" Type="http://schemas.openxmlformats.org/officeDocument/2006/relationships/customXml" Target="../ink/ink1207.xml"/><Relationship Id="rId122" Type="http://schemas.openxmlformats.org/officeDocument/2006/relationships/image" Target="../media/image5367.png"/><Relationship Id="rId143" Type="http://schemas.openxmlformats.org/officeDocument/2006/relationships/customXml" Target="../ink/ink1229.xml"/><Relationship Id="rId148" Type="http://schemas.openxmlformats.org/officeDocument/2006/relationships/image" Target="../media/image5380.png"/><Relationship Id="rId164" Type="http://schemas.openxmlformats.org/officeDocument/2006/relationships/customXml" Target="../ink/ink1240.xml"/><Relationship Id="rId169" Type="http://schemas.openxmlformats.org/officeDocument/2006/relationships/image" Target="../media/image5389.png"/><Relationship Id="rId185" Type="http://schemas.openxmlformats.org/officeDocument/2006/relationships/image" Target="../media/image5397.png"/><Relationship Id="rId4" Type="http://schemas.openxmlformats.org/officeDocument/2006/relationships/customXml" Target="../ink/ink1157.xml"/><Relationship Id="rId9" Type="http://schemas.openxmlformats.org/officeDocument/2006/relationships/image" Target="../media/image5314.png"/><Relationship Id="rId180" Type="http://schemas.openxmlformats.org/officeDocument/2006/relationships/customXml" Target="../ink/ink1248.xml"/><Relationship Id="rId26" Type="http://schemas.openxmlformats.org/officeDocument/2006/relationships/customXml" Target="../ink/ink1168.xml"/><Relationship Id="rId47" Type="http://schemas.openxmlformats.org/officeDocument/2006/relationships/customXml" Target="../ink/ink1179.xml"/><Relationship Id="rId68" Type="http://schemas.openxmlformats.org/officeDocument/2006/relationships/image" Target="../media/image5342.png"/><Relationship Id="rId89" Type="http://schemas.openxmlformats.org/officeDocument/2006/relationships/customXml" Target="../ink/ink1200.xml"/><Relationship Id="rId112" Type="http://schemas.openxmlformats.org/officeDocument/2006/relationships/customXml" Target="../ink/ink1213.xml"/><Relationship Id="rId133" Type="http://schemas.openxmlformats.org/officeDocument/2006/relationships/customXml" Target="../ink/ink1224.xml"/><Relationship Id="rId154" Type="http://schemas.openxmlformats.org/officeDocument/2006/relationships/image" Target="../media/image5383.png"/><Relationship Id="rId175" Type="http://schemas.openxmlformats.org/officeDocument/2006/relationships/image" Target="../media/image5392.png"/><Relationship Id="rId16" Type="http://schemas.openxmlformats.org/officeDocument/2006/relationships/customXml" Target="../ink/ink1163.xml"/><Relationship Id="rId37" Type="http://schemas.openxmlformats.org/officeDocument/2006/relationships/customXml" Target="../ink/ink1174.xml"/><Relationship Id="rId58" Type="http://schemas.openxmlformats.org/officeDocument/2006/relationships/image" Target="../media/image5337.png"/><Relationship Id="rId79" Type="http://schemas.openxmlformats.org/officeDocument/2006/relationships/customXml" Target="../ink/ink1195.xml"/><Relationship Id="rId102" Type="http://schemas.openxmlformats.org/officeDocument/2006/relationships/image" Target="../media/image5358.png"/><Relationship Id="rId123" Type="http://schemas.openxmlformats.org/officeDocument/2006/relationships/customXml" Target="../ink/ink1219.xml"/><Relationship Id="rId144" Type="http://schemas.openxmlformats.org/officeDocument/2006/relationships/image" Target="../media/image5378.png"/><Relationship Id="rId90" Type="http://schemas.openxmlformats.org/officeDocument/2006/relationships/customXml" Target="../ink/ink1201.xml"/><Relationship Id="rId165" Type="http://schemas.openxmlformats.org/officeDocument/2006/relationships/image" Target="../media/image5388.png"/><Relationship Id="rId186" Type="http://schemas.openxmlformats.org/officeDocument/2006/relationships/customXml" Target="../ink/ink1251.xml"/><Relationship Id="rId27" Type="http://schemas.openxmlformats.org/officeDocument/2006/relationships/image" Target="../media/image3019.png"/><Relationship Id="rId48" Type="http://schemas.openxmlformats.org/officeDocument/2006/relationships/image" Target="../media/image5332.png"/><Relationship Id="rId69" Type="http://schemas.openxmlformats.org/officeDocument/2006/relationships/customXml" Target="../ink/ink1190.xml"/><Relationship Id="rId113" Type="http://schemas.openxmlformats.org/officeDocument/2006/relationships/customXml" Target="../ink/ink1214.xml"/><Relationship Id="rId134" Type="http://schemas.openxmlformats.org/officeDocument/2006/relationships/image" Target="../media/image5373.png"/><Relationship Id="rId80" Type="http://schemas.openxmlformats.org/officeDocument/2006/relationships/image" Target="../media/image5348.png"/><Relationship Id="rId155" Type="http://schemas.openxmlformats.org/officeDocument/2006/relationships/customXml" Target="../ink/ink1235.xml"/><Relationship Id="rId176" Type="http://schemas.openxmlformats.org/officeDocument/2006/relationships/customXml" Target="../ink/ink1246.xml"/><Relationship Id="rId17" Type="http://schemas.openxmlformats.org/officeDocument/2006/relationships/image" Target="../media/image5318.png"/><Relationship Id="rId38" Type="http://schemas.openxmlformats.org/officeDocument/2006/relationships/image" Target="../media/image5327.png"/><Relationship Id="rId59" Type="http://schemas.openxmlformats.org/officeDocument/2006/relationships/customXml" Target="../ink/ink1185.xml"/><Relationship Id="rId103" Type="http://schemas.openxmlformats.org/officeDocument/2006/relationships/customXml" Target="../ink/ink1208.xml"/><Relationship Id="rId124" Type="http://schemas.openxmlformats.org/officeDocument/2006/relationships/image" Target="../media/image5368.png"/><Relationship Id="rId70" Type="http://schemas.openxmlformats.org/officeDocument/2006/relationships/image" Target="../media/image5343.png"/><Relationship Id="rId91" Type="http://schemas.openxmlformats.org/officeDocument/2006/relationships/image" Target="../media/image5353.png"/><Relationship Id="rId145" Type="http://schemas.openxmlformats.org/officeDocument/2006/relationships/customXml" Target="../ink/ink1230.xml"/><Relationship Id="rId166" Type="http://schemas.openxmlformats.org/officeDocument/2006/relationships/customXml" Target="../ink/ink1241.xml"/><Relationship Id="rId187" Type="http://schemas.openxmlformats.org/officeDocument/2006/relationships/image" Target="../media/image539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169.xml"/><Relationship Id="rId49" Type="http://schemas.openxmlformats.org/officeDocument/2006/relationships/customXml" Target="../ink/ink1180.xml"/><Relationship Id="rId114" Type="http://schemas.openxmlformats.org/officeDocument/2006/relationships/image" Target="../media/image5363.png"/><Relationship Id="rId60" Type="http://schemas.openxmlformats.org/officeDocument/2006/relationships/image" Target="../media/image5338.png"/><Relationship Id="rId81" Type="http://schemas.openxmlformats.org/officeDocument/2006/relationships/customXml" Target="../ink/ink1196.xml"/><Relationship Id="rId135" Type="http://schemas.openxmlformats.org/officeDocument/2006/relationships/customXml" Target="../ink/ink1225.xml"/><Relationship Id="rId156" Type="http://schemas.openxmlformats.org/officeDocument/2006/relationships/image" Target="../media/image5384.png"/><Relationship Id="rId177" Type="http://schemas.openxmlformats.org/officeDocument/2006/relationships/image" Target="../media/image5393.png"/></Relationships>
</file>

<file path=ppt/slides/_rels/slide7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67.xml"/><Relationship Id="rId117" Type="http://schemas.openxmlformats.org/officeDocument/2006/relationships/customXml" Target="../ink/ink1313.xml"/><Relationship Id="rId21" Type="http://schemas.openxmlformats.org/officeDocument/2006/relationships/image" Target="../media/image5409.png"/><Relationship Id="rId42" Type="http://schemas.openxmlformats.org/officeDocument/2006/relationships/image" Target="../media/image5418.png"/><Relationship Id="rId47" Type="http://schemas.openxmlformats.org/officeDocument/2006/relationships/customXml" Target="../ink/ink1278.xml"/><Relationship Id="rId63" Type="http://schemas.openxmlformats.org/officeDocument/2006/relationships/customXml" Target="../ink/ink1286.xml"/><Relationship Id="rId68" Type="http://schemas.openxmlformats.org/officeDocument/2006/relationships/image" Target="../media/image5431.png"/><Relationship Id="rId84" Type="http://schemas.openxmlformats.org/officeDocument/2006/relationships/image" Target="../media/image5439.png"/><Relationship Id="rId89" Type="http://schemas.openxmlformats.org/officeDocument/2006/relationships/customXml" Target="../ink/ink1299.xml"/><Relationship Id="rId112" Type="http://schemas.openxmlformats.org/officeDocument/2006/relationships/image" Target="../media/image5453.png"/><Relationship Id="rId16" Type="http://schemas.openxmlformats.org/officeDocument/2006/relationships/customXml" Target="../ink/ink1262.xml"/><Relationship Id="rId107" Type="http://schemas.openxmlformats.org/officeDocument/2006/relationships/customXml" Target="../ink/ink1308.xml"/><Relationship Id="rId11" Type="http://schemas.openxmlformats.org/officeDocument/2006/relationships/image" Target="../media/image5404.png"/><Relationship Id="rId32" Type="http://schemas.openxmlformats.org/officeDocument/2006/relationships/customXml" Target="../ink/ink1270.xml"/><Relationship Id="rId37" Type="http://schemas.openxmlformats.org/officeDocument/2006/relationships/image" Target="../media/image5416.png"/><Relationship Id="rId53" Type="http://schemas.openxmlformats.org/officeDocument/2006/relationships/customXml" Target="../ink/ink1281.xml"/><Relationship Id="rId58" Type="http://schemas.openxmlformats.org/officeDocument/2006/relationships/image" Target="../media/image5426.png"/><Relationship Id="rId74" Type="http://schemas.openxmlformats.org/officeDocument/2006/relationships/image" Target="../media/image5434.png"/><Relationship Id="rId79" Type="http://schemas.openxmlformats.org/officeDocument/2006/relationships/customXml" Target="../ink/ink1294.xml"/><Relationship Id="rId102" Type="http://schemas.openxmlformats.org/officeDocument/2006/relationships/image" Target="../media/image5448.png"/><Relationship Id="rId5" Type="http://schemas.openxmlformats.org/officeDocument/2006/relationships/image" Target="../media/image3019.png"/><Relationship Id="rId90" Type="http://schemas.openxmlformats.org/officeDocument/2006/relationships/image" Target="../media/image5442.png"/><Relationship Id="rId95" Type="http://schemas.openxmlformats.org/officeDocument/2006/relationships/customXml" Target="../ink/ink1302.xml"/><Relationship Id="rId22" Type="http://schemas.openxmlformats.org/officeDocument/2006/relationships/customXml" Target="../ink/ink1265.xml"/><Relationship Id="rId27" Type="http://schemas.openxmlformats.org/officeDocument/2006/relationships/image" Target="../media/image5412.png"/><Relationship Id="rId43" Type="http://schemas.openxmlformats.org/officeDocument/2006/relationships/customXml" Target="../ink/ink1276.xml"/><Relationship Id="rId48" Type="http://schemas.openxmlformats.org/officeDocument/2006/relationships/image" Target="../media/image5421.png"/><Relationship Id="rId64" Type="http://schemas.openxmlformats.org/officeDocument/2006/relationships/image" Target="../media/image5429.png"/><Relationship Id="rId69" Type="http://schemas.openxmlformats.org/officeDocument/2006/relationships/customXml" Target="../ink/ink1289.xml"/><Relationship Id="rId113" Type="http://schemas.openxmlformats.org/officeDocument/2006/relationships/customXml" Target="../ink/ink1311.xml"/><Relationship Id="rId118" Type="http://schemas.openxmlformats.org/officeDocument/2006/relationships/image" Target="../media/image5456.png"/><Relationship Id="rId80" Type="http://schemas.openxmlformats.org/officeDocument/2006/relationships/image" Target="../media/image5437.png"/><Relationship Id="rId85" Type="http://schemas.openxmlformats.org/officeDocument/2006/relationships/customXml" Target="../ink/ink1297.xml"/><Relationship Id="rId12" Type="http://schemas.openxmlformats.org/officeDocument/2006/relationships/customXml" Target="../ink/ink1260.xml"/><Relationship Id="rId17" Type="http://schemas.openxmlformats.org/officeDocument/2006/relationships/image" Target="../media/image5407.png"/><Relationship Id="rId33" Type="http://schemas.openxmlformats.org/officeDocument/2006/relationships/image" Target="../media/image5414.png"/><Relationship Id="rId38" Type="http://schemas.openxmlformats.org/officeDocument/2006/relationships/customXml" Target="../ink/ink1273.xml"/><Relationship Id="rId59" Type="http://schemas.openxmlformats.org/officeDocument/2006/relationships/customXml" Target="../ink/ink1284.xml"/><Relationship Id="rId103" Type="http://schemas.openxmlformats.org/officeDocument/2006/relationships/customXml" Target="../ink/ink1306.xml"/><Relationship Id="rId108" Type="http://schemas.openxmlformats.org/officeDocument/2006/relationships/image" Target="../media/image5451.png"/><Relationship Id="rId54" Type="http://schemas.openxmlformats.org/officeDocument/2006/relationships/image" Target="../media/image5424.png"/><Relationship Id="rId70" Type="http://schemas.openxmlformats.org/officeDocument/2006/relationships/image" Target="../media/image5432.png"/><Relationship Id="rId75" Type="http://schemas.openxmlformats.org/officeDocument/2006/relationships/customXml" Target="../ink/ink1292.xml"/><Relationship Id="rId91" Type="http://schemas.openxmlformats.org/officeDocument/2006/relationships/customXml" Target="../ink/ink1300.xml"/><Relationship Id="rId96" Type="http://schemas.openxmlformats.org/officeDocument/2006/relationships/image" Target="../media/image544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57.xml"/><Relationship Id="rId23" Type="http://schemas.openxmlformats.org/officeDocument/2006/relationships/image" Target="../media/image5410.png"/><Relationship Id="rId28" Type="http://schemas.openxmlformats.org/officeDocument/2006/relationships/customXml" Target="../ink/ink1268.xml"/><Relationship Id="rId49" Type="http://schemas.openxmlformats.org/officeDocument/2006/relationships/customXml" Target="../ink/ink1279.xml"/><Relationship Id="rId114" Type="http://schemas.openxmlformats.org/officeDocument/2006/relationships/image" Target="../media/image5454.png"/><Relationship Id="rId119" Type="http://schemas.openxmlformats.org/officeDocument/2006/relationships/customXml" Target="../ink/ink1314.xml"/><Relationship Id="rId44" Type="http://schemas.openxmlformats.org/officeDocument/2006/relationships/image" Target="../media/image5419.png"/><Relationship Id="rId60" Type="http://schemas.openxmlformats.org/officeDocument/2006/relationships/image" Target="../media/image5427.png"/><Relationship Id="rId65" Type="http://schemas.openxmlformats.org/officeDocument/2006/relationships/customXml" Target="../ink/ink1287.xml"/><Relationship Id="rId81" Type="http://schemas.openxmlformats.org/officeDocument/2006/relationships/customXml" Target="../ink/ink1295.xml"/><Relationship Id="rId86" Type="http://schemas.openxmlformats.org/officeDocument/2006/relationships/image" Target="../media/image5440.png"/><Relationship Id="rId4" Type="http://schemas.openxmlformats.org/officeDocument/2006/relationships/customXml" Target="../ink/ink1256.xml"/><Relationship Id="rId9" Type="http://schemas.openxmlformats.org/officeDocument/2006/relationships/image" Target="../media/image5403.png"/><Relationship Id="rId13" Type="http://schemas.openxmlformats.org/officeDocument/2006/relationships/image" Target="../media/image5405.png"/><Relationship Id="rId18" Type="http://schemas.openxmlformats.org/officeDocument/2006/relationships/customXml" Target="../ink/ink1263.xml"/><Relationship Id="rId39" Type="http://schemas.openxmlformats.org/officeDocument/2006/relationships/customXml" Target="../ink/ink1274.xml"/><Relationship Id="rId109" Type="http://schemas.openxmlformats.org/officeDocument/2006/relationships/customXml" Target="../ink/ink1309.xml"/><Relationship Id="rId34" Type="http://schemas.openxmlformats.org/officeDocument/2006/relationships/customXml" Target="../ink/ink1271.xml"/><Relationship Id="rId50" Type="http://schemas.openxmlformats.org/officeDocument/2006/relationships/image" Target="../media/image5422.png"/><Relationship Id="rId55" Type="http://schemas.openxmlformats.org/officeDocument/2006/relationships/customXml" Target="../ink/ink1282.xml"/><Relationship Id="rId76" Type="http://schemas.openxmlformats.org/officeDocument/2006/relationships/image" Target="../media/image5435.png"/><Relationship Id="rId97" Type="http://schemas.openxmlformats.org/officeDocument/2006/relationships/customXml" Target="../ink/ink1303.xml"/><Relationship Id="rId104" Type="http://schemas.openxmlformats.org/officeDocument/2006/relationships/image" Target="../media/image5449.png"/><Relationship Id="rId120" Type="http://schemas.openxmlformats.org/officeDocument/2006/relationships/image" Target="../media/image5457.png"/><Relationship Id="rId7" Type="http://schemas.openxmlformats.org/officeDocument/2006/relationships/image" Target="../media/image5402.png"/><Relationship Id="rId71" Type="http://schemas.openxmlformats.org/officeDocument/2006/relationships/customXml" Target="../ink/ink1290.xml"/><Relationship Id="rId92" Type="http://schemas.openxmlformats.org/officeDocument/2006/relationships/image" Target="../media/image5443.png"/><Relationship Id="rId2" Type="http://schemas.openxmlformats.org/officeDocument/2006/relationships/customXml" Target="../ink/ink1255.xml"/><Relationship Id="rId29" Type="http://schemas.openxmlformats.org/officeDocument/2006/relationships/image" Target="../media/image3947.png"/><Relationship Id="rId24" Type="http://schemas.openxmlformats.org/officeDocument/2006/relationships/customXml" Target="../ink/ink1266.xml"/><Relationship Id="rId40" Type="http://schemas.openxmlformats.org/officeDocument/2006/relationships/image" Target="../media/image5417.png"/><Relationship Id="rId45" Type="http://schemas.openxmlformats.org/officeDocument/2006/relationships/customXml" Target="../ink/ink1277.xml"/><Relationship Id="rId66" Type="http://schemas.openxmlformats.org/officeDocument/2006/relationships/image" Target="../media/image5430.png"/><Relationship Id="rId87" Type="http://schemas.openxmlformats.org/officeDocument/2006/relationships/customXml" Target="../ink/ink1298.xml"/><Relationship Id="rId110" Type="http://schemas.openxmlformats.org/officeDocument/2006/relationships/image" Target="../media/image5452.png"/><Relationship Id="rId115" Type="http://schemas.openxmlformats.org/officeDocument/2006/relationships/customXml" Target="../ink/ink1312.xml"/><Relationship Id="rId61" Type="http://schemas.openxmlformats.org/officeDocument/2006/relationships/customXml" Target="../ink/ink1285.xml"/><Relationship Id="rId82" Type="http://schemas.openxmlformats.org/officeDocument/2006/relationships/image" Target="../media/image5438.png"/><Relationship Id="rId19" Type="http://schemas.openxmlformats.org/officeDocument/2006/relationships/image" Target="../media/image5408.png"/><Relationship Id="rId14" Type="http://schemas.openxmlformats.org/officeDocument/2006/relationships/customXml" Target="../ink/ink1261.xml"/><Relationship Id="rId30" Type="http://schemas.openxmlformats.org/officeDocument/2006/relationships/customXml" Target="../ink/ink1269.xml"/><Relationship Id="rId35" Type="http://schemas.openxmlformats.org/officeDocument/2006/relationships/image" Target="../media/image5415.png"/><Relationship Id="rId56" Type="http://schemas.openxmlformats.org/officeDocument/2006/relationships/image" Target="../media/image5425.png"/><Relationship Id="rId77" Type="http://schemas.openxmlformats.org/officeDocument/2006/relationships/customXml" Target="../ink/ink1293.xml"/><Relationship Id="rId100" Type="http://schemas.openxmlformats.org/officeDocument/2006/relationships/image" Target="../media/image5447.png"/><Relationship Id="rId105" Type="http://schemas.openxmlformats.org/officeDocument/2006/relationships/customXml" Target="../ink/ink1307.xml"/><Relationship Id="rId8" Type="http://schemas.openxmlformats.org/officeDocument/2006/relationships/customXml" Target="../ink/ink1258.xml"/><Relationship Id="rId51" Type="http://schemas.openxmlformats.org/officeDocument/2006/relationships/customXml" Target="../ink/ink1280.xml"/><Relationship Id="rId72" Type="http://schemas.openxmlformats.org/officeDocument/2006/relationships/image" Target="../media/image5433.png"/><Relationship Id="rId93" Type="http://schemas.openxmlformats.org/officeDocument/2006/relationships/customXml" Target="../ink/ink1301.xml"/><Relationship Id="rId98" Type="http://schemas.openxmlformats.org/officeDocument/2006/relationships/image" Target="../media/image5446.png"/><Relationship Id="rId121" Type="http://schemas.openxmlformats.org/officeDocument/2006/relationships/customXml" Target="../ink/ink1315.xml"/><Relationship Id="rId3" Type="http://schemas.openxmlformats.org/officeDocument/2006/relationships/image" Target="../media/image5401.png"/><Relationship Id="rId25" Type="http://schemas.openxmlformats.org/officeDocument/2006/relationships/image" Target="../media/image5411.png"/><Relationship Id="rId46" Type="http://schemas.openxmlformats.org/officeDocument/2006/relationships/image" Target="../media/image5420.png"/><Relationship Id="rId67" Type="http://schemas.openxmlformats.org/officeDocument/2006/relationships/customXml" Target="../ink/ink1288.xml"/><Relationship Id="rId116" Type="http://schemas.openxmlformats.org/officeDocument/2006/relationships/image" Target="../media/image5455.png"/><Relationship Id="rId20" Type="http://schemas.openxmlformats.org/officeDocument/2006/relationships/customXml" Target="../ink/ink1264.xml"/><Relationship Id="rId41" Type="http://schemas.openxmlformats.org/officeDocument/2006/relationships/customXml" Target="../ink/ink1275.xml"/><Relationship Id="rId62" Type="http://schemas.openxmlformats.org/officeDocument/2006/relationships/image" Target="../media/image5428.png"/><Relationship Id="rId83" Type="http://schemas.openxmlformats.org/officeDocument/2006/relationships/customXml" Target="../ink/ink1296.xml"/><Relationship Id="rId88" Type="http://schemas.openxmlformats.org/officeDocument/2006/relationships/image" Target="../media/image5441.png"/><Relationship Id="rId111" Type="http://schemas.openxmlformats.org/officeDocument/2006/relationships/customXml" Target="../ink/ink1310.xml"/><Relationship Id="rId15" Type="http://schemas.openxmlformats.org/officeDocument/2006/relationships/image" Target="../media/image5406.png"/><Relationship Id="rId36" Type="http://schemas.openxmlformats.org/officeDocument/2006/relationships/customXml" Target="../ink/ink1272.xml"/><Relationship Id="rId57" Type="http://schemas.openxmlformats.org/officeDocument/2006/relationships/customXml" Target="../ink/ink1283.xml"/><Relationship Id="rId106" Type="http://schemas.openxmlformats.org/officeDocument/2006/relationships/image" Target="../media/image5450.png"/><Relationship Id="rId10" Type="http://schemas.openxmlformats.org/officeDocument/2006/relationships/customXml" Target="../ink/ink1259.xml"/><Relationship Id="rId31" Type="http://schemas.openxmlformats.org/officeDocument/2006/relationships/image" Target="../media/image5413.png"/><Relationship Id="rId52" Type="http://schemas.openxmlformats.org/officeDocument/2006/relationships/image" Target="../media/image5423.png"/><Relationship Id="rId73" Type="http://schemas.openxmlformats.org/officeDocument/2006/relationships/customXml" Target="../ink/ink1291.xml"/><Relationship Id="rId78" Type="http://schemas.openxmlformats.org/officeDocument/2006/relationships/image" Target="../media/image5436.png"/><Relationship Id="rId94" Type="http://schemas.openxmlformats.org/officeDocument/2006/relationships/image" Target="../media/image5444.png"/><Relationship Id="rId99" Type="http://schemas.openxmlformats.org/officeDocument/2006/relationships/customXml" Target="../ink/ink1304.xml"/><Relationship Id="rId101" Type="http://schemas.openxmlformats.org/officeDocument/2006/relationships/customXml" Target="../ink/ink1305.xml"/><Relationship Id="rId122" Type="http://schemas.openxmlformats.org/officeDocument/2006/relationships/image" Target="../media/image545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61.png"/><Relationship Id="rId3" Type="http://schemas.openxmlformats.org/officeDocument/2006/relationships/image" Target="../media/image63.emf"/><Relationship Id="rId7" Type="http://schemas.openxmlformats.org/officeDocument/2006/relationships/customXml" Target="../ink/ink1317.xml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60.png"/><Relationship Id="rId4" Type="http://schemas.openxmlformats.org/officeDocument/2006/relationships/customXml" Target="../ink/ink131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4.w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wmf"/><Relationship Id="rId4" Type="http://schemas.openxmlformats.org/officeDocument/2006/relationships/oleObject" Target="../embeddings/oleObject10.bin"/></Relationships>
</file>

<file path=ppt/slides/_rels/slide77.xml.rels><?xml version="1.0" encoding="UTF-8" standalone="yes"?>
<Relationships xmlns="http://schemas.openxmlformats.org/package/2006/relationships"><Relationship Id="rId93" Type="http://schemas.openxmlformats.org/officeDocument/2006/relationships/image" Target="../media/image5763.png"/><Relationship Id="rId3" Type="http://schemas.openxmlformats.org/officeDocument/2006/relationships/image" Target="../media/image3142.png"/><Relationship Id="rId2" Type="http://schemas.openxmlformats.org/officeDocument/2006/relationships/customXml" Target="../ink/ink1318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31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20.xml"/><Relationship Id="rId34" Type="http://schemas.openxmlformats.org/officeDocument/2006/relationships/image" Target="../media/image6270.png"/><Relationship Id="rId33" Type="http://schemas.openxmlformats.org/officeDocument/2006/relationships/customXml" Target="../ink/ink1321.xml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6269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62200"/>
            <a:ext cx="7772400" cy="1470025"/>
          </a:xfrm>
        </p:spPr>
        <p:txBody>
          <a:bodyPr/>
          <a:lstStyle/>
          <a:p>
            <a:r>
              <a:rPr lang="en-US" sz="4800" dirty="0"/>
              <a:t>Pulse Modulation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9BCDA2-B90A-427C-98AF-717113D9D081}"/>
                  </a:ext>
                </a:extLst>
              </p14:cNvPr>
              <p14:cNvContentPartPr/>
              <p14:nvPr/>
            </p14:nvContentPartPr>
            <p14:xfrm>
              <a:off x="-3081324" y="236507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9BCDA2-B90A-427C-98AF-717113D9D0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099324" y="234707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8474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837882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7620000" cy="4373563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Introduction of Pulse Modulation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Sampling Process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PAM – Pulse Amplitude Modulation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PPM – pulse Position Modulation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Quantization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PCM – Pulse Code Modulation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Delta Modulation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Differential PCM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Line Codes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146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382000" cy="1066800"/>
          </a:xfrm>
        </p:spPr>
        <p:txBody>
          <a:bodyPr>
            <a:noAutofit/>
          </a:bodyPr>
          <a:lstStyle/>
          <a:p>
            <a:r>
              <a:rPr lang="en-US" sz="2800" dirty="0"/>
              <a:t>Why digital modulation ?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638800"/>
          </a:xfrm>
        </p:spPr>
        <p:txBody>
          <a:bodyPr/>
          <a:lstStyle/>
          <a:p>
            <a:r>
              <a:rPr lang="en-US" dirty="0"/>
              <a:t>Digital Modulation provides </a:t>
            </a:r>
            <a:r>
              <a:rPr lang="en-US" dirty="0">
                <a:solidFill>
                  <a:srgbClr val="FF0000"/>
                </a:solidFill>
              </a:rPr>
              <a:t>more information capacity, high data security, quicker system availability with great quality communication.</a:t>
            </a:r>
            <a:r>
              <a:rPr lang="en-US" dirty="0"/>
              <a:t> </a:t>
            </a:r>
          </a:p>
          <a:p>
            <a:r>
              <a:rPr lang="en-US" dirty="0"/>
              <a:t>Hence, </a:t>
            </a:r>
            <a:r>
              <a:rPr lang="en-US" dirty="0">
                <a:solidFill>
                  <a:srgbClr val="FF0000"/>
                </a:solidFill>
              </a:rPr>
              <a:t>digital modulation techniques have a greater demand, for their capacity to convey larger amounts of data </a:t>
            </a:r>
            <a:r>
              <a:rPr lang="en-US" dirty="0"/>
              <a:t>than analog modulation techniques.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A7FB94FE-63B5-3C1C-9BE6-758C2C6C0D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5" t="3089" r="2404" b="11394"/>
          <a:stretch/>
        </p:blipFill>
        <p:spPr>
          <a:xfrm>
            <a:off x="1905000" y="2514600"/>
            <a:ext cx="5410200" cy="421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5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382000" cy="1066800"/>
          </a:xfrm>
        </p:spPr>
        <p:txBody>
          <a:bodyPr>
            <a:noAutofit/>
          </a:bodyPr>
          <a:lstStyle/>
          <a:p>
            <a:r>
              <a:rPr lang="en-US" sz="2800" dirty="0"/>
              <a:t>Introduction of Pulse Modulation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txBody>
          <a:bodyPr/>
          <a:lstStyle/>
          <a:p>
            <a:r>
              <a:rPr lang="en-US" dirty="0"/>
              <a:t>In Continues Wave (CW) Modulation some parameters of a </a:t>
            </a:r>
            <a:r>
              <a:rPr lang="en-US" dirty="0">
                <a:solidFill>
                  <a:srgbClr val="FF0000"/>
                </a:solidFill>
              </a:rPr>
              <a:t>Sinusoidal carrier wave </a:t>
            </a:r>
            <a:r>
              <a:rPr lang="en-US" dirty="0"/>
              <a:t>is varied continuously</a:t>
            </a:r>
            <a:r>
              <a:rPr lang="en-US" dirty="0">
                <a:solidFill>
                  <a:srgbClr val="FF0000"/>
                </a:solidFill>
              </a:rPr>
              <a:t> in accordance with the (amplitude of) massage Signal</a:t>
            </a:r>
            <a:r>
              <a:rPr lang="en-US" dirty="0"/>
              <a:t>.</a:t>
            </a:r>
          </a:p>
          <a:p>
            <a:r>
              <a:rPr lang="en-US" dirty="0"/>
              <a:t>In Pulse Modulation </a:t>
            </a:r>
            <a:r>
              <a:rPr lang="en-US" dirty="0">
                <a:solidFill>
                  <a:srgbClr val="FF0000"/>
                </a:solidFill>
              </a:rPr>
              <a:t>some parameters of the Pulse Train </a:t>
            </a:r>
            <a:r>
              <a:rPr lang="en-US" dirty="0"/>
              <a:t>is varied </a:t>
            </a:r>
            <a:r>
              <a:rPr lang="en-US" dirty="0">
                <a:solidFill>
                  <a:srgbClr val="FF0000"/>
                </a:solidFill>
              </a:rPr>
              <a:t>in accordance with the massage Signal</a:t>
            </a:r>
            <a:r>
              <a:rPr lang="en-US" dirty="0"/>
              <a:t>.</a:t>
            </a:r>
          </a:p>
          <a:p>
            <a:r>
              <a:rPr lang="en-US" dirty="0"/>
              <a:t>We may distinguish two families of the pulse modulation. </a:t>
            </a:r>
          </a:p>
          <a:p>
            <a:endParaRPr lang="en-US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19" t="19426"/>
          <a:stretch/>
        </p:blipFill>
        <p:spPr>
          <a:xfrm>
            <a:off x="2514600" y="3124200"/>
            <a:ext cx="4267200" cy="36681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34456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077200" cy="6324600"/>
          </a:xfrm>
        </p:spPr>
        <p:txBody>
          <a:bodyPr/>
          <a:lstStyle/>
          <a:p>
            <a:r>
              <a:rPr lang="en-US" dirty="0"/>
              <a:t>In analog Pulse Modulation, </a:t>
            </a:r>
            <a:r>
              <a:rPr lang="en-US" dirty="0">
                <a:solidFill>
                  <a:srgbClr val="FF0000"/>
                </a:solidFill>
              </a:rPr>
              <a:t>Periodic Pulse Train </a:t>
            </a:r>
            <a:r>
              <a:rPr lang="en-US" dirty="0"/>
              <a:t>is used as the carrier wave and some characteristic features of pulse (</a:t>
            </a:r>
            <a:r>
              <a:rPr lang="en-US" dirty="0">
                <a:solidFill>
                  <a:srgbClr val="FF0000"/>
                </a:solidFill>
              </a:rPr>
              <a:t>Amplitude, duration or position</a:t>
            </a:r>
            <a:r>
              <a:rPr lang="en-US" dirty="0"/>
              <a:t>) is varied in a continues manner in accordance with the corresponding sample value of the massage signal.</a:t>
            </a:r>
          </a:p>
          <a:p>
            <a:r>
              <a:rPr lang="en-US" dirty="0"/>
              <a:t>Thus, in analog pulse modulation information is transmitted basically in</a:t>
            </a:r>
            <a:r>
              <a:rPr lang="en-US" dirty="0">
                <a:solidFill>
                  <a:srgbClr val="FF0000"/>
                </a:solidFill>
              </a:rPr>
              <a:t> analog form</a:t>
            </a:r>
            <a:r>
              <a:rPr lang="en-US" dirty="0"/>
              <a:t>, but the transmission take places at </a:t>
            </a:r>
            <a:r>
              <a:rPr lang="en-US" dirty="0">
                <a:solidFill>
                  <a:srgbClr val="FF0000"/>
                </a:solidFill>
              </a:rPr>
              <a:t>discrete times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>
                <a:solidFill>
                  <a:srgbClr val="FF0000"/>
                </a:solidFill>
              </a:rPr>
              <a:t>digital pulse modulation </a:t>
            </a:r>
            <a:r>
              <a:rPr lang="en-US" dirty="0"/>
              <a:t>the massage signal is represented in a form that is discrete in both </a:t>
            </a:r>
            <a:r>
              <a:rPr lang="en-US" dirty="0">
                <a:solidFill>
                  <a:srgbClr val="FF0000"/>
                </a:solidFill>
              </a:rPr>
              <a:t>Time and Amplitude</a:t>
            </a:r>
            <a:r>
              <a:rPr lang="en-US" dirty="0"/>
              <a:t>, there by permitting its transmission in digital form as a sequence of </a:t>
            </a:r>
            <a:r>
              <a:rPr lang="en-US" dirty="0">
                <a:solidFill>
                  <a:srgbClr val="FF0000"/>
                </a:solidFill>
              </a:rPr>
              <a:t>coded pulses</a:t>
            </a:r>
            <a:r>
              <a:rPr lang="en-US" dirty="0"/>
              <a:t>.</a:t>
            </a:r>
          </a:p>
          <a:p>
            <a:r>
              <a:rPr lang="en-US" dirty="0"/>
              <a:t>As a beginning we will discuss the </a:t>
            </a:r>
            <a:r>
              <a:rPr lang="en-US" dirty="0">
                <a:solidFill>
                  <a:srgbClr val="FF0000"/>
                </a:solidFill>
              </a:rPr>
              <a:t>Sampling process</a:t>
            </a:r>
            <a:r>
              <a:rPr lang="en-US" dirty="0"/>
              <a:t>, which is </a:t>
            </a:r>
            <a:r>
              <a:rPr lang="en-US" dirty="0">
                <a:solidFill>
                  <a:srgbClr val="FF0000"/>
                </a:solidFill>
              </a:rPr>
              <a:t>basic to all pulse Modulation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499378E-4B94-4D8E-9D4F-8B2CD713EEE1}"/>
                  </a:ext>
                </a:extLst>
              </p14:cNvPr>
              <p14:cNvContentPartPr/>
              <p14:nvPr/>
            </p14:nvContentPartPr>
            <p14:xfrm>
              <a:off x="11791356" y="4550274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499378E-4B94-4D8E-9D4F-8B2CD713EEE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773356" y="453227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634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p\Desktop\sampl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57" y="1295400"/>
            <a:ext cx="8376531" cy="533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726327" y="535858"/>
            <a:ext cx="5690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Steps of Analog to Digital Conversion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A7BDA4A-4B41-488D-9CDC-0034691AD77F}"/>
                  </a:ext>
                </a:extLst>
              </p14:cNvPr>
              <p14:cNvContentPartPr/>
              <p14:nvPr/>
            </p14:nvContentPartPr>
            <p14:xfrm>
              <a:off x="-1723044" y="3093714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A7BDA4A-4B41-488D-9CDC-0034691AD7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740684" y="307607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432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761682"/>
          </a:xfrm>
        </p:spPr>
        <p:txBody>
          <a:bodyPr/>
          <a:lstStyle/>
          <a:p>
            <a:r>
              <a:rPr lang="en-US" dirty="0"/>
              <a:t>Sampling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458200" cy="5715000"/>
          </a:xfrm>
        </p:spPr>
        <p:txBody>
          <a:bodyPr/>
          <a:lstStyle/>
          <a:p>
            <a:r>
              <a:rPr lang="en-US" dirty="0"/>
              <a:t>Sampling process is</a:t>
            </a:r>
            <a:r>
              <a:rPr lang="en-US" dirty="0">
                <a:solidFill>
                  <a:srgbClr val="FF0000"/>
                </a:solidFill>
              </a:rPr>
              <a:t> a basic Operation </a:t>
            </a:r>
            <a:r>
              <a:rPr lang="en-US" dirty="0"/>
              <a:t>in the Digital Communication.</a:t>
            </a:r>
          </a:p>
          <a:p>
            <a:r>
              <a:rPr lang="en-US" dirty="0"/>
              <a:t>In this process Continues time, Analog signal is sampled by </a:t>
            </a:r>
            <a:r>
              <a:rPr lang="en-US" dirty="0">
                <a:solidFill>
                  <a:srgbClr val="FF0000"/>
                </a:solidFill>
              </a:rPr>
              <a:t>measuring its Amplitude at  discrete instances</a:t>
            </a:r>
            <a:r>
              <a:rPr lang="en-US" dirty="0"/>
              <a:t>.</a:t>
            </a:r>
          </a:p>
          <a:p>
            <a:r>
              <a:rPr lang="en-US" dirty="0"/>
              <a:t>So, the continues-time Analog Signal is converted into a corresponding </a:t>
            </a:r>
            <a:r>
              <a:rPr lang="en-US" dirty="0">
                <a:solidFill>
                  <a:srgbClr val="FF0000"/>
                </a:solidFill>
              </a:rPr>
              <a:t>sequence of samples </a:t>
            </a:r>
            <a:r>
              <a:rPr lang="en-US" dirty="0"/>
              <a:t>that are usually spaced uniformly in time.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FF0000"/>
                </a:solidFill>
              </a:rPr>
              <a:t>necessary to choose the sampling rate properly</a:t>
            </a:r>
            <a:r>
              <a:rPr lang="en-US" dirty="0"/>
              <a:t>, so the sequence of samples uniquely define the </a:t>
            </a:r>
            <a:r>
              <a:rPr lang="en-US" dirty="0">
                <a:solidFill>
                  <a:srgbClr val="FF0000"/>
                </a:solidFill>
              </a:rPr>
              <a:t>original Analog Signal</a:t>
            </a:r>
            <a:r>
              <a:rPr lang="en-US" dirty="0"/>
              <a:t>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B467DD7-50EA-4B58-8D2A-305301FA1AB0}"/>
                  </a:ext>
                </a:extLst>
              </p14:cNvPr>
              <p14:cNvContentPartPr/>
              <p14:nvPr/>
            </p14:nvContentPartPr>
            <p14:xfrm>
              <a:off x="-1764444" y="2185794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B467DD7-50EA-4B58-8D2A-305301FA1AB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-1782084" y="216815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DE16C1C-4803-4A7C-8A33-1A75296DCB52}"/>
                  </a:ext>
                </a:extLst>
              </p14:cNvPr>
              <p14:cNvContentPartPr/>
              <p14:nvPr/>
            </p14:nvContentPartPr>
            <p14:xfrm>
              <a:off x="-1976124" y="402107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DE16C1C-4803-4A7C-8A33-1A75296DCB5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-1993764" y="400307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675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sz="2800"/>
              <a:t>Sampling Rate/frequency</a:t>
            </a:r>
            <a:endParaRPr lang="en-US" sz="2800" dirty="0"/>
          </a:p>
          <a:p>
            <a:r>
              <a:rPr lang="en-US" dirty="0"/>
              <a:t>To discretize the signals, the </a:t>
            </a:r>
            <a:r>
              <a:rPr lang="en-US" dirty="0">
                <a:solidFill>
                  <a:srgbClr val="FF0000"/>
                </a:solidFill>
              </a:rPr>
              <a:t>gap between the samples should be fixed</a:t>
            </a:r>
            <a:r>
              <a:rPr lang="en-US" dirty="0"/>
              <a:t>. That gap can be termed as a sampling period </a:t>
            </a:r>
            <a:r>
              <a:rPr lang="en-US" dirty="0" err="1"/>
              <a:t>T</a:t>
            </a:r>
            <a:r>
              <a:rPr lang="en-US" baseline="-25000" dirty="0" err="1"/>
              <a:t>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Where,</a:t>
            </a:r>
          </a:p>
          <a:p>
            <a:r>
              <a:rPr lang="en-US" dirty="0" err="1">
                <a:solidFill>
                  <a:srgbClr val="FF0000"/>
                </a:solidFill>
              </a:rPr>
              <a:t>Ts</a:t>
            </a:r>
            <a:r>
              <a:rPr lang="en-US" dirty="0"/>
              <a:t> - is the sampling time</a:t>
            </a:r>
          </a:p>
          <a:p>
            <a:r>
              <a:rPr lang="en-US" dirty="0" err="1">
                <a:solidFill>
                  <a:srgbClr val="FF0000"/>
                </a:solidFill>
              </a:rPr>
              <a:t>Fs</a:t>
            </a:r>
            <a:r>
              <a:rPr lang="en-US" dirty="0"/>
              <a:t> - is the sampling frequency or the sampling rate</a:t>
            </a:r>
          </a:p>
          <a:p>
            <a:endParaRPr lang="en-US" dirty="0"/>
          </a:p>
          <a:p>
            <a:r>
              <a:rPr lang="en-US" dirty="0"/>
              <a:t>Sampling frequency is the reciprocal of the sampling period. This </a:t>
            </a:r>
            <a:r>
              <a:rPr lang="en-US" dirty="0">
                <a:solidFill>
                  <a:srgbClr val="FF0000"/>
                </a:solidFill>
              </a:rPr>
              <a:t>sampling frequency, can be simply called as Sampling rate</a:t>
            </a:r>
            <a:r>
              <a:rPr lang="en-US" dirty="0"/>
              <a:t>. The sampling rate denotes the </a:t>
            </a:r>
            <a:r>
              <a:rPr lang="en-US" dirty="0">
                <a:solidFill>
                  <a:srgbClr val="FF0000"/>
                </a:solidFill>
              </a:rPr>
              <a:t>number of samples taken per second</a:t>
            </a:r>
            <a:r>
              <a:rPr lang="en-US" dirty="0"/>
              <a:t>, or for a finite set of values.</a:t>
            </a:r>
          </a:p>
          <a:p>
            <a:endParaRPr lang="en-US" dirty="0"/>
          </a:p>
        </p:txBody>
      </p:sp>
      <p:pic>
        <p:nvPicPr>
          <p:cNvPr id="4098" name="Picture 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4094917" cy="80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79E9AC-531D-44B1-B068-7B7FC446D709}"/>
                  </a:ext>
                </a:extLst>
              </p14:cNvPr>
              <p14:cNvContentPartPr/>
              <p14:nvPr/>
            </p14:nvContentPartPr>
            <p14:xfrm>
              <a:off x="7859436" y="4714794"/>
              <a:ext cx="525240" cy="15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79E9AC-531D-44B1-B068-7B7FC446D70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41436" y="4696794"/>
                <a:ext cx="560880" cy="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126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6477000"/>
          </a:xfrm>
        </p:spPr>
        <p:txBody>
          <a:bodyPr>
            <a:normAutofit lnSpcReduction="10000"/>
          </a:bodyPr>
          <a:lstStyle/>
          <a:p>
            <a:r>
              <a:rPr lang="en-US" sz="2800" dirty="0" err="1"/>
              <a:t>Nyquist</a:t>
            </a:r>
            <a:r>
              <a:rPr lang="en-US" sz="2800" dirty="0"/>
              <a:t> Rate</a:t>
            </a:r>
          </a:p>
          <a:p>
            <a:r>
              <a:rPr lang="en-US" dirty="0"/>
              <a:t>Suppose that a signal is </a:t>
            </a:r>
            <a:r>
              <a:rPr lang="en-US" dirty="0">
                <a:solidFill>
                  <a:srgbClr val="FF0000"/>
                </a:solidFill>
              </a:rPr>
              <a:t>band-limited</a:t>
            </a:r>
            <a:r>
              <a:rPr lang="en-US" dirty="0"/>
              <a:t> with </a:t>
            </a:r>
            <a:r>
              <a:rPr lang="en-US" dirty="0">
                <a:solidFill>
                  <a:srgbClr val="FF0000"/>
                </a:solidFill>
              </a:rPr>
              <a:t>no frequency components higher than W Hertz</a:t>
            </a:r>
            <a:r>
              <a:rPr lang="en-US" dirty="0"/>
              <a:t>. That means, W is the highest frequency. For such a signal, for </a:t>
            </a:r>
            <a:r>
              <a:rPr lang="en-US" dirty="0">
                <a:solidFill>
                  <a:srgbClr val="FF0000"/>
                </a:solidFill>
              </a:rPr>
              <a:t>effective reproduction </a:t>
            </a:r>
            <a:r>
              <a:rPr lang="en-US" dirty="0"/>
              <a:t>of the original signal, the </a:t>
            </a:r>
            <a:r>
              <a:rPr lang="en-US" dirty="0">
                <a:solidFill>
                  <a:srgbClr val="FF0000"/>
                </a:solidFill>
              </a:rPr>
              <a:t>sampling rate should be twice the highest frequency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Which means,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Where,</a:t>
            </a:r>
          </a:p>
          <a:p>
            <a:r>
              <a:rPr lang="en-US" dirty="0" err="1"/>
              <a:t>fs</a:t>
            </a:r>
            <a:r>
              <a:rPr lang="en-US" dirty="0"/>
              <a:t> -  is the </a:t>
            </a:r>
            <a:r>
              <a:rPr lang="en-US" dirty="0">
                <a:solidFill>
                  <a:srgbClr val="FF0000"/>
                </a:solidFill>
              </a:rPr>
              <a:t>sampling rate</a:t>
            </a:r>
          </a:p>
          <a:p>
            <a:r>
              <a:rPr lang="en-US" dirty="0"/>
              <a:t>W - is the </a:t>
            </a:r>
            <a:r>
              <a:rPr lang="en-US" dirty="0">
                <a:solidFill>
                  <a:srgbClr val="FF0000"/>
                </a:solidFill>
              </a:rPr>
              <a:t>highest frequency</a:t>
            </a:r>
          </a:p>
          <a:p>
            <a:r>
              <a:rPr lang="en-US" dirty="0"/>
              <a:t>This rate of sampling is called as </a:t>
            </a:r>
            <a:r>
              <a:rPr lang="en-US" dirty="0" err="1"/>
              <a:t>Nyquist</a:t>
            </a:r>
            <a:r>
              <a:rPr lang="en-US" dirty="0"/>
              <a:t> rate.</a:t>
            </a:r>
          </a:p>
          <a:p>
            <a:r>
              <a:rPr lang="en-US" dirty="0"/>
              <a:t>A theorem called, </a:t>
            </a:r>
            <a:r>
              <a:rPr lang="en-US" dirty="0">
                <a:solidFill>
                  <a:srgbClr val="FF0000"/>
                </a:solidFill>
              </a:rPr>
              <a:t>Sampling Theorem, was stated on the theory </a:t>
            </a:r>
            <a:r>
              <a:rPr lang="en-US" dirty="0"/>
              <a:t>of this </a:t>
            </a:r>
            <a:r>
              <a:rPr lang="en-US" dirty="0" err="1"/>
              <a:t>Nyquist</a:t>
            </a:r>
            <a:r>
              <a:rPr lang="en-US" dirty="0"/>
              <a:t> rate.</a:t>
            </a:r>
          </a:p>
          <a:p>
            <a:r>
              <a:rPr lang="en-US" dirty="0"/>
              <a:t>       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5122" name="Picture 2" descr="C:\Users\Hp\Desktop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031435"/>
            <a:ext cx="1462088" cy="63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0B8735-9BA4-4DD5-8E6B-650DDAF2D02C}"/>
                  </a:ext>
                </a:extLst>
              </p14:cNvPr>
              <p14:cNvContentPartPr/>
              <p14:nvPr/>
            </p14:nvContentPartPr>
            <p14:xfrm>
              <a:off x="529116" y="209579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0B8735-9BA4-4DD5-8E6B-650DDAF2D0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1116" y="207815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1441060-0891-4DB3-B22F-DD70C51EEA2A}"/>
                  </a:ext>
                </a:extLst>
              </p14:cNvPr>
              <p14:cNvContentPartPr/>
              <p14:nvPr/>
            </p14:nvContentPartPr>
            <p14:xfrm>
              <a:off x="-999444" y="3104154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1441060-0891-4DB3-B22F-DD70C51EEA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017444" y="308615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64FBF21-89AA-43AE-98A0-F3C536725A79}"/>
                  </a:ext>
                </a:extLst>
              </p14:cNvPr>
              <p14:cNvContentPartPr/>
              <p14:nvPr/>
            </p14:nvContentPartPr>
            <p14:xfrm>
              <a:off x="-2945964" y="446274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64FBF21-89AA-43AE-98A0-F3C536725A7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-2963604" y="42863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516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7620000" cy="43735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Sampling Theorem</a:t>
                </a:r>
              </a:p>
              <a:p>
                <a:pPr marL="342900" indent="-342900"/>
                <a:r>
                  <a:rPr kumimoji="1" lang="en-US" altLang="zh-CN" i="1" dirty="0">
                    <a:latin typeface="Times New Roman" pitchFamily="18" charset="0"/>
                  </a:rPr>
                  <a:t>A </a:t>
                </a:r>
                <a:r>
                  <a:rPr kumimoji="1" lang="en-US" altLang="zh-CN" i="1" dirty="0">
                    <a:solidFill>
                      <a:srgbClr val="FF3399"/>
                    </a:solidFill>
                    <a:latin typeface="Times New Roman" pitchFamily="18" charset="0"/>
                  </a:rPr>
                  <a:t>Signal which is band limited to </a:t>
                </a:r>
                <a:r>
                  <a:rPr kumimoji="1" lang="en-US" altLang="zh-CN" i="1" dirty="0" err="1">
                    <a:solidFill>
                      <a:srgbClr val="FF3399"/>
                    </a:solidFill>
                    <a:latin typeface="Times New Roman" pitchFamily="18" charset="0"/>
                  </a:rPr>
                  <a:t>fm</a:t>
                </a:r>
                <a:r>
                  <a:rPr kumimoji="1" lang="en-US" altLang="zh-CN" i="1" dirty="0">
                    <a:solidFill>
                      <a:srgbClr val="FF3399"/>
                    </a:solidFill>
                    <a:latin typeface="Times New Roman" pitchFamily="18" charset="0"/>
                  </a:rPr>
                  <a:t> Hz, can be completely recovered </a:t>
                </a:r>
                <a:endParaRPr kumimoji="1" lang="en-US" altLang="zh-CN" i="1" dirty="0">
                  <a:latin typeface="Times New Roman" pitchFamily="18" charset="0"/>
                </a:endParaRPr>
              </a:p>
              <a:p>
                <a:r>
                  <a:rPr lang="en-US" dirty="0"/>
                  <a:t>From its samples, if the samples are taken at a rate of </a:t>
                </a:r>
              </a:p>
              <a:p>
                <a:r>
                  <a:rPr lang="en-US" dirty="0"/>
                  <a:t>                       or </a:t>
                </a:r>
                <a:r>
                  <a:rPr lang="en-US" dirty="0" err="1"/>
                  <a:t>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dirty="0"/>
                  <a:t> 1/2fm.</a:t>
                </a:r>
              </a:p>
              <a:p>
                <a:endParaRPr lang="en-US" dirty="0"/>
              </a:p>
              <a:p>
                <a:r>
                  <a:rPr lang="en-US" dirty="0" err="1"/>
                  <a:t>Fs</a:t>
                </a:r>
                <a:r>
                  <a:rPr lang="en-US" dirty="0"/>
                  <a:t> – Sampling Frequency</a:t>
                </a:r>
              </a:p>
              <a:p>
                <a:r>
                  <a:rPr lang="en-US" dirty="0" err="1"/>
                  <a:t>Ts</a:t>
                </a:r>
                <a:r>
                  <a:rPr lang="en-US" dirty="0"/>
                  <a:t> – Sampling Time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Band Limited to </a:t>
                </a:r>
                <a:r>
                  <a:rPr lang="en-US" dirty="0" err="1">
                    <a:solidFill>
                      <a:srgbClr val="FF0000"/>
                    </a:solidFill>
                  </a:rPr>
                  <a:t>fm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means - The message Signal should have the </a:t>
                </a:r>
                <a:r>
                  <a:rPr lang="en-US" dirty="0">
                    <a:solidFill>
                      <a:srgbClr val="FF0000"/>
                    </a:solidFill>
                  </a:rPr>
                  <a:t>maximum frequency component </a:t>
                </a:r>
                <a:r>
                  <a:rPr lang="en-US" dirty="0"/>
                  <a:t>as fm.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7620000" cy="4373563"/>
              </a:xfrm>
              <a:blipFill>
                <a:blip r:embed="rId2"/>
                <a:stretch>
                  <a:fillRect l="-1200" t="-1813" r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606266"/>
              </p:ext>
            </p:extLst>
          </p:nvPr>
        </p:nvGraphicFramePr>
        <p:xfrm>
          <a:off x="533400" y="2209800"/>
          <a:ext cx="1562100" cy="551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700" imgH="228600" progId="Equation.DSMT4">
                  <p:embed/>
                </p:oleObj>
              </mc:Choice>
              <mc:Fallback>
                <p:oleObj name="Equation" r:id="rId3" imgW="6477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09800"/>
                        <a:ext cx="1562100" cy="551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3251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412480" cy="6477000"/>
          </a:xfrm>
        </p:spPr>
        <p:txBody>
          <a:bodyPr>
            <a:normAutofit/>
          </a:bodyPr>
          <a:lstStyle/>
          <a:p>
            <a:r>
              <a:rPr lang="en-US" dirty="0"/>
              <a:t>To perform the Sampling process, the message signal is multiplied (By a </a:t>
            </a:r>
            <a:r>
              <a:rPr lang="en-US" dirty="0">
                <a:solidFill>
                  <a:srgbClr val="FF0000"/>
                </a:solidFill>
              </a:rPr>
              <a:t>multiplier</a:t>
            </a:r>
            <a:r>
              <a:rPr lang="en-US" dirty="0"/>
              <a:t>) with the Sampling function </a:t>
            </a:r>
            <a:r>
              <a:rPr lang="en-US" dirty="0">
                <a:solidFill>
                  <a:srgbClr val="FF0000"/>
                </a:solidFill>
              </a:rPr>
              <a:t>(Impulse Train).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x(t) - is the band limited message signal</a:t>
            </a:r>
          </a:p>
          <a:p>
            <a:r>
              <a:rPr lang="en-US" dirty="0"/>
              <a:t>The Sampling function - p</a:t>
            </a:r>
            <a:r>
              <a:rPr lang="en-US" sz="1600" dirty="0">
                <a:latin typeface="Century Gothic"/>
              </a:rPr>
              <a:t>(t)</a:t>
            </a:r>
            <a:r>
              <a:rPr lang="en-US" sz="1600" dirty="0"/>
              <a:t> </a:t>
            </a:r>
            <a:r>
              <a:rPr lang="en-US" dirty="0"/>
              <a:t>is a </a:t>
            </a:r>
            <a:r>
              <a:rPr lang="en-US" dirty="0">
                <a:solidFill>
                  <a:srgbClr val="FF0000"/>
                </a:solidFill>
              </a:rPr>
              <a:t>train of impulses </a:t>
            </a:r>
            <a:r>
              <a:rPr lang="en-US" dirty="0"/>
              <a:t>which has time intervals of </a:t>
            </a:r>
            <a:r>
              <a:rPr lang="en-US" dirty="0" err="1"/>
              <a:t>Ts</a:t>
            </a:r>
            <a:r>
              <a:rPr lang="en-US" dirty="0"/>
              <a:t>.</a:t>
            </a:r>
          </a:p>
          <a:p>
            <a:r>
              <a:rPr lang="en-US" dirty="0" err="1"/>
              <a:t>Xp</a:t>
            </a:r>
            <a:r>
              <a:rPr lang="en-US" dirty="0"/>
              <a:t>(t) – is sampled Signal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80360" y="1447800"/>
            <a:ext cx="3063240" cy="685800"/>
          </a:xfrm>
          <a:prstGeom prst="rect">
            <a:avLst/>
          </a:prstGeom>
        </p:spPr>
      </p:pic>
      <p:pic>
        <p:nvPicPr>
          <p:cNvPr id="5" name="Picture 5" descr="C:\Documents and Settings\mchssmb4\My Documents\Teaching\UG\SignalsSystems\MatlabSimulink\impulseTra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41"/>
          <a:stretch/>
        </p:blipFill>
        <p:spPr bwMode="auto">
          <a:xfrm>
            <a:off x="0" y="1045438"/>
            <a:ext cx="2667000" cy="149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Documents and Settings\mchssmb4\My Documents\Teaching\UG\SignalsSystems\MatlabSimulink\impulseTra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8" t="35647" b="35582"/>
          <a:stretch/>
        </p:blipFill>
        <p:spPr bwMode="auto">
          <a:xfrm>
            <a:off x="2667000" y="2665837"/>
            <a:ext cx="3165475" cy="160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C:\Documents and Settings\mchssmb4\My Documents\Teaching\UG\SignalsSystems\MatlabSimulink\impulseTra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5" t="63531" b="4260"/>
          <a:stretch/>
        </p:blipFill>
        <p:spPr bwMode="auto">
          <a:xfrm>
            <a:off x="6253316" y="1078622"/>
            <a:ext cx="2762353" cy="160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298424" y="3962400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/>
              <a:t>Ts</a:t>
            </a:r>
            <a:endParaRPr lang="en-US" sz="11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841224" y="3995410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-</a:t>
            </a:r>
            <a:r>
              <a:rPr lang="en-US" sz="1100" b="1" dirty="0" err="1"/>
              <a:t>Ts</a:t>
            </a:r>
            <a:endParaRPr lang="en-US" sz="11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995410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2Ts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3962400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-2Ts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929390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-3Ts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9478" y="3995410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3Ts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BDF5AEA-4C7D-491E-8667-4E1C1C056F02}"/>
                  </a:ext>
                </a:extLst>
              </p14:cNvPr>
              <p14:cNvContentPartPr/>
              <p14:nvPr/>
            </p14:nvContentPartPr>
            <p14:xfrm>
              <a:off x="1912236" y="296879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BDF5AEA-4C7D-491E-8667-4E1C1C056F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94596" y="2951154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5866E87B-5007-4E63-89C2-9A4959B724DC}"/>
              </a:ext>
            </a:extLst>
          </p:cNvPr>
          <p:cNvGrpSpPr/>
          <p:nvPr/>
        </p:nvGrpSpPr>
        <p:grpSpPr>
          <a:xfrm>
            <a:off x="3403716" y="4248594"/>
            <a:ext cx="1641240" cy="131760"/>
            <a:chOff x="3403716" y="4248594"/>
            <a:chExt cx="164124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313C5FC-AF41-4A36-9BDE-9677394459AD}"/>
                    </a:ext>
                  </a:extLst>
                </p14:cNvPr>
                <p14:cNvContentPartPr/>
                <p14:nvPr/>
              </p14:nvContentPartPr>
              <p14:xfrm>
                <a:off x="4223796" y="4307994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313C5FC-AF41-4A36-9BDE-9677394459A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05796" y="429035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E60782-2793-4251-AF94-8662FCF2FFBE}"/>
                    </a:ext>
                  </a:extLst>
                </p14:cNvPr>
                <p14:cNvContentPartPr/>
                <p14:nvPr/>
              </p14:nvContentPartPr>
              <p14:xfrm>
                <a:off x="4475796" y="4325994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E60782-2793-4251-AF94-8662FCF2FFB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57796" y="430835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6180A06-8895-4C6D-BA3E-B1EFADE23A13}"/>
                    </a:ext>
                  </a:extLst>
                </p14:cNvPr>
                <p14:cNvContentPartPr/>
                <p14:nvPr/>
              </p14:nvContentPartPr>
              <p14:xfrm>
                <a:off x="4816716" y="4301874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6180A06-8895-4C6D-BA3E-B1EFADE23A1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98716" y="428387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0B958CA-56BC-4078-A63E-A9B6FA84B447}"/>
                    </a:ext>
                  </a:extLst>
                </p14:cNvPr>
                <p14:cNvContentPartPr/>
                <p14:nvPr/>
              </p14:nvContentPartPr>
              <p14:xfrm>
                <a:off x="5044596" y="4307994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0B958CA-56BC-4078-A63E-A9B6FA84B44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26596" y="429035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CA18CB5-B084-43AF-ADFE-E9F6AF17BA92}"/>
                    </a:ext>
                  </a:extLst>
                </p14:cNvPr>
                <p14:cNvContentPartPr/>
                <p14:nvPr/>
              </p14:nvContentPartPr>
              <p14:xfrm>
                <a:off x="3996636" y="4379994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CA18CB5-B084-43AF-ADFE-E9F6AF17BA9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78996" y="436235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730EED-7A7C-4162-9DB1-077330F6D72B}"/>
                    </a:ext>
                  </a:extLst>
                </p14:cNvPr>
                <p14:cNvContentPartPr/>
                <p14:nvPr/>
              </p14:nvContentPartPr>
              <p14:xfrm>
                <a:off x="3739236" y="4260474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730EED-7A7C-4162-9DB1-077330F6D72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21236" y="424247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7F4F8E6-C822-4285-910F-765E04FF156A}"/>
                    </a:ext>
                  </a:extLst>
                </p14:cNvPr>
                <p14:cNvContentPartPr/>
                <p14:nvPr/>
              </p14:nvContentPartPr>
              <p14:xfrm>
                <a:off x="3403716" y="4248594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7F4F8E6-C822-4285-910F-765E04FF156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385716" y="423059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5E3AD89-01B2-A2AB-93BF-62C1C43950E9}"/>
              </a:ext>
            </a:extLst>
          </p:cNvPr>
          <p:cNvSpPr txBox="1"/>
          <p:nvPr/>
        </p:nvSpPr>
        <p:spPr>
          <a:xfrm>
            <a:off x="3733800" y="1840468"/>
            <a:ext cx="6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p(t)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5F99E0-1E85-5959-108C-2BDB6C40594F}"/>
              </a:ext>
            </a:extLst>
          </p:cNvPr>
          <p:cNvSpPr txBox="1"/>
          <p:nvPr/>
        </p:nvSpPr>
        <p:spPr>
          <a:xfrm>
            <a:off x="5486400" y="1447800"/>
            <a:ext cx="6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p(t)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8BE2C1-76B9-A43F-43AB-C44EA4D8BC6F}"/>
              </a:ext>
            </a:extLst>
          </p:cNvPr>
          <p:cNvSpPr txBox="1"/>
          <p:nvPr/>
        </p:nvSpPr>
        <p:spPr>
          <a:xfrm>
            <a:off x="4495800" y="1459468"/>
            <a:ext cx="69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Xp</a:t>
            </a:r>
            <a:r>
              <a:rPr lang="en-US" dirty="0"/>
              <a:t>(t)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C8366-1F1A-F1AA-B4C9-C96DC920FE37}"/>
              </a:ext>
            </a:extLst>
          </p:cNvPr>
          <p:cNvSpPr txBox="1"/>
          <p:nvPr/>
        </p:nvSpPr>
        <p:spPr>
          <a:xfrm>
            <a:off x="3886200" y="4343400"/>
            <a:ext cx="6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p(t)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7409D8-8EA9-596C-43FD-7A666C18BBA2}"/>
              </a:ext>
            </a:extLst>
          </p:cNvPr>
          <p:cNvSpPr txBox="1"/>
          <p:nvPr/>
        </p:nvSpPr>
        <p:spPr>
          <a:xfrm>
            <a:off x="7457868" y="2602468"/>
            <a:ext cx="69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Xp</a:t>
            </a:r>
            <a:r>
              <a:rPr lang="en-US" dirty="0"/>
              <a:t>(t)</a:t>
            </a:r>
          </a:p>
        </p:txBody>
      </p:sp>
    </p:spTree>
    <p:extLst>
      <p:ext uri="{BB962C8B-B14F-4D97-AF65-F5344CB8AC3E}">
        <p14:creationId xmlns:p14="http://schemas.microsoft.com/office/powerpoint/2010/main" val="3920448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96000"/>
          </a:xfrm>
        </p:spPr>
        <p:txBody>
          <a:bodyPr>
            <a:normAutofit/>
          </a:bodyPr>
          <a:lstStyle/>
          <a:p>
            <a:pPr marL="342900" indent="-342900"/>
            <a:r>
              <a:rPr kumimoji="1" lang="en-US" altLang="zh-CN" dirty="0">
                <a:latin typeface="Times New Roman" pitchFamily="18" charset="0"/>
              </a:rPr>
              <a:t>So the sampled signal is a 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</a:rPr>
              <a:t>product of message signal and a set  of impulse trains</a:t>
            </a:r>
          </a:p>
          <a:p>
            <a:pPr marL="342900" indent="-342900"/>
            <a:endParaRPr kumimoji="1" lang="en-US" altLang="zh-CN" dirty="0">
              <a:latin typeface="Times New Roman" pitchFamily="18" charset="0"/>
            </a:endParaRPr>
          </a:p>
          <a:p>
            <a:pPr marL="342900" indent="-342900"/>
            <a:endParaRPr kumimoji="1" lang="en-US" altLang="zh-CN" dirty="0">
              <a:latin typeface="Times New Roman" pitchFamily="18" charset="0"/>
            </a:endParaRPr>
          </a:p>
          <a:p>
            <a:pPr marL="342900" indent="-342900"/>
            <a:endParaRPr kumimoji="1" lang="en-US" altLang="zh-CN" dirty="0">
              <a:latin typeface="Times New Roman" pitchFamily="18" charset="0"/>
            </a:endParaRPr>
          </a:p>
          <a:p>
            <a:pPr marL="342900" indent="-342900"/>
            <a:endParaRPr kumimoji="1" lang="en-US" altLang="zh-CN" dirty="0">
              <a:latin typeface="Times New Roman" pitchFamily="18" charset="0"/>
            </a:endParaRPr>
          </a:p>
          <a:p>
            <a:pPr lvl="1"/>
            <a:r>
              <a:rPr lang="en-GB" i="1" dirty="0"/>
              <a:t>T</a:t>
            </a:r>
            <a:r>
              <a:rPr lang="en-GB" dirty="0"/>
              <a:t> =Ts is the sampling period</a:t>
            </a:r>
          </a:p>
          <a:p>
            <a:pPr lvl="1"/>
            <a:r>
              <a:rPr lang="en-GB" i="1" dirty="0" err="1">
                <a:latin typeface="Symbol" pitchFamily="18" charset="2"/>
              </a:rPr>
              <a:t>w</a:t>
            </a:r>
            <a:r>
              <a:rPr lang="en-GB" i="1" baseline="-25000" dirty="0" err="1"/>
              <a:t>s</a:t>
            </a:r>
            <a:r>
              <a:rPr lang="en-GB" dirty="0"/>
              <a:t>=2</a:t>
            </a:r>
            <a:r>
              <a:rPr lang="en-GB" i="1" dirty="0">
                <a:latin typeface="Symbol" pitchFamily="18" charset="2"/>
              </a:rPr>
              <a:t>p</a:t>
            </a:r>
            <a:r>
              <a:rPr lang="en-GB" dirty="0"/>
              <a:t>/</a:t>
            </a:r>
            <a:r>
              <a:rPr lang="en-GB" i="1" dirty="0"/>
              <a:t>T</a:t>
            </a:r>
            <a:r>
              <a:rPr lang="en-GB" dirty="0"/>
              <a:t> is the sampling frequency</a:t>
            </a:r>
          </a:p>
          <a:p>
            <a:pPr lvl="1"/>
            <a:r>
              <a:rPr lang="en-GB" dirty="0"/>
              <a:t>This is known as </a:t>
            </a:r>
            <a:r>
              <a:rPr lang="en-GB" b="1" dirty="0"/>
              <a:t>impulse train sampling</a:t>
            </a:r>
            <a:endParaRPr lang="en-GB" dirty="0"/>
          </a:p>
          <a:p>
            <a:pPr marL="274320" lvl="1" indent="0">
              <a:buNone/>
            </a:pPr>
            <a:endParaRPr kumimoji="1" lang="en-US" dirty="0">
              <a:latin typeface="Times New Roman" pitchFamily="18" charset="0"/>
            </a:endParaRPr>
          </a:p>
          <a:p>
            <a:pPr marL="274320" lvl="1" indent="0">
              <a:buNone/>
            </a:pPr>
            <a:endParaRPr kumimoji="1" lang="en-US" dirty="0">
              <a:latin typeface="Times New Roman" pitchFamily="18" charset="0"/>
            </a:endParaRPr>
          </a:p>
          <a:p>
            <a:pPr marL="274320" lvl="1" indent="0">
              <a:buNone/>
            </a:pPr>
            <a:r>
              <a:rPr kumimoji="1" lang="en-US" dirty="0">
                <a:latin typeface="Times New Roman" pitchFamily="18" charset="0"/>
              </a:rPr>
              <a:t>By Definition : </a:t>
            </a:r>
            <a:endParaRPr lang="en-GB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55988"/>
              </p:ext>
            </p:extLst>
          </p:nvPr>
        </p:nvGraphicFramePr>
        <p:xfrm>
          <a:off x="685800" y="1522800"/>
          <a:ext cx="302577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533160" progId="Equation.3">
                  <p:embed/>
                </p:oleObj>
              </mc:Choice>
              <mc:Fallback>
                <p:oleObj name="Equation" r:id="rId2" imgW="1473120" imgH="533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22800"/>
                        <a:ext cx="3025775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575130"/>
              </p:ext>
            </p:extLst>
          </p:nvPr>
        </p:nvGraphicFramePr>
        <p:xfrm>
          <a:off x="2667000" y="4572000"/>
          <a:ext cx="5010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400" imgH="431640" progId="Equation.3">
                  <p:embed/>
                </p:oleObj>
              </mc:Choice>
              <mc:Fallback>
                <p:oleObj name="Equation" r:id="rId4" imgW="2768400" imgH="43164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572000"/>
                        <a:ext cx="5010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E64D82C-712A-45C8-87B2-0951CD2AE8F7}"/>
                  </a:ext>
                </a:extLst>
              </p14:cNvPr>
              <p14:cNvContentPartPr/>
              <p14:nvPr/>
            </p14:nvContentPartPr>
            <p14:xfrm>
              <a:off x="2792796" y="5342274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E64D82C-712A-45C8-87B2-0951CD2AE8F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74796" y="532427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166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529" y="304800"/>
            <a:ext cx="8305800" cy="6172200"/>
          </a:xfrm>
        </p:spPr>
        <p:txBody>
          <a:bodyPr/>
          <a:lstStyle/>
          <a:p>
            <a:r>
              <a:rPr lang="en-US" sz="2400" dirty="0"/>
              <a:t>Proof of Sampling Theorem</a:t>
            </a:r>
          </a:p>
          <a:p>
            <a:r>
              <a:rPr lang="en-US" dirty="0"/>
              <a:t>Consider a </a:t>
            </a:r>
            <a:r>
              <a:rPr lang="en-US" dirty="0">
                <a:solidFill>
                  <a:srgbClr val="FF0000"/>
                </a:solidFill>
              </a:rPr>
              <a:t>continuous</a:t>
            </a:r>
            <a:r>
              <a:rPr lang="en-US" dirty="0"/>
              <a:t> time signal x(t). The spectrum of x(t) is a </a:t>
            </a:r>
            <a:r>
              <a:rPr lang="en-US" dirty="0">
                <a:solidFill>
                  <a:srgbClr val="FF0000"/>
                </a:solidFill>
              </a:rPr>
              <a:t>band limited to </a:t>
            </a:r>
            <a:r>
              <a:rPr lang="en-US" dirty="0" err="1">
                <a:solidFill>
                  <a:srgbClr val="FF0000"/>
                </a:solidFill>
              </a:rPr>
              <a:t>f</a:t>
            </a:r>
            <a:r>
              <a:rPr lang="en-US" baseline="-25000" dirty="0" err="1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FF0000"/>
                </a:solidFill>
              </a:rPr>
              <a:t> Hz </a:t>
            </a:r>
            <a:r>
              <a:rPr lang="en-US" dirty="0"/>
              <a:t>i.e. the spectrum of x(t) is zero for |ω|&gt;</a:t>
            </a:r>
            <a:r>
              <a:rPr lang="en-US" dirty="0" err="1"/>
              <a:t>ω</a:t>
            </a:r>
            <a:r>
              <a:rPr lang="en-US" baseline="-25000" dirty="0" err="1"/>
              <a:t>m</a:t>
            </a:r>
            <a:r>
              <a:rPr lang="en-US" baseline="-25000" dirty="0"/>
              <a:t>.</a:t>
            </a:r>
          </a:p>
          <a:p>
            <a:r>
              <a:rPr lang="en-US" dirty="0"/>
              <a:t>Sampling of input signal x(t) can be obtained by multiplying x(t) with an </a:t>
            </a:r>
            <a:r>
              <a:rPr lang="en-US" dirty="0">
                <a:solidFill>
                  <a:srgbClr val="FF0000"/>
                </a:solidFill>
              </a:rPr>
              <a:t>impulse train δ(t) of period </a:t>
            </a:r>
            <a:r>
              <a:rPr lang="en-US" dirty="0" err="1">
                <a:solidFill>
                  <a:srgbClr val="FF0000"/>
                </a:solidFill>
              </a:rPr>
              <a:t>T</a:t>
            </a:r>
            <a:r>
              <a:rPr lang="en-US" baseline="-25000" dirty="0" err="1">
                <a:solidFill>
                  <a:srgbClr val="FF0000"/>
                </a:solidFill>
              </a:rPr>
              <a:t>s</a:t>
            </a:r>
            <a:r>
              <a:rPr lang="en-US" dirty="0"/>
              <a:t>. And let the Sampled Signal as y(t):</a:t>
            </a:r>
          </a:p>
          <a:p>
            <a:r>
              <a:rPr lang="en-US" dirty="0"/>
              <a:t>Sampled Signal y(t):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trigonometric Fourier series representation of δ(t) </a:t>
            </a:r>
            <a:r>
              <a:rPr lang="en-US" dirty="0"/>
              <a:t>is given by:</a:t>
            </a:r>
          </a:p>
          <a:p>
            <a:endParaRPr lang="en-US" dirty="0"/>
          </a:p>
          <a:p>
            <a:r>
              <a:rPr lang="en-US" dirty="0"/>
              <a:t>Where: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146" name="Picture 2" descr="C:\Users\Hp\Desktop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590800"/>
            <a:ext cx="1552575" cy="49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Hp\Desktop\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57600"/>
            <a:ext cx="445008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:\Users\Hp\Desktop\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58" y="4299155"/>
            <a:ext cx="4645742" cy="240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03D917-2B52-403D-BF72-64D8CBC00184}"/>
                  </a:ext>
                </a:extLst>
              </p14:cNvPr>
              <p14:cNvContentPartPr/>
              <p14:nvPr/>
            </p14:nvContentPartPr>
            <p14:xfrm>
              <a:off x="6187956" y="3650274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03D917-2B52-403D-BF72-64D8CBC0018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70316" y="363227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5210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b="0" dirty="0"/>
              <a:t>Substitute above values to impulse Terrain: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r>
              <a:rPr lang="en-US" b="0" dirty="0"/>
              <a:t>Substitute </a:t>
            </a:r>
            <a:r>
              <a:rPr lang="el-GR" b="0" dirty="0"/>
              <a:t>δ(</a:t>
            </a:r>
            <a:r>
              <a:rPr lang="en-US" b="0" dirty="0"/>
              <a:t>t) in y(t) :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dirty="0"/>
          </a:p>
        </p:txBody>
      </p:sp>
      <p:pic>
        <p:nvPicPr>
          <p:cNvPr id="7170" name="Picture 2" descr="C:\Users\Hp\Desktop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65" y="1202502"/>
            <a:ext cx="4857135" cy="87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Hp\Desktop\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124200"/>
            <a:ext cx="6663644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028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153400" cy="5745163"/>
          </a:xfrm>
        </p:spPr>
        <p:txBody>
          <a:bodyPr/>
          <a:lstStyle/>
          <a:p>
            <a:r>
              <a:rPr lang="en-US" dirty="0"/>
              <a:t>Take Fourier transform on both sides.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reconstruct </a:t>
            </a:r>
            <a:r>
              <a:rPr lang="en-US" dirty="0"/>
              <a:t>x(t), you must </a:t>
            </a:r>
            <a:r>
              <a:rPr lang="en-US" dirty="0">
                <a:solidFill>
                  <a:srgbClr val="FF0000"/>
                </a:solidFill>
              </a:rPr>
              <a:t>recover input signal spectrum X(ω) </a:t>
            </a:r>
            <a:r>
              <a:rPr lang="en-US" dirty="0"/>
              <a:t>from </a:t>
            </a:r>
            <a:r>
              <a:rPr lang="en-US" dirty="0">
                <a:solidFill>
                  <a:srgbClr val="FF0000"/>
                </a:solidFill>
              </a:rPr>
              <a:t>sampled signal spectrum Y(ω), </a:t>
            </a:r>
            <a:r>
              <a:rPr lang="en-US" dirty="0"/>
              <a:t>which is possible when there is </a:t>
            </a:r>
            <a:r>
              <a:rPr lang="en-US" dirty="0">
                <a:solidFill>
                  <a:srgbClr val="FF0000"/>
                </a:solidFill>
              </a:rPr>
              <a:t>no overlapping </a:t>
            </a:r>
            <a:r>
              <a:rPr lang="en-US" dirty="0"/>
              <a:t>between the cycles of Y(ω).</a:t>
            </a:r>
          </a:p>
          <a:p>
            <a:endParaRPr lang="en-US" dirty="0"/>
          </a:p>
        </p:txBody>
      </p:sp>
      <p:pic>
        <p:nvPicPr>
          <p:cNvPr id="8194" name="Picture 2" descr="C:\Users\Hp\Desktop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36" y="838200"/>
            <a:ext cx="7046349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809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Possibility of sampled frequency spectrum </a:t>
            </a:r>
            <a:r>
              <a:rPr lang="en-US" dirty="0"/>
              <a:t>with different conditions is given by the following diagrams:</a:t>
            </a:r>
          </a:p>
          <a:p>
            <a:endParaRPr lang="en-US" dirty="0"/>
          </a:p>
        </p:txBody>
      </p:sp>
      <p:pic>
        <p:nvPicPr>
          <p:cNvPr id="9218" name="Picture 2" descr="C:\Users\Hp\Desktop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2902"/>
            <a:ext cx="6781800" cy="543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B3972C1-289E-45E1-B70B-A25F5BF26AF2}"/>
                  </a:ext>
                </a:extLst>
              </p14:cNvPr>
              <p14:cNvContentPartPr/>
              <p14:nvPr/>
            </p14:nvContentPartPr>
            <p14:xfrm>
              <a:off x="754920" y="2160144"/>
              <a:ext cx="3672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B3972C1-289E-45E1-B70B-A25F5BF26AF2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37280" y="2142504"/>
                <a:ext cx="723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2209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553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Over Sampling , the Original Signal can be extracted using </a:t>
            </a:r>
            <a:r>
              <a:rPr lang="en-US" dirty="0">
                <a:solidFill>
                  <a:srgbClr val="FF0000"/>
                </a:solidFill>
              </a:rPr>
              <a:t>practical law pass filter </a:t>
            </a:r>
            <a:r>
              <a:rPr lang="en-US" dirty="0"/>
              <a:t>which having </a:t>
            </a:r>
            <a:r>
              <a:rPr lang="en-US" dirty="0">
                <a:solidFill>
                  <a:srgbClr val="FF0000"/>
                </a:solidFill>
              </a:rPr>
              <a:t>cut off frequency of fm.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In perfect Sampling , the Original Signal can be extracted using </a:t>
            </a:r>
            <a:r>
              <a:rPr lang="en-US" dirty="0">
                <a:solidFill>
                  <a:srgbClr val="FF0000"/>
                </a:solidFill>
              </a:rPr>
              <a:t>Ideal law pass filter </a:t>
            </a:r>
            <a:r>
              <a:rPr lang="en-US" dirty="0"/>
              <a:t>which having </a:t>
            </a:r>
            <a:r>
              <a:rPr lang="en-US" dirty="0">
                <a:solidFill>
                  <a:srgbClr val="FF0000"/>
                </a:solidFill>
              </a:rPr>
              <a:t>cut off frequency of fm.</a:t>
            </a:r>
          </a:p>
          <a:p>
            <a:endParaRPr lang="en-US" dirty="0"/>
          </a:p>
          <a:p>
            <a:r>
              <a:rPr lang="en-US" dirty="0"/>
              <a:t>In Under Sampling, the aliasing effect will be </a:t>
            </a:r>
            <a:r>
              <a:rPr lang="en-US" dirty="0">
                <a:solidFill>
                  <a:srgbClr val="FF0000"/>
                </a:solidFill>
              </a:rPr>
              <a:t>occurred and a part of spectrum will be distorted</a:t>
            </a:r>
            <a:r>
              <a:rPr lang="en-US" dirty="0"/>
              <a:t>.</a:t>
            </a:r>
          </a:p>
          <a:p>
            <a:r>
              <a:rPr lang="en-US" u="sng" dirty="0">
                <a:solidFill>
                  <a:srgbClr val="FF0000"/>
                </a:solidFill>
              </a:rPr>
              <a:t>Aliasing Effect</a:t>
            </a:r>
          </a:p>
          <a:p>
            <a:r>
              <a:rPr lang="en-US" b="0" dirty="0"/>
              <a:t>The overlapped region in case of </a:t>
            </a:r>
            <a:r>
              <a:rPr lang="en-US" dirty="0">
                <a:solidFill>
                  <a:srgbClr val="FF0000"/>
                </a:solidFill>
              </a:rPr>
              <a:t>under sampling </a:t>
            </a:r>
            <a:r>
              <a:rPr lang="en-US" b="0" dirty="0"/>
              <a:t>represents </a:t>
            </a:r>
            <a:r>
              <a:rPr lang="en-US" dirty="0"/>
              <a:t>Aliasing effect</a:t>
            </a:r>
            <a:r>
              <a:rPr lang="en-US" b="0" dirty="0"/>
              <a:t>. It can be termed as “</a:t>
            </a:r>
            <a:r>
              <a:rPr lang="en-US" dirty="0"/>
              <a:t>the phenomenon of a high-frequency component in the spectrum of a signal, taking on the identity of a lower-frequency component in the spectrum of its sampled version.</a:t>
            </a:r>
          </a:p>
          <a:p>
            <a:r>
              <a:rPr lang="en-US" dirty="0"/>
              <a:t>This effect can be removed by considering</a:t>
            </a:r>
          </a:p>
          <a:p>
            <a:r>
              <a:rPr lang="en-US" dirty="0"/>
              <a:t>	(i) </a:t>
            </a:r>
            <a:r>
              <a:rPr lang="en-US" dirty="0" err="1">
                <a:solidFill>
                  <a:srgbClr val="FF0000"/>
                </a:solidFill>
              </a:rPr>
              <a:t>fs</a:t>
            </a:r>
            <a:r>
              <a:rPr lang="en-US" dirty="0">
                <a:solidFill>
                  <a:srgbClr val="FF0000"/>
                </a:solidFill>
              </a:rPr>
              <a:t> &gt;2fm </a:t>
            </a:r>
            <a:r>
              <a:rPr lang="en-US" dirty="0"/>
              <a:t>or</a:t>
            </a:r>
          </a:p>
          <a:p>
            <a:r>
              <a:rPr lang="en-US" dirty="0"/>
              <a:t>	(ii) by using </a:t>
            </a:r>
            <a:r>
              <a:rPr lang="en-US" dirty="0">
                <a:solidFill>
                  <a:srgbClr val="FF0000"/>
                </a:solidFill>
              </a:rPr>
              <a:t>anti aliasing filters </a:t>
            </a:r>
            <a:r>
              <a:rPr lang="en-US" dirty="0"/>
              <a:t>which are low pass filters and 	eliminate high frequency components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F6B13D-73F0-498D-B151-21572F3157DF}"/>
                  </a:ext>
                </a:extLst>
              </p14:cNvPr>
              <p14:cNvContentPartPr/>
              <p14:nvPr/>
            </p14:nvContentPartPr>
            <p14:xfrm>
              <a:off x="-3111924" y="430799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F6B13D-73F0-498D-B151-21572F3157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129924" y="429035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3323EA7-C930-408E-85A8-FFEA24A79DEC}"/>
                  </a:ext>
                </a:extLst>
              </p14:cNvPr>
              <p14:cNvContentPartPr/>
              <p14:nvPr/>
            </p14:nvContentPartPr>
            <p14:xfrm>
              <a:off x="-1808568" y="1651104"/>
              <a:ext cx="360" cy="4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3323EA7-C930-408E-85A8-FFEA24A79DE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-1826208" y="1633104"/>
                <a:ext cx="360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0C0BD64-DDDF-45FE-ACEC-120EBFE52FD2}"/>
                  </a:ext>
                </a:extLst>
              </p14:cNvPr>
              <p14:cNvContentPartPr/>
              <p14:nvPr/>
            </p14:nvContentPartPr>
            <p14:xfrm>
              <a:off x="-1103328" y="2483784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0C0BD64-DDDF-45FE-ACEC-120EBFE52F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121328" y="246614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5725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685482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Ideal or Impulse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458200" cy="5562600"/>
          </a:xfrm>
        </p:spPr>
        <p:txBody>
          <a:bodyPr/>
          <a:lstStyle/>
          <a:p>
            <a:r>
              <a:rPr lang="en-US" dirty="0"/>
              <a:t>Obtained by </a:t>
            </a:r>
            <a:r>
              <a:rPr lang="en-US" dirty="0">
                <a:solidFill>
                  <a:srgbClr val="FF0000"/>
                </a:solidFill>
              </a:rPr>
              <a:t>multiplying input signal x(t) with impulse train </a:t>
            </a:r>
            <a:r>
              <a:rPr lang="en-US" dirty="0"/>
              <a:t>of period '</a:t>
            </a:r>
            <a:r>
              <a:rPr lang="en-US" dirty="0" err="1"/>
              <a:t>Ts</a:t>
            </a:r>
            <a:r>
              <a:rPr lang="en-US" dirty="0"/>
              <a:t>. Also called ideal sampling.</a:t>
            </a:r>
          </a:p>
          <a:p>
            <a:r>
              <a:rPr lang="en-US" dirty="0"/>
              <a:t>We have </a:t>
            </a:r>
            <a:r>
              <a:rPr lang="en-US" dirty="0">
                <a:solidFill>
                  <a:srgbClr val="FF0000"/>
                </a:solidFill>
              </a:rPr>
              <a:t>already discussed </a:t>
            </a:r>
            <a:r>
              <a:rPr lang="en-US" dirty="0"/>
              <a:t>this topic.</a:t>
            </a:r>
          </a:p>
          <a:p>
            <a:r>
              <a:rPr lang="en-US" dirty="0"/>
              <a:t>This is called ideal sampling or impulse sampling. You </a:t>
            </a:r>
            <a:r>
              <a:rPr lang="en-US" dirty="0">
                <a:solidFill>
                  <a:srgbClr val="FF0000"/>
                </a:solidFill>
              </a:rPr>
              <a:t>cannot use this practically </a:t>
            </a:r>
            <a:r>
              <a:rPr lang="en-US" dirty="0"/>
              <a:t>because </a:t>
            </a:r>
            <a:r>
              <a:rPr lang="en-US" dirty="0">
                <a:solidFill>
                  <a:srgbClr val="FF0000"/>
                </a:solidFill>
              </a:rPr>
              <a:t>pulse width cannot be zero </a:t>
            </a:r>
            <a:r>
              <a:rPr lang="en-US" dirty="0"/>
              <a:t>and the </a:t>
            </a:r>
            <a:r>
              <a:rPr lang="en-US" dirty="0">
                <a:solidFill>
                  <a:srgbClr val="FF0000"/>
                </a:solidFill>
              </a:rPr>
              <a:t>generation of impulse train is not possible practically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4A3110-ABBB-419B-8AB9-F7F3CE3AE128}"/>
                  </a:ext>
                </a:extLst>
              </p14:cNvPr>
              <p14:cNvContentPartPr/>
              <p14:nvPr/>
            </p14:nvContentPartPr>
            <p14:xfrm>
              <a:off x="-2139120" y="3630024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4A3110-ABBB-419B-8AB9-F7F3CE3AE1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156760" y="361238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2040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5791200" cy="685482"/>
          </a:xfrm>
        </p:spPr>
        <p:txBody>
          <a:bodyPr>
            <a:normAutofit/>
          </a:bodyPr>
          <a:lstStyle/>
          <a:p>
            <a:r>
              <a:rPr lang="en-US" sz="2800" b="1" dirty="0"/>
              <a:t>Natural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50757"/>
            <a:ext cx="8534400" cy="5638800"/>
          </a:xfrm>
        </p:spPr>
        <p:txBody>
          <a:bodyPr/>
          <a:lstStyle/>
          <a:p>
            <a:r>
              <a:rPr lang="en-US" dirty="0"/>
              <a:t>Natural sampling </a:t>
            </a:r>
            <a:r>
              <a:rPr lang="en-US" dirty="0">
                <a:solidFill>
                  <a:srgbClr val="FF0000"/>
                </a:solidFill>
              </a:rPr>
              <a:t>is similar </a:t>
            </a:r>
            <a:r>
              <a:rPr lang="en-US" dirty="0"/>
              <a:t>to impulse sampling, except the</a:t>
            </a:r>
            <a:r>
              <a:rPr lang="en-US" dirty="0">
                <a:solidFill>
                  <a:srgbClr val="FF0000"/>
                </a:solidFill>
              </a:rPr>
              <a:t> impulse train is replaced by pulse </a:t>
            </a:r>
            <a:r>
              <a:rPr lang="en-US" dirty="0"/>
              <a:t>train of </a:t>
            </a:r>
            <a:r>
              <a:rPr lang="en-US" dirty="0">
                <a:solidFill>
                  <a:srgbClr val="FF0000"/>
                </a:solidFill>
              </a:rPr>
              <a:t>period </a:t>
            </a:r>
            <a:r>
              <a:rPr lang="en-US" dirty="0" err="1">
                <a:solidFill>
                  <a:srgbClr val="FF0000"/>
                </a:solidFill>
              </a:rPr>
              <a:t>Ts</a:t>
            </a:r>
            <a:r>
              <a:rPr lang="en-US" dirty="0"/>
              <a:t>. i.e.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pulse equation is being given as:</a:t>
            </a:r>
          </a:p>
          <a:p>
            <a:endParaRPr lang="en-US" dirty="0"/>
          </a:p>
          <a:p>
            <a:r>
              <a:rPr lang="en-US" dirty="0"/>
              <a:t>With the help of </a:t>
            </a:r>
            <a:r>
              <a:rPr lang="en-US" dirty="0">
                <a:solidFill>
                  <a:srgbClr val="FF0000"/>
                </a:solidFill>
              </a:rPr>
              <a:t>functional diagram of a Natural sampler</a:t>
            </a:r>
            <a:r>
              <a:rPr lang="en-US" dirty="0"/>
              <a:t>, a sampled signal </a:t>
            </a:r>
            <a:r>
              <a:rPr lang="en-US" dirty="0" err="1"/>
              <a:t>x</a:t>
            </a:r>
            <a:r>
              <a:rPr lang="en-US" sz="1400" dirty="0" err="1"/>
              <a:t>s</a:t>
            </a:r>
            <a:r>
              <a:rPr lang="en-US" dirty="0"/>
              <a:t>(t)  is obtained by multiplication of Pulse train P(t) and the input signal x(t)</a:t>
            </a:r>
          </a:p>
          <a:p>
            <a:r>
              <a:rPr lang="en-US" dirty="0"/>
              <a:t>:</a:t>
            </a:r>
          </a:p>
          <a:p>
            <a:endParaRPr lang="en-US" b="0" dirty="0"/>
          </a:p>
        </p:txBody>
      </p:sp>
      <p:pic>
        <p:nvPicPr>
          <p:cNvPr id="4099" name="Picture 3" descr="C:\Users\Hp\Desktop\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600200"/>
            <a:ext cx="1524000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Hp\Desktop\1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034633"/>
            <a:ext cx="2590800" cy="73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Hp\Desktop\11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876800"/>
            <a:ext cx="8017035" cy="194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841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66713"/>
            <a:ext cx="8458200" cy="6248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Functional Diagram of Natural Sampler: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Pulse Train is in high state </a:t>
            </a:r>
            <a:r>
              <a:rPr lang="en-US" dirty="0"/>
              <a:t>the switch </a:t>
            </a:r>
            <a:r>
              <a:rPr lang="en-US" dirty="0">
                <a:solidFill>
                  <a:srgbClr val="FF0000"/>
                </a:solidFill>
              </a:rPr>
              <a:t>will be closed</a:t>
            </a:r>
            <a:r>
              <a:rPr lang="en-US" dirty="0"/>
              <a:t>.</a:t>
            </a:r>
          </a:p>
          <a:p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Pulse Train is in Law state </a:t>
            </a:r>
            <a:r>
              <a:rPr lang="en-US" dirty="0"/>
              <a:t>the switch </a:t>
            </a:r>
            <a:r>
              <a:rPr lang="en-US" dirty="0">
                <a:solidFill>
                  <a:srgbClr val="FF0000"/>
                </a:solidFill>
              </a:rPr>
              <a:t>will be Open</a:t>
            </a:r>
            <a:r>
              <a:rPr lang="en-US" dirty="0"/>
              <a:t>.</a:t>
            </a:r>
          </a:p>
          <a:p>
            <a:r>
              <a:rPr lang="en-US" dirty="0"/>
              <a:t>Pulse train can be viewed as an </a:t>
            </a:r>
            <a:r>
              <a:rPr lang="en-US" dirty="0">
                <a:solidFill>
                  <a:srgbClr val="FF0000"/>
                </a:solidFill>
              </a:rPr>
              <a:t>opening and closing switch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Practically </a:t>
            </a:r>
            <a:r>
              <a:rPr lang="en-US" dirty="0">
                <a:solidFill>
                  <a:srgbClr val="FF0000"/>
                </a:solidFill>
              </a:rPr>
              <a:t>it is impossible </a:t>
            </a:r>
            <a:r>
              <a:rPr lang="en-US" dirty="0"/>
              <a:t>to obtain sampling function with pulse width </a:t>
            </a:r>
            <a:r>
              <a:rPr lang="en-US" dirty="0">
                <a:solidFill>
                  <a:srgbClr val="FF0000"/>
                </a:solidFill>
              </a:rPr>
              <a:t>approaching to Zero</a:t>
            </a:r>
            <a:r>
              <a:rPr lang="en-US" dirty="0"/>
              <a:t>.</a:t>
            </a:r>
          </a:p>
          <a:p>
            <a:r>
              <a:rPr lang="en-US" dirty="0"/>
              <a:t>In natural Sampling a pulse, with finite width is used as a sampling function </a:t>
            </a:r>
            <a:r>
              <a:rPr lang="en-US" dirty="0">
                <a:solidFill>
                  <a:srgbClr val="FF0000"/>
                </a:solidFill>
              </a:rPr>
              <a:t>and Top of the each pulse of the Sampled Signal </a:t>
            </a:r>
            <a:r>
              <a:rPr lang="en-US" dirty="0"/>
              <a:t>retain the </a:t>
            </a:r>
            <a:r>
              <a:rPr lang="en-US" dirty="0">
                <a:solidFill>
                  <a:srgbClr val="FF0000"/>
                </a:solidFill>
              </a:rPr>
              <a:t>shape of its corresponding analog segment</a:t>
            </a:r>
            <a:r>
              <a:rPr lang="en-US" dirty="0"/>
              <a:t> during the pulse interval.</a:t>
            </a:r>
          </a:p>
        </p:txBody>
      </p:sp>
      <p:pic>
        <p:nvPicPr>
          <p:cNvPr id="5" name="Picture 4" descr="C:\Users\Hp\Desktop\functional-diagram-of-natural-Sampl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3276600" cy="183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Hp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767133"/>
            <a:ext cx="3401961" cy="2263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086600" y="2286000"/>
            <a:ext cx="963561" cy="74447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194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305" y="152400"/>
            <a:ext cx="8305800" cy="6553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waveforms of signals x(t), c(t) and g(t) have been illustrated in fig.3(a), (b) and (c) respectively.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(a) Continuous time signal x(t), (b) Sampling function waveform i.e., periodic pulse train, (c) Naturally sampled signal waveform g(t).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338" name="Picture 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917" y="838200"/>
            <a:ext cx="4035683" cy="455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C01D80-6F35-4A84-B26C-D9826EB05216}"/>
                  </a:ext>
                </a:extLst>
              </p14:cNvPr>
              <p14:cNvContentPartPr/>
              <p14:nvPr/>
            </p14:nvContentPartPr>
            <p14:xfrm>
              <a:off x="1352160" y="2586744"/>
              <a:ext cx="360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C01D80-6F35-4A84-B26C-D9826EB052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4160" y="2568744"/>
                <a:ext cx="392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8276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6324600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dirty="0"/>
              <a:t>Now, the sampled signal g(t) may also be described mathematically as</a:t>
            </a:r>
          </a:p>
          <a:p>
            <a:pPr fontAlgn="base"/>
            <a:r>
              <a:rPr lang="en-US" dirty="0"/>
              <a:t>g(t) = c(t) . x(t)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We can obtain g(t) value as: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Spectrum of naturally sampled signal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br>
              <a:rPr lang="en-US" dirty="0">
                <a:hlinkClick r:id="rId2"/>
              </a:rPr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3950958" cy="77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29000"/>
            <a:ext cx="3352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1397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305800" cy="6172200"/>
          </a:xfrm>
        </p:spPr>
        <p:txBody>
          <a:bodyPr/>
          <a:lstStyle/>
          <a:p>
            <a:pPr fontAlgn="base"/>
            <a:r>
              <a:rPr lang="en-US" dirty="0"/>
              <a:t>This equation shows that the spectra of x(t) i.e., X(f) are periodic in </a:t>
            </a:r>
            <a:r>
              <a:rPr lang="en-US" dirty="0" err="1"/>
              <a:t>f</a:t>
            </a:r>
            <a:r>
              <a:rPr lang="en-US" baseline="-25000" dirty="0" err="1"/>
              <a:t>s</a:t>
            </a:r>
            <a:r>
              <a:rPr lang="en-US" dirty="0"/>
              <a:t> and are weighed by the </a:t>
            </a:r>
            <a:r>
              <a:rPr lang="en-US" dirty="0" err="1">
                <a:solidFill>
                  <a:srgbClr val="FF0000"/>
                </a:solidFill>
              </a:rPr>
              <a:t>sinc</a:t>
            </a:r>
            <a:r>
              <a:rPr lang="en-US" dirty="0">
                <a:solidFill>
                  <a:srgbClr val="FF0000"/>
                </a:solidFill>
              </a:rPr>
              <a:t> function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Figure illustrates some arbitrary spectra for x(t) and corresponding spectrum G(f).</a:t>
            </a:r>
          </a:p>
          <a:p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5943600" cy="3587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408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5791200" cy="761682"/>
          </a:xfrm>
        </p:spPr>
        <p:txBody>
          <a:bodyPr>
            <a:noAutofit/>
          </a:bodyPr>
          <a:lstStyle/>
          <a:p>
            <a:r>
              <a:rPr lang="en-US" sz="2500" dirty="0"/>
              <a:t>Flat Top Sampling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05800" cy="5638800"/>
          </a:xfrm>
        </p:spPr>
        <p:txBody>
          <a:bodyPr/>
          <a:lstStyle/>
          <a:p>
            <a:r>
              <a:rPr lang="en-US" dirty="0"/>
              <a:t>During transmission, </a:t>
            </a:r>
            <a:r>
              <a:rPr lang="en-US" dirty="0">
                <a:solidFill>
                  <a:srgbClr val="FF0000"/>
                </a:solidFill>
              </a:rPr>
              <a:t>noise is introduced at top of the transmission </a:t>
            </a:r>
            <a:r>
              <a:rPr lang="en-US" dirty="0"/>
              <a:t>pulse which </a:t>
            </a:r>
            <a:r>
              <a:rPr lang="en-US" dirty="0">
                <a:solidFill>
                  <a:srgbClr val="FF0000"/>
                </a:solidFill>
              </a:rPr>
              <a:t>can be easily removed </a:t>
            </a:r>
            <a:r>
              <a:rPr lang="en-US" dirty="0"/>
              <a:t>if the pulse is in the </a:t>
            </a:r>
            <a:r>
              <a:rPr lang="en-US" dirty="0">
                <a:solidFill>
                  <a:srgbClr val="FF0000"/>
                </a:solidFill>
              </a:rPr>
              <a:t>form of flat top</a:t>
            </a:r>
            <a:r>
              <a:rPr lang="en-US" dirty="0"/>
              <a:t>.</a:t>
            </a:r>
          </a:p>
          <a:p>
            <a:r>
              <a:rPr lang="en-US" dirty="0"/>
              <a:t>Here, the top of the samples are flat i.e. they have constant amplitude. Hence, it is called as </a:t>
            </a:r>
            <a:r>
              <a:rPr lang="en-US" dirty="0">
                <a:solidFill>
                  <a:srgbClr val="FF0000"/>
                </a:solidFill>
              </a:rPr>
              <a:t>flat top sampling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practical sampling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218" name="Picture 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9000"/>
            <a:ext cx="7829167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126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28600"/>
            <a:ext cx="8440995" cy="6477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Sample and hold circuit </a:t>
            </a:r>
            <a:r>
              <a:rPr lang="en-US" dirty="0"/>
              <a:t>is used for the generation of the sampled signal to attain flat top sampling, which is shown in the Fig below.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Above Sample and hold circuit to </a:t>
            </a:r>
            <a:r>
              <a:rPr lang="en-US" dirty="0">
                <a:solidFill>
                  <a:srgbClr val="FF0000"/>
                </a:solidFill>
              </a:rPr>
              <a:t>generate flat top samples</a:t>
            </a:r>
          </a:p>
          <a:p>
            <a:r>
              <a:rPr lang="en-US" dirty="0"/>
              <a:t>The switch G1 closes at each sampling instant to sample the modulating signal.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capacitor C holds the sampled voltage </a:t>
            </a:r>
            <a:r>
              <a:rPr lang="en-US" dirty="0"/>
              <a:t>(Starting value of the massage Signal) for </a:t>
            </a:r>
            <a:r>
              <a:rPr lang="en-US" dirty="0">
                <a:solidFill>
                  <a:srgbClr val="FF0000"/>
                </a:solidFill>
              </a:rPr>
              <a:t>period </a:t>
            </a:r>
            <a:r>
              <a:rPr lang="en-US" dirty="0">
                <a:solidFill>
                  <a:srgbClr val="FF0000"/>
                </a:solidFill>
                <a:latin typeface="Century Gothic"/>
              </a:rPr>
              <a:t>,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at the end of which </a:t>
            </a:r>
            <a:r>
              <a:rPr lang="en-US" dirty="0">
                <a:solidFill>
                  <a:srgbClr val="FF0000"/>
                </a:solidFill>
              </a:rPr>
              <a:t>switch G2 is closed </a:t>
            </a:r>
            <a:r>
              <a:rPr lang="en-US" dirty="0"/>
              <a:t>in order to discharge the capacitor.</a:t>
            </a:r>
          </a:p>
        </p:txBody>
      </p:sp>
      <p:pic>
        <p:nvPicPr>
          <p:cNvPr id="5122" name="Picture 2" descr="C:\Users\Hp\Desktop\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09800" y="894735"/>
            <a:ext cx="3810000" cy="267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363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745163"/>
          </a:xfrm>
        </p:spPr>
        <p:txBody>
          <a:bodyPr/>
          <a:lstStyle/>
          <a:p>
            <a:r>
              <a:rPr lang="en-US" dirty="0"/>
              <a:t>Thus the signal generated as a result of sample and hold process is the </a:t>
            </a:r>
            <a:r>
              <a:rPr lang="en-US" dirty="0">
                <a:solidFill>
                  <a:srgbClr val="FF0000"/>
                </a:solidFill>
              </a:rPr>
              <a:t>flat top sampled signal</a:t>
            </a:r>
            <a:r>
              <a:rPr lang="en-US" dirty="0"/>
              <a:t>. The spectrum of the generated flat top sampling signal along with the modulating signal and the sampling signal is shown below figure.</a:t>
            </a:r>
          </a:p>
          <a:p>
            <a:endParaRPr lang="en-US" dirty="0"/>
          </a:p>
        </p:txBody>
      </p:sp>
      <p:pic>
        <p:nvPicPr>
          <p:cNvPr id="19458" name="Picture 2" descr="C:\Users\Hp\Desktop\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458" y="2133600"/>
            <a:ext cx="5410200" cy="380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146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248400"/>
          </a:xfrm>
        </p:spPr>
        <p:txBody>
          <a:bodyPr/>
          <a:lstStyle/>
          <a:p>
            <a:r>
              <a:rPr lang="en-US" dirty="0"/>
              <a:t>In above Fig  (a) Modulating signal (b) sampling signal and (c) Flat top sampling spectrum</a:t>
            </a:r>
          </a:p>
          <a:p>
            <a:r>
              <a:rPr lang="en-US" dirty="0"/>
              <a:t>The</a:t>
            </a:r>
            <a:r>
              <a:rPr lang="en-US" dirty="0">
                <a:solidFill>
                  <a:srgbClr val="FF0000"/>
                </a:solidFill>
              </a:rPr>
              <a:t> starting edge </a:t>
            </a:r>
            <a:r>
              <a:rPr lang="en-US" dirty="0"/>
              <a:t>of the pulse </a:t>
            </a:r>
            <a:r>
              <a:rPr lang="en-US" dirty="0">
                <a:solidFill>
                  <a:srgbClr val="FF0000"/>
                </a:solidFill>
              </a:rPr>
              <a:t>corresponds to the instantaneous value of the modulating signal x(t).</a:t>
            </a:r>
          </a:p>
          <a:p>
            <a:r>
              <a:rPr lang="en-US" dirty="0"/>
              <a:t>Flat top sampling is mostly used in </a:t>
            </a:r>
            <a:r>
              <a:rPr lang="en-US" dirty="0">
                <a:solidFill>
                  <a:srgbClr val="FF0000"/>
                </a:solidFill>
              </a:rPr>
              <a:t>digital transmission.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6146" name="Picture 2" descr="C:\Users\Hp\Desktop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77458"/>
            <a:ext cx="303951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445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/>
          <a:lstStyle/>
          <a:p>
            <a:r>
              <a:rPr lang="en-US" dirty="0"/>
              <a:t>Recovering the Analog Signal </a:t>
            </a:r>
            <a:r>
              <a:rPr lang="en-US" b="0" dirty="0"/>
              <a:t>One way of recovering the original signal from sampled signal Filter (LPF) as shown below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fm</a:t>
            </a:r>
            <a:r>
              <a:rPr lang="en-US" dirty="0"/>
              <a:t>&gt;2B then we recover x(t) exactly.</a:t>
            </a:r>
          </a:p>
          <a:p>
            <a:r>
              <a:rPr lang="en-US" dirty="0"/>
              <a:t>Else we run into some problems and signal is not fully recovered.</a:t>
            </a:r>
          </a:p>
          <a:p>
            <a:endParaRPr lang="en-US" dirty="0"/>
          </a:p>
        </p:txBody>
      </p:sp>
      <p:pic>
        <p:nvPicPr>
          <p:cNvPr id="17410" name="Picture 2" descr="C:\Users\Hp\Desktop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50" y="1066800"/>
            <a:ext cx="8601075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 descr="C:\Users\Hp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5391150"/>
            <a:ext cx="28098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484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72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Pulse Amplitude Modulation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990600"/>
            <a:ext cx="8001000" cy="5410200"/>
          </a:xfrm>
        </p:spPr>
        <p:txBody>
          <a:bodyPr/>
          <a:lstStyle/>
          <a:p>
            <a:r>
              <a:rPr lang="en-US" dirty="0"/>
              <a:t>In the PAM systems the </a:t>
            </a:r>
            <a:r>
              <a:rPr lang="en-US" dirty="0">
                <a:solidFill>
                  <a:srgbClr val="FF0000"/>
                </a:solidFill>
              </a:rPr>
              <a:t>width and the timing </a:t>
            </a:r>
            <a:r>
              <a:rPr lang="en-US" dirty="0"/>
              <a:t>of the pulse is </a:t>
            </a:r>
            <a:r>
              <a:rPr lang="en-US" dirty="0">
                <a:solidFill>
                  <a:srgbClr val="FF0000"/>
                </a:solidFill>
              </a:rPr>
              <a:t>maintained constant</a:t>
            </a:r>
            <a:r>
              <a:rPr lang="en-US" dirty="0"/>
              <a:t>, but the </a:t>
            </a:r>
            <a:r>
              <a:rPr lang="en-US" dirty="0">
                <a:solidFill>
                  <a:srgbClr val="FF0000"/>
                </a:solidFill>
              </a:rPr>
              <a:t>Amplitude</a:t>
            </a:r>
            <a:r>
              <a:rPr lang="en-US" dirty="0"/>
              <a:t> of each pulse </a:t>
            </a:r>
            <a:r>
              <a:rPr lang="en-US" dirty="0">
                <a:solidFill>
                  <a:srgbClr val="FF0000"/>
                </a:solidFill>
              </a:rPr>
              <a:t>is varied </a:t>
            </a:r>
            <a:r>
              <a:rPr lang="en-US" dirty="0"/>
              <a:t>in accordance with </a:t>
            </a:r>
            <a:r>
              <a:rPr lang="en-US" dirty="0">
                <a:solidFill>
                  <a:srgbClr val="FF0000"/>
                </a:solidFill>
              </a:rPr>
              <a:t>instantaneous value of the analog signal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Sampling theorem </a:t>
            </a:r>
            <a:r>
              <a:rPr lang="en-US" dirty="0"/>
              <a:t>provides us the basis to convert analog signal to </a:t>
            </a:r>
            <a:r>
              <a:rPr lang="en-US" dirty="0">
                <a:solidFill>
                  <a:srgbClr val="FF0000"/>
                </a:solidFill>
              </a:rPr>
              <a:t>discrete time</a:t>
            </a:r>
            <a:r>
              <a:rPr lang="en-US" dirty="0"/>
              <a:t>.</a:t>
            </a:r>
          </a:p>
          <a:p>
            <a:r>
              <a:rPr lang="en-US" dirty="0"/>
              <a:t>The signal is sampled at regular intervals such that e</a:t>
            </a:r>
            <a:r>
              <a:rPr lang="en-US" dirty="0">
                <a:solidFill>
                  <a:srgbClr val="FF0000"/>
                </a:solidFill>
              </a:rPr>
              <a:t>ach sample is proportional to the amplitude </a:t>
            </a:r>
            <a:r>
              <a:rPr lang="en-US" dirty="0"/>
              <a:t>of the signal at that sampling instant.</a:t>
            </a:r>
          </a:p>
          <a:p>
            <a:r>
              <a:rPr lang="en-US" dirty="0"/>
              <a:t>Sampling can be performed with the </a:t>
            </a:r>
            <a:r>
              <a:rPr lang="en-US" dirty="0">
                <a:solidFill>
                  <a:srgbClr val="FF0000"/>
                </a:solidFill>
              </a:rPr>
              <a:t>help of sampler</a:t>
            </a:r>
            <a:r>
              <a:rPr lang="en-US" dirty="0"/>
              <a:t>.</a:t>
            </a:r>
          </a:p>
          <a:p>
            <a:r>
              <a:rPr lang="en-US" dirty="0"/>
              <a:t>Depending upon different types of sampling techniques we have different types of samplers:</a:t>
            </a:r>
          </a:p>
          <a:p>
            <a:r>
              <a:rPr lang="en-US" dirty="0"/>
              <a:t>	Impulse sampler</a:t>
            </a:r>
          </a:p>
          <a:p>
            <a:r>
              <a:rPr lang="en-US" dirty="0"/>
              <a:t>	Natural sampler</a:t>
            </a:r>
          </a:p>
          <a:p>
            <a:r>
              <a:rPr lang="en-US" dirty="0"/>
              <a:t>	Flat Top sampler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9530A95-B6BB-42F5-847F-26F4BAE2BFC7}"/>
                  </a:ext>
                </a:extLst>
              </p14:cNvPr>
              <p14:cNvContentPartPr/>
              <p14:nvPr/>
            </p14:nvContentPartPr>
            <p14:xfrm>
              <a:off x="-3262235" y="2502162"/>
              <a:ext cx="504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9530A95-B6BB-42F5-847F-26F4BAE2BF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3280235" y="2484162"/>
                <a:ext cx="4068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4228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153400" cy="5745163"/>
          </a:xfrm>
        </p:spPr>
        <p:txBody>
          <a:bodyPr/>
          <a:lstStyle/>
          <a:p>
            <a:r>
              <a:rPr lang="en-US" dirty="0"/>
              <a:t>Impulse sampling </a:t>
            </a:r>
            <a:r>
              <a:rPr lang="en-US" dirty="0">
                <a:solidFill>
                  <a:srgbClr val="FF0000"/>
                </a:solidFill>
              </a:rPr>
              <a:t>is not used </a:t>
            </a:r>
            <a:r>
              <a:rPr lang="en-US" dirty="0"/>
              <a:t>for information exchange as it has very law power.</a:t>
            </a:r>
          </a:p>
          <a:p>
            <a:r>
              <a:rPr lang="en-US" dirty="0"/>
              <a:t>Flat Top sampling </a:t>
            </a:r>
            <a:r>
              <a:rPr lang="en-US" dirty="0">
                <a:solidFill>
                  <a:srgbClr val="FF0000"/>
                </a:solidFill>
              </a:rPr>
              <a:t>is most widely used </a:t>
            </a:r>
            <a:r>
              <a:rPr lang="en-US" dirty="0"/>
              <a:t>due to its </a:t>
            </a:r>
            <a:r>
              <a:rPr lang="en-US" dirty="0">
                <a:solidFill>
                  <a:srgbClr val="FF0000"/>
                </a:solidFill>
              </a:rPr>
              <a:t>noise mitigation capability.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170" name="Picture 2" descr="C:\Users\Hp\Desktop\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5800" y="1981200"/>
            <a:ext cx="7881769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47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96000"/>
          </a:xfrm>
        </p:spPr>
        <p:txBody>
          <a:bodyPr/>
          <a:lstStyle/>
          <a:p>
            <a:r>
              <a:rPr lang="en-US" dirty="0"/>
              <a:t>Pulse Amplitude Modulator – Flat Top Sampled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message signal is passed to the LPF in order to make it </a:t>
            </a:r>
            <a:r>
              <a:rPr lang="en-US" dirty="0">
                <a:solidFill>
                  <a:srgbClr val="FF0000"/>
                </a:solidFill>
              </a:rPr>
              <a:t>band limited </a:t>
            </a:r>
            <a:r>
              <a:rPr lang="en-US" dirty="0"/>
              <a:t>whose </a:t>
            </a:r>
            <a:r>
              <a:rPr lang="en-US" dirty="0">
                <a:solidFill>
                  <a:srgbClr val="FF0000"/>
                </a:solidFill>
              </a:rPr>
              <a:t>cutoff frequency is fm.</a:t>
            </a:r>
            <a:r>
              <a:rPr lang="en-US" dirty="0"/>
              <a:t> The LPF is used to avoid aliasing effect.</a:t>
            </a:r>
          </a:p>
          <a:p>
            <a:r>
              <a:rPr lang="en-US" dirty="0"/>
              <a:t>This band limited signal is then </a:t>
            </a:r>
            <a:r>
              <a:rPr lang="en-US" dirty="0">
                <a:solidFill>
                  <a:srgbClr val="FF0000"/>
                </a:solidFill>
              </a:rPr>
              <a:t>sampled at the multiplier </a:t>
            </a:r>
            <a:r>
              <a:rPr lang="en-US" dirty="0"/>
              <a:t>with the help of </a:t>
            </a:r>
            <a:r>
              <a:rPr lang="en-US" dirty="0">
                <a:solidFill>
                  <a:srgbClr val="FF0000"/>
                </a:solidFill>
              </a:rPr>
              <a:t>pulse train generator sampled at </a:t>
            </a:r>
            <a:r>
              <a:rPr lang="en-US" dirty="0" err="1">
                <a:solidFill>
                  <a:srgbClr val="FF0000"/>
                </a:solidFill>
              </a:rPr>
              <a:t>Ts</a:t>
            </a:r>
            <a:r>
              <a:rPr lang="en-US" dirty="0">
                <a:solidFill>
                  <a:srgbClr val="FF0000"/>
                </a:solidFill>
              </a:rPr>
              <a:t> sec</a:t>
            </a:r>
            <a:r>
              <a:rPr lang="en-US" dirty="0"/>
              <a:t>.</a:t>
            </a:r>
          </a:p>
          <a:p>
            <a:r>
              <a:rPr lang="en-US" dirty="0"/>
              <a:t>It is then passed through a </a:t>
            </a:r>
            <a:r>
              <a:rPr lang="en-US" dirty="0">
                <a:solidFill>
                  <a:srgbClr val="FF0000"/>
                </a:solidFill>
              </a:rPr>
              <a:t>pulse shaping network </a:t>
            </a:r>
            <a:r>
              <a:rPr lang="en-US" dirty="0"/>
              <a:t>which produces flat top sampled pulses.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194" name="Picture 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6376718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677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6096000"/>
          </a:xfrm>
        </p:spPr>
        <p:txBody>
          <a:bodyPr/>
          <a:lstStyle/>
          <a:p>
            <a:r>
              <a:rPr lang="en-US" dirty="0"/>
              <a:t>PAM could be:</a:t>
            </a:r>
          </a:p>
          <a:p>
            <a:r>
              <a:rPr lang="en-US" dirty="0"/>
              <a:t>(i) Single polarity PAM: A </a:t>
            </a:r>
            <a:r>
              <a:rPr lang="en-US" dirty="0">
                <a:solidFill>
                  <a:srgbClr val="FF0000"/>
                </a:solidFill>
              </a:rPr>
              <a:t>suitable fixed DC bias </a:t>
            </a:r>
            <a:r>
              <a:rPr lang="en-US" dirty="0"/>
              <a:t>is added to the signal to ensure that</a:t>
            </a:r>
            <a:r>
              <a:rPr lang="en-US" dirty="0">
                <a:solidFill>
                  <a:srgbClr val="FF0000"/>
                </a:solidFill>
              </a:rPr>
              <a:t> all the pulse are positive</a:t>
            </a:r>
            <a:r>
              <a:rPr lang="en-US" dirty="0"/>
              <a:t>.</a:t>
            </a:r>
          </a:p>
          <a:p>
            <a:r>
              <a:rPr lang="en-US" dirty="0"/>
              <a:t>(ii) Double polarity PAM: In this the </a:t>
            </a:r>
            <a:r>
              <a:rPr lang="en-US" dirty="0">
                <a:solidFill>
                  <a:srgbClr val="FF0000"/>
                </a:solidFill>
              </a:rPr>
              <a:t>pulses are both positive and negative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3314" name="Picture 2" descr="C:\Users\Hp\Desktop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653" y="2133600"/>
            <a:ext cx="3733800" cy="452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257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"/>
            <a:ext cx="8305800" cy="6477000"/>
          </a:xfrm>
        </p:spPr>
        <p:txBody>
          <a:bodyPr/>
          <a:lstStyle/>
          <a:p>
            <a:r>
              <a:rPr lang="en-US" u="sng" dirty="0"/>
              <a:t>RECEPTION OF PAM SIGNAL</a:t>
            </a:r>
          </a:p>
          <a:p>
            <a:r>
              <a:rPr lang="en-US" dirty="0"/>
              <a:t>Figure shows the system for recovering message signal x(t) from PAM signal </a:t>
            </a:r>
            <a:r>
              <a:rPr lang="en-US" dirty="0" err="1"/>
              <a:t>Xs</a:t>
            </a:r>
            <a:r>
              <a:rPr lang="en-US" dirty="0"/>
              <a:t>(t).</a:t>
            </a:r>
          </a:p>
          <a:p>
            <a:endParaRPr lang="en-US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r>
              <a:rPr lang="en-US" dirty="0"/>
              <a:t>The PAM Signal is passed through the </a:t>
            </a:r>
            <a:r>
              <a:rPr lang="en-US" dirty="0">
                <a:solidFill>
                  <a:srgbClr val="FF0000"/>
                </a:solidFill>
              </a:rPr>
              <a:t>holding circuit </a:t>
            </a:r>
            <a:r>
              <a:rPr lang="en-US" dirty="0"/>
              <a:t>and then with a </a:t>
            </a:r>
            <a:r>
              <a:rPr lang="en-US" dirty="0">
                <a:solidFill>
                  <a:srgbClr val="FF0000"/>
                </a:solidFill>
              </a:rPr>
              <a:t>law pass filter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9218" name="Picture 2" descr="C:\Users\Hp\Desktop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3" y="1371600"/>
            <a:ext cx="7481457" cy="166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Hp\Desktop\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206" y="3770671"/>
            <a:ext cx="5043057" cy="284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3905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6096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switch ‘S’ is closed after the arrival of the pulse </a:t>
            </a:r>
            <a:r>
              <a:rPr lang="en-US" dirty="0"/>
              <a:t>and it is opened at the end of pulse.</a:t>
            </a:r>
          </a:p>
          <a:p>
            <a:r>
              <a:rPr lang="en-US" dirty="0"/>
              <a:t>Hence the </a:t>
            </a:r>
            <a:r>
              <a:rPr lang="en-US" dirty="0">
                <a:solidFill>
                  <a:srgbClr val="FF0000"/>
                </a:solidFill>
              </a:rPr>
              <a:t>capacitor ‘C’ is charged to the pulse amplitude </a:t>
            </a:r>
            <a:r>
              <a:rPr lang="en-US" dirty="0"/>
              <a:t>value and</a:t>
            </a:r>
            <a:r>
              <a:rPr lang="en-US" dirty="0">
                <a:solidFill>
                  <a:srgbClr val="FF0000"/>
                </a:solidFill>
              </a:rPr>
              <a:t> hold this value till the next pulse arrives</a:t>
            </a:r>
            <a:r>
              <a:rPr lang="en-US" dirty="0"/>
              <a:t>.</a:t>
            </a:r>
          </a:p>
          <a:p>
            <a:r>
              <a:rPr lang="en-US" dirty="0"/>
              <a:t>After that the signal is smoothened by a LPF in order to get the message signal back.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42" name="Picture 2" descr="C:\Users\Hp\Desktop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14600"/>
            <a:ext cx="3371579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C:\Users\Hp\Desktop\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287925"/>
            <a:ext cx="3371579" cy="180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99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305800" cy="6400800"/>
          </a:xfrm>
        </p:spPr>
        <p:txBody>
          <a:bodyPr/>
          <a:lstStyle/>
          <a:p>
            <a:r>
              <a:rPr lang="en-US" u="sng" dirty="0"/>
              <a:t>Transmission of PAM signals</a:t>
            </a:r>
          </a:p>
          <a:p>
            <a:r>
              <a:rPr lang="en-US" dirty="0"/>
              <a:t>For PAM signals to be transmitted </a:t>
            </a:r>
            <a:r>
              <a:rPr lang="en-US" dirty="0">
                <a:solidFill>
                  <a:srgbClr val="FF0000"/>
                </a:solidFill>
              </a:rPr>
              <a:t>through space using antennas</a:t>
            </a:r>
            <a:r>
              <a:rPr lang="en-US" dirty="0"/>
              <a:t>, they must be </a:t>
            </a:r>
            <a:r>
              <a:rPr lang="en-US" dirty="0">
                <a:solidFill>
                  <a:srgbClr val="FF0000"/>
                </a:solidFill>
              </a:rPr>
              <a:t>amplitude/frequency/ phase modulated </a:t>
            </a:r>
            <a:r>
              <a:rPr lang="en-US" dirty="0"/>
              <a:t>by a high frequency carrier and only then they can be transmitted.</a:t>
            </a:r>
          </a:p>
          <a:p>
            <a:r>
              <a:rPr lang="en-US" dirty="0"/>
              <a:t>Thus the overall system is </a:t>
            </a:r>
            <a:r>
              <a:rPr lang="en-US" dirty="0">
                <a:solidFill>
                  <a:srgbClr val="FF0000"/>
                </a:solidFill>
              </a:rPr>
              <a:t>PAM-AM. PAM-FM or PAM-PM </a:t>
            </a:r>
            <a:r>
              <a:rPr lang="en-US" dirty="0"/>
              <a:t>and at receiving end, </a:t>
            </a:r>
            <a:r>
              <a:rPr lang="en-US" dirty="0">
                <a:solidFill>
                  <a:srgbClr val="FF0000"/>
                </a:solidFill>
              </a:rPr>
              <a:t>AM/ FM/PM detection </a:t>
            </a:r>
            <a:r>
              <a:rPr lang="en-US" dirty="0"/>
              <a:t>is first employed to get the PAM signal and then </a:t>
            </a:r>
            <a:r>
              <a:rPr lang="en-US" dirty="0">
                <a:solidFill>
                  <a:srgbClr val="FF0000"/>
                </a:solidFill>
              </a:rPr>
              <a:t>message signal is recovered.</a:t>
            </a:r>
          </a:p>
          <a:p>
            <a:r>
              <a:rPr lang="en-US" u="sng" dirty="0"/>
              <a:t>Transmission BW of PAM Signal</a:t>
            </a:r>
          </a:p>
          <a:p>
            <a:r>
              <a:rPr lang="en-US" dirty="0"/>
              <a:t>In Pulse amplitude modulated signal the pulse duration </a:t>
            </a:r>
            <a:r>
              <a:rPr lang="en-US" dirty="0">
                <a:solidFill>
                  <a:srgbClr val="FF0000"/>
                </a:solidFill>
                <a:latin typeface="Century Gothic"/>
              </a:rPr>
              <a:t> is considered to be very small in comparison to time period(Sampling period) </a:t>
            </a:r>
            <a:r>
              <a:rPr lang="en-US" dirty="0" err="1">
                <a:solidFill>
                  <a:srgbClr val="FF0000"/>
                </a:solidFill>
                <a:latin typeface="Century Gothic"/>
              </a:rPr>
              <a:t>Ts</a:t>
            </a:r>
            <a:r>
              <a:rPr lang="en-US" dirty="0">
                <a:solidFill>
                  <a:srgbClr val="FF0000"/>
                </a:solidFill>
                <a:latin typeface="Century Gothic"/>
              </a:rPr>
              <a:t> between any two samples.</a:t>
            </a:r>
          </a:p>
          <a:p>
            <a:r>
              <a:rPr lang="en-US" dirty="0">
                <a:solidFill>
                  <a:srgbClr val="FF0000"/>
                </a:solidFill>
                <a:latin typeface="Century Gothic"/>
              </a:rPr>
              <a:t> &lt;&lt; </a:t>
            </a:r>
            <a:r>
              <a:rPr lang="en-US" dirty="0" err="1">
                <a:solidFill>
                  <a:srgbClr val="FF0000"/>
                </a:solidFill>
                <a:latin typeface="Century Gothic"/>
              </a:rPr>
              <a:t>Ts</a:t>
            </a:r>
            <a:endParaRPr lang="en-US" dirty="0">
              <a:solidFill>
                <a:srgbClr val="FF0000"/>
              </a:solidFill>
              <a:latin typeface="Century Gothic"/>
            </a:endParaRPr>
          </a:p>
          <a:p>
            <a:r>
              <a:rPr lang="en-US" dirty="0">
                <a:latin typeface="Century Gothic"/>
              </a:rPr>
              <a:t>Now, if the maximum frequency of the modulating signal x(t) is </a:t>
            </a:r>
            <a:r>
              <a:rPr lang="en-US" dirty="0" err="1">
                <a:latin typeface="Century Gothic"/>
              </a:rPr>
              <a:t>fm</a:t>
            </a:r>
            <a:r>
              <a:rPr lang="en-US" dirty="0">
                <a:latin typeface="Century Gothic"/>
              </a:rPr>
              <a:t>, then according to the sampling theorem the </a:t>
            </a:r>
            <a:r>
              <a:rPr lang="en-US" dirty="0">
                <a:solidFill>
                  <a:srgbClr val="FF0000"/>
                </a:solidFill>
                <a:latin typeface="Century Gothic"/>
              </a:rPr>
              <a:t>sampling frequency </a:t>
            </a:r>
            <a:r>
              <a:rPr lang="en-US" dirty="0" err="1">
                <a:solidFill>
                  <a:srgbClr val="FF0000"/>
                </a:solidFill>
                <a:latin typeface="Century Gothic"/>
              </a:rPr>
              <a:t>fs</a:t>
            </a:r>
            <a:r>
              <a:rPr lang="en-US" dirty="0">
                <a:solidFill>
                  <a:srgbClr val="FF0000"/>
                </a:solidFill>
                <a:latin typeface="Century Gothic"/>
              </a:rPr>
              <a:t> must be greater than or equal to the </a:t>
            </a:r>
            <a:r>
              <a:rPr lang="en-US" dirty="0" err="1">
                <a:solidFill>
                  <a:srgbClr val="FF0000"/>
                </a:solidFill>
                <a:latin typeface="Century Gothic"/>
              </a:rPr>
              <a:t>Nyquist</a:t>
            </a:r>
            <a:r>
              <a:rPr lang="en-US" dirty="0">
                <a:solidFill>
                  <a:srgbClr val="FF0000"/>
                </a:solidFill>
                <a:latin typeface="Century Gothic"/>
              </a:rPr>
              <a:t> rate </a:t>
            </a:r>
            <a:r>
              <a:rPr lang="en-US" dirty="0">
                <a:latin typeface="Century Gothic"/>
              </a:rPr>
              <a:t>that is :   </a:t>
            </a:r>
            <a:endParaRPr lang="en-US" dirty="0"/>
          </a:p>
          <a:p>
            <a:endParaRPr lang="en-US" dirty="0"/>
          </a:p>
        </p:txBody>
      </p:sp>
      <p:pic>
        <p:nvPicPr>
          <p:cNvPr id="11266" name="Picture 2" descr="C:\Users\Hp\Desktop\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8" r="15350" b="-1"/>
          <a:stretch/>
        </p:blipFill>
        <p:spPr bwMode="auto">
          <a:xfrm>
            <a:off x="1363221" y="5776452"/>
            <a:ext cx="1235958" cy="57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1609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153400" cy="6172200"/>
          </a:xfrm>
        </p:spPr>
        <p:txBody>
          <a:bodyPr/>
          <a:lstStyle/>
          <a:p>
            <a:r>
              <a:rPr lang="en-US" dirty="0"/>
              <a:t>We can get as;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as per the assumption: </a:t>
            </a:r>
          </a:p>
          <a:p>
            <a:endParaRPr lang="en-US" dirty="0"/>
          </a:p>
          <a:p>
            <a:r>
              <a:rPr lang="en-US" dirty="0"/>
              <a:t>If we consider the ‘ON’ and ‘OFF’ time of PAM signal is same, then the maximum frequency of PAM will be:</a:t>
            </a:r>
          </a:p>
          <a:p>
            <a:endParaRPr lang="en-US" dirty="0"/>
          </a:p>
          <a:p>
            <a:r>
              <a:rPr lang="en-US" dirty="0"/>
              <a:t>The Bandwidth required for the transmission of a PAM signal would be equal to the maximum frequency </a:t>
            </a:r>
            <a:r>
              <a:rPr lang="en-US" dirty="0" err="1"/>
              <a:t>fmax</a:t>
            </a:r>
            <a:r>
              <a:rPr lang="en-US" dirty="0"/>
              <a:t> is given by: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290" name="Picture 2" descr="C:\Users\Hp\Desktop\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239" y="232575"/>
            <a:ext cx="3955625" cy="135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Hp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418" y="1482437"/>
            <a:ext cx="1866900" cy="94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C:\Users\Hp\Desktop\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48000"/>
            <a:ext cx="2236643" cy="6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3" name="Picture 5" descr="C:\Users\Hp\Desktop\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619625"/>
            <a:ext cx="2981325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72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6172200"/>
          </a:xfrm>
        </p:spPr>
        <p:txBody>
          <a:bodyPr>
            <a:normAutofit lnSpcReduction="10000"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Drawback</a:t>
            </a:r>
            <a:r>
              <a:rPr lang="en-US" u="sng" dirty="0"/>
              <a:t>s of PAM</a:t>
            </a:r>
          </a:p>
          <a:p>
            <a:r>
              <a:rPr lang="en-US" dirty="0"/>
              <a:t>Bandwidth required for transmission of PAM signal </a:t>
            </a:r>
            <a:r>
              <a:rPr lang="en-US" dirty="0">
                <a:solidFill>
                  <a:srgbClr val="FF0000"/>
                </a:solidFill>
              </a:rPr>
              <a:t>is very large </a:t>
            </a:r>
            <a:r>
              <a:rPr lang="en-US" dirty="0"/>
              <a:t>in comparison to maximum frequency present in modulating signal.</a:t>
            </a:r>
          </a:p>
          <a:p>
            <a:r>
              <a:rPr lang="en-US" dirty="0"/>
              <a:t>Since amplitude of PAM pulses varies in accordance with modulating signal so </a:t>
            </a:r>
            <a:r>
              <a:rPr lang="en-US" dirty="0">
                <a:solidFill>
                  <a:srgbClr val="FF0000"/>
                </a:solidFill>
              </a:rPr>
              <a:t>interference of noise is maximum.</a:t>
            </a:r>
          </a:p>
          <a:p>
            <a:r>
              <a:rPr lang="en-US" dirty="0"/>
              <a:t>Since amplitude of PAM pulses varies</a:t>
            </a:r>
            <a:r>
              <a:rPr lang="en-US" dirty="0">
                <a:solidFill>
                  <a:srgbClr val="FF0000"/>
                </a:solidFill>
              </a:rPr>
              <a:t> In PAM </a:t>
            </a:r>
            <a:r>
              <a:rPr lang="en-US" dirty="0"/>
              <a:t>Variation of the peak power required by transmitter.</a:t>
            </a:r>
          </a:p>
          <a:p>
            <a:endParaRPr lang="en-US" dirty="0"/>
          </a:p>
          <a:p>
            <a:r>
              <a:rPr lang="en-US" u="sng" dirty="0">
                <a:solidFill>
                  <a:srgbClr val="FF0000"/>
                </a:solidFill>
              </a:rPr>
              <a:t>Demodulation</a:t>
            </a:r>
            <a:r>
              <a:rPr lang="en-US" u="sng" dirty="0"/>
              <a:t> of PAM</a:t>
            </a:r>
          </a:p>
          <a:p>
            <a:r>
              <a:rPr lang="en-US" dirty="0"/>
              <a:t>PAM signal </a:t>
            </a:r>
            <a:r>
              <a:rPr lang="en-US" dirty="0">
                <a:solidFill>
                  <a:srgbClr val="FF0000"/>
                </a:solidFill>
              </a:rPr>
              <a:t>sampled at </a:t>
            </a:r>
            <a:r>
              <a:rPr lang="en-US" dirty="0" err="1">
                <a:solidFill>
                  <a:srgbClr val="FF0000"/>
                </a:solidFill>
              </a:rPr>
              <a:t>Nyquist</a:t>
            </a:r>
            <a:r>
              <a:rPr lang="en-US" dirty="0">
                <a:solidFill>
                  <a:srgbClr val="FF0000"/>
                </a:solidFill>
              </a:rPr>
              <a:t> rate </a:t>
            </a:r>
            <a:r>
              <a:rPr lang="en-US" dirty="0"/>
              <a:t>can be reconstructed at the receiver end , by passing it through an efficient Low Pass Filter (LPF) with exact cut off frequency of </a:t>
            </a:r>
            <a:r>
              <a:rPr lang="en-US" dirty="0" err="1"/>
              <a:t>fs</a:t>
            </a:r>
            <a:r>
              <a:rPr lang="en-US" dirty="0"/>
              <a:t>/2. This is known as </a:t>
            </a:r>
            <a:r>
              <a:rPr lang="en-US" dirty="0">
                <a:solidFill>
                  <a:srgbClr val="FF0000"/>
                </a:solidFill>
              </a:rPr>
              <a:t>Reconstruction or Interpolation Filter</a:t>
            </a:r>
            <a:r>
              <a:rPr lang="en-US" dirty="0"/>
              <a:t>.</a:t>
            </a:r>
          </a:p>
          <a:p>
            <a:r>
              <a:rPr lang="en-US" dirty="0"/>
              <a:t>The low pass filter eliminates the high-frequency ripples and generates the demodulated signal. This signal is then </a:t>
            </a:r>
            <a:r>
              <a:rPr lang="en-US" dirty="0">
                <a:solidFill>
                  <a:srgbClr val="FF0000"/>
                </a:solidFill>
              </a:rPr>
              <a:t>applied to the inverting amplifier</a:t>
            </a:r>
            <a:r>
              <a:rPr lang="en-US" dirty="0"/>
              <a:t> to amplify its signal level to have the demodulated output with almost equal amplitude with the modulating signal</a:t>
            </a:r>
          </a:p>
        </p:txBody>
      </p:sp>
    </p:spTree>
    <p:extLst>
      <p:ext uri="{BB962C8B-B14F-4D97-AF65-F5344CB8AC3E}">
        <p14:creationId xmlns:p14="http://schemas.microsoft.com/office/powerpoint/2010/main" val="11576811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458200" cy="761682"/>
          </a:xfrm>
        </p:spPr>
        <p:txBody>
          <a:bodyPr>
            <a:normAutofit/>
          </a:bodyPr>
          <a:lstStyle/>
          <a:p>
            <a:r>
              <a:rPr lang="en-US" sz="3200" dirty="0"/>
              <a:t>PULSE WIDTH MODULATION: PWM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Pulse Width Modulation </a:t>
            </a:r>
            <a:r>
              <a:rPr lang="en-US" dirty="0"/>
              <a:t>(PWM) / </a:t>
            </a:r>
            <a:r>
              <a:rPr lang="en-US" dirty="0">
                <a:solidFill>
                  <a:srgbClr val="FF0000"/>
                </a:solidFill>
              </a:rPr>
              <a:t>Pulse Duration Modulation </a:t>
            </a:r>
            <a:r>
              <a:rPr lang="en-US" dirty="0"/>
              <a:t>(PDM) / </a:t>
            </a:r>
            <a:r>
              <a:rPr lang="en-US" dirty="0">
                <a:solidFill>
                  <a:srgbClr val="FF0000"/>
                </a:solidFill>
              </a:rPr>
              <a:t>Pulse Time Modulation </a:t>
            </a:r>
            <a:r>
              <a:rPr lang="en-US" dirty="0"/>
              <a:t>(PTM) is an analog modulating scheme in which the </a:t>
            </a:r>
            <a:r>
              <a:rPr lang="en-US" dirty="0">
                <a:solidFill>
                  <a:srgbClr val="FF0000"/>
                </a:solidFill>
              </a:rPr>
              <a:t>width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duration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time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the pulse carrier varies</a:t>
            </a:r>
            <a:r>
              <a:rPr lang="en-US" dirty="0"/>
              <a:t> proportional to the </a:t>
            </a:r>
            <a:r>
              <a:rPr lang="en-US" dirty="0">
                <a:solidFill>
                  <a:srgbClr val="FF0000"/>
                </a:solidFill>
              </a:rPr>
              <a:t>instantaneous amplitude of the message signal.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width of the pulse varies in this method</a:t>
            </a:r>
            <a:r>
              <a:rPr lang="en-US" dirty="0"/>
              <a:t>, but the amplitude of the (Pulse Train) signal remains constant. </a:t>
            </a:r>
            <a:r>
              <a:rPr lang="en-US" dirty="0">
                <a:solidFill>
                  <a:srgbClr val="FF0000"/>
                </a:solidFill>
              </a:rPr>
              <a:t>Amplitude limiters are used </a:t>
            </a:r>
            <a:r>
              <a:rPr lang="en-US" dirty="0"/>
              <a:t>to make the </a:t>
            </a:r>
            <a:r>
              <a:rPr lang="en-US" dirty="0">
                <a:solidFill>
                  <a:srgbClr val="FF0000"/>
                </a:solidFill>
              </a:rPr>
              <a:t>amplitude of the signal constant</a:t>
            </a:r>
            <a:r>
              <a:rPr lang="en-US" dirty="0"/>
              <a:t>. These circuits clip off the amplitude, to a desired level and hence the noise is limited.</a:t>
            </a:r>
          </a:p>
        </p:txBody>
      </p:sp>
    </p:spTree>
    <p:extLst>
      <p:ext uri="{BB962C8B-B14F-4D97-AF65-F5344CB8AC3E}">
        <p14:creationId xmlns:p14="http://schemas.microsoft.com/office/powerpoint/2010/main" val="4191794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153400" cy="5211763"/>
          </a:xfrm>
        </p:spPr>
        <p:txBody>
          <a:bodyPr/>
          <a:lstStyle/>
          <a:p>
            <a:r>
              <a:rPr lang="en-US" dirty="0"/>
              <a:t>Pulse-width modulation (PWM), or pulse-duration modulation (PDM), is a method of </a:t>
            </a:r>
            <a:r>
              <a:rPr lang="en-US" dirty="0">
                <a:solidFill>
                  <a:srgbClr val="FF0000"/>
                </a:solidFill>
              </a:rPr>
              <a:t>reducing the average power delivered by an electrical signal,</a:t>
            </a:r>
            <a:r>
              <a:rPr lang="en-US" dirty="0"/>
              <a:t> by effectively chopping it up into discrete parts. </a:t>
            </a:r>
          </a:p>
          <a:p>
            <a:endParaRPr lang="en-US" dirty="0"/>
          </a:p>
          <a:p>
            <a:r>
              <a:rPr lang="en-US" dirty="0"/>
              <a:t>The average value of voltage (and current) fed to the load is controlled by turning the </a:t>
            </a:r>
            <a:r>
              <a:rPr lang="en-US" dirty="0">
                <a:solidFill>
                  <a:srgbClr val="FF0000"/>
                </a:solidFill>
              </a:rPr>
              <a:t>switch between supply and load on and off at a fast rate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5724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dirty="0"/>
              <a:t>Generation of PWM by a Comparator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this method is used to generate PWM, </a:t>
            </a:r>
            <a:r>
              <a:rPr lang="en-US" dirty="0">
                <a:solidFill>
                  <a:srgbClr val="FF0000"/>
                </a:solidFill>
              </a:rPr>
              <a:t>the peak value of the message signal should be less than the peak value of the </a:t>
            </a:r>
            <a:r>
              <a:rPr lang="en-US" dirty="0" err="1">
                <a:solidFill>
                  <a:srgbClr val="FF0000"/>
                </a:solidFill>
              </a:rPr>
              <a:t>Sawtooth</a:t>
            </a:r>
            <a:r>
              <a:rPr lang="en-US" dirty="0"/>
              <a:t> wave form.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932452"/>
            <a:ext cx="4525379" cy="218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Hp\Desktop\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15961"/>
            <a:ext cx="1676400" cy="129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463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451" y="221225"/>
            <a:ext cx="8229600" cy="61722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5523"/>
            <a:ext cx="6934200" cy="3593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400" y="3810000"/>
            <a:ext cx="800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Comparator produces the output </a:t>
            </a:r>
            <a:r>
              <a:rPr lang="en-US" b="1" dirty="0">
                <a:solidFill>
                  <a:srgbClr val="FF0000"/>
                </a:solidFill>
              </a:rPr>
              <a:t>depending upon the inputs (Message Signal) </a:t>
            </a:r>
            <a:r>
              <a:rPr lang="en-US" b="1" dirty="0"/>
              <a:t>applied. Ex High(+</a:t>
            </a:r>
            <a:r>
              <a:rPr lang="en-US" b="1" dirty="0" err="1"/>
              <a:t>ve</a:t>
            </a:r>
            <a:r>
              <a:rPr lang="en-US" b="1" dirty="0"/>
              <a:t>) or law (-</a:t>
            </a:r>
            <a:r>
              <a:rPr lang="en-US" b="1" dirty="0" err="1"/>
              <a:t>ve</a:t>
            </a:r>
            <a:r>
              <a:rPr lang="en-US" b="1" dirty="0"/>
              <a:t>)</a:t>
            </a:r>
          </a:p>
          <a:p>
            <a:endParaRPr lang="en-US" b="1" dirty="0"/>
          </a:p>
          <a:p>
            <a:r>
              <a:rPr lang="en-US" b="1" dirty="0"/>
              <a:t>It produces the +</a:t>
            </a:r>
            <a:r>
              <a:rPr lang="en-US" b="1" dirty="0" err="1"/>
              <a:t>ve</a:t>
            </a:r>
            <a:r>
              <a:rPr lang="en-US" b="1" dirty="0"/>
              <a:t> or –</a:t>
            </a:r>
            <a:r>
              <a:rPr lang="en-US" b="1" dirty="0" err="1"/>
              <a:t>ve</a:t>
            </a:r>
            <a:r>
              <a:rPr lang="en-US" b="1" dirty="0"/>
              <a:t> pulses depending upon </a:t>
            </a:r>
            <a:r>
              <a:rPr lang="en-US" b="1" dirty="0">
                <a:solidFill>
                  <a:srgbClr val="FF0000"/>
                </a:solidFill>
              </a:rPr>
              <a:t>the magnitude of the message signal</a:t>
            </a:r>
            <a:r>
              <a:rPr lang="en-US" b="1" dirty="0"/>
              <a:t> and the </a:t>
            </a:r>
            <a:r>
              <a:rPr lang="en-US" b="1" dirty="0">
                <a:solidFill>
                  <a:srgbClr val="FF0000"/>
                </a:solidFill>
              </a:rPr>
              <a:t>Saw-Tooth Pulses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Width of the pulse is dependent on the amplitud</a:t>
            </a:r>
            <a:r>
              <a:rPr lang="en-US" b="1" dirty="0"/>
              <a:t>e of the message Signal.</a:t>
            </a:r>
          </a:p>
          <a:p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19432" y="6114365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When The </a:t>
            </a:r>
            <a:r>
              <a:rPr lang="en-US" b="1" dirty="0">
                <a:solidFill>
                  <a:srgbClr val="FF0000"/>
                </a:solidFill>
              </a:rPr>
              <a:t>Input voltage is lesser  than the </a:t>
            </a:r>
            <a:r>
              <a:rPr lang="en-US" b="1" dirty="0" err="1">
                <a:solidFill>
                  <a:srgbClr val="FF0000"/>
                </a:solidFill>
              </a:rPr>
              <a:t>Sawtooth</a:t>
            </a:r>
            <a:r>
              <a:rPr lang="en-US" b="1" dirty="0">
                <a:solidFill>
                  <a:srgbClr val="FF0000"/>
                </a:solidFill>
              </a:rPr>
              <a:t> voltage </a:t>
            </a:r>
            <a:r>
              <a:rPr lang="en-US" b="1" dirty="0"/>
              <a:t>then the </a:t>
            </a:r>
            <a:r>
              <a:rPr lang="en-US" b="1" dirty="0">
                <a:solidFill>
                  <a:srgbClr val="FF0000"/>
                </a:solidFill>
              </a:rPr>
              <a:t>Out Put Pulse will be Negative </a:t>
            </a:r>
            <a:r>
              <a:rPr lang="en-US" b="1" dirty="0"/>
              <a:t>and Vise versa.</a:t>
            </a:r>
          </a:p>
        </p:txBody>
      </p:sp>
    </p:spTree>
    <p:extLst>
      <p:ext uri="{BB962C8B-B14F-4D97-AF65-F5344CB8AC3E}">
        <p14:creationId xmlns:p14="http://schemas.microsoft.com/office/powerpoint/2010/main" val="812539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Hp\Desktop\PWM Comp Ins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953" y="533400"/>
            <a:ext cx="6996494" cy="559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5752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58213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Duty Cycle </a:t>
            </a:r>
          </a:p>
          <a:p>
            <a:r>
              <a:rPr lang="en-US" dirty="0"/>
              <a:t>Definition: The Duty Cycle is a </a:t>
            </a:r>
            <a:r>
              <a:rPr lang="en-US" dirty="0">
                <a:solidFill>
                  <a:srgbClr val="FF0000"/>
                </a:solidFill>
              </a:rPr>
              <a:t>measure of the time the modulated signal is in its “high” state</a:t>
            </a:r>
            <a:r>
              <a:rPr lang="en-US" dirty="0"/>
              <a:t>.</a:t>
            </a:r>
          </a:p>
          <a:p>
            <a:r>
              <a:rPr lang="en-US" dirty="0"/>
              <a:t>It is generally recorded as the </a:t>
            </a:r>
            <a:r>
              <a:rPr lang="en-US" dirty="0">
                <a:solidFill>
                  <a:srgbClr val="FF0000"/>
                </a:solidFill>
              </a:rPr>
              <a:t>percentage of the signal period where the signal is considered on</a:t>
            </a:r>
            <a:r>
              <a:rPr lang="en-US" dirty="0"/>
              <a:t>. </a:t>
            </a:r>
          </a:p>
          <a:p>
            <a:r>
              <a:rPr lang="en-US" dirty="0"/>
              <a:t>The term duty cycle describes the proportion of 'on' time to the regular interval or 'period' of time; a</a:t>
            </a:r>
            <a:r>
              <a:rPr lang="en-US" dirty="0">
                <a:solidFill>
                  <a:srgbClr val="FF0000"/>
                </a:solidFill>
              </a:rPr>
              <a:t> low duty cycle corresponds to low power</a:t>
            </a:r>
            <a:r>
              <a:rPr lang="en-US" dirty="0"/>
              <a:t>, because the power </a:t>
            </a:r>
            <a:r>
              <a:rPr lang="en-US" dirty="0">
                <a:solidFill>
                  <a:srgbClr val="FF0000"/>
                </a:solidFill>
              </a:rPr>
              <a:t>is off for most of the time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375568" y="3506786"/>
            <a:ext cx="5259388" cy="3154363"/>
            <a:chOff x="1222" y="2090"/>
            <a:chExt cx="3313" cy="1987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1559" y="3325"/>
              <a:ext cx="390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2739" y="3325"/>
              <a:ext cx="390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3920" y="3325"/>
              <a:ext cx="391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1950" y="2577"/>
              <a:ext cx="4" cy="727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953" y="2560"/>
              <a:ext cx="784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2737" y="2577"/>
              <a:ext cx="4" cy="727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3130" y="2577"/>
              <a:ext cx="4" cy="727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3133" y="2560"/>
              <a:ext cx="784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H="1">
              <a:off x="3917" y="2577"/>
              <a:ext cx="4" cy="727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1950" y="3686"/>
              <a:ext cx="4" cy="391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3130" y="3686"/>
              <a:ext cx="4" cy="391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16" name="AutoShape 15"/>
            <p:cNvCxnSpPr>
              <a:cxnSpLocks noChangeShapeType="1"/>
            </p:cNvCxnSpPr>
            <p:nvPr/>
          </p:nvCxnSpPr>
          <p:spPr bwMode="auto">
            <a:xfrm>
              <a:off x="1953" y="3912"/>
              <a:ext cx="1180" cy="0"/>
            </a:xfrm>
            <a:prstGeom prst="bentConnector3">
              <a:avLst>
                <a:gd name="adj1" fmla="val 50000"/>
              </a:avLst>
            </a:prstGeom>
            <a:noFill/>
            <a:ln w="9360" cap="flat">
              <a:solidFill>
                <a:srgbClr val="2DA2BF"/>
              </a:solidFill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121" y="3677"/>
              <a:ext cx="896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Period (T)</a:t>
              </a:r>
            </a:p>
          </p:txBody>
        </p:sp>
        <p:cxnSp>
          <p:nvCxnSpPr>
            <p:cNvPr id="18" name="AutoShape 17"/>
            <p:cNvCxnSpPr>
              <a:cxnSpLocks noChangeShapeType="1"/>
            </p:cNvCxnSpPr>
            <p:nvPr/>
          </p:nvCxnSpPr>
          <p:spPr bwMode="auto">
            <a:xfrm>
              <a:off x="1953" y="2854"/>
              <a:ext cx="784" cy="0"/>
            </a:xfrm>
            <a:prstGeom prst="bentConnector3">
              <a:avLst>
                <a:gd name="adj1" fmla="val 50000"/>
              </a:avLst>
            </a:prstGeom>
            <a:noFill/>
            <a:ln w="9360" cap="flat">
              <a:solidFill>
                <a:srgbClr val="2DA2BF"/>
              </a:solidFill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896" y="2854"/>
              <a:ext cx="840" cy="402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Duty Cycle (D)</a:t>
              </a: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1559" y="3501"/>
              <a:ext cx="2976" cy="0"/>
            </a:xfrm>
            <a:prstGeom prst="line">
              <a:avLst/>
            </a:prstGeom>
            <a:noFill/>
            <a:ln w="64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V="1">
              <a:off x="1558" y="2290"/>
              <a:ext cx="0" cy="1185"/>
            </a:xfrm>
            <a:prstGeom prst="line">
              <a:avLst/>
            </a:prstGeom>
            <a:noFill/>
            <a:ln w="64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222" y="3157"/>
              <a:ext cx="390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VL</a:t>
              </a: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222" y="2384"/>
              <a:ext cx="390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VH</a:t>
              </a: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2736" y="2156"/>
              <a:ext cx="5" cy="278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flipH="1">
              <a:off x="1950" y="2155"/>
              <a:ext cx="4" cy="278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26" name="AutoShape 25"/>
            <p:cNvCxnSpPr>
              <a:cxnSpLocks noChangeShapeType="1"/>
            </p:cNvCxnSpPr>
            <p:nvPr/>
          </p:nvCxnSpPr>
          <p:spPr bwMode="auto">
            <a:xfrm>
              <a:off x="1953" y="2384"/>
              <a:ext cx="784" cy="0"/>
            </a:xfrm>
            <a:prstGeom prst="bentConnector3">
              <a:avLst>
                <a:gd name="adj1" fmla="val 50000"/>
              </a:avLst>
            </a:prstGeom>
            <a:noFill/>
            <a:ln w="9360" cap="flat">
              <a:solidFill>
                <a:srgbClr val="2DA2BF"/>
              </a:solidFill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953" y="2090"/>
              <a:ext cx="784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On</a:t>
              </a: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H="1">
              <a:off x="3130" y="2155"/>
              <a:ext cx="4" cy="278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29" name="AutoShape 28"/>
            <p:cNvCxnSpPr>
              <a:cxnSpLocks noChangeShapeType="1"/>
            </p:cNvCxnSpPr>
            <p:nvPr/>
          </p:nvCxnSpPr>
          <p:spPr bwMode="auto">
            <a:xfrm>
              <a:off x="2739" y="2384"/>
              <a:ext cx="392" cy="0"/>
            </a:xfrm>
            <a:prstGeom prst="bentConnector3">
              <a:avLst>
                <a:gd name="adj1" fmla="val 50000"/>
              </a:avLst>
            </a:prstGeom>
            <a:noFill/>
            <a:ln w="9360" cap="flat">
              <a:solidFill>
                <a:srgbClr val="2DA2BF"/>
              </a:solidFill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2740" y="2090"/>
              <a:ext cx="390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Off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8524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dirty="0"/>
              <a:t>Duty Cycle Formulation</a:t>
            </a:r>
          </a:p>
          <a:p>
            <a:r>
              <a:rPr lang="en-US" dirty="0"/>
              <a:t>	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363"/>
              </a:spcBef>
              <a:buClr>
                <a:srgbClr val="0BD0D9"/>
              </a:buClr>
              <a:buSzPct val="95000"/>
              <a:tabLst>
                <a:tab pos="269875" algn="l"/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r>
              <a:rPr lang="en-US" dirty="0">
                <a:solidFill>
                  <a:srgbClr val="000000"/>
                </a:solidFill>
                <a:latin typeface="Constantia" pitchFamily="16" charset="0"/>
              </a:rPr>
              <a:t>Duty Cycle is determined by:</a:t>
            </a:r>
          </a:p>
          <a:p>
            <a:pPr>
              <a:spcBef>
                <a:spcPts val="363"/>
              </a:spcBef>
              <a:buClr>
                <a:srgbClr val="0BD0D9"/>
              </a:buClr>
              <a:buSzPct val="95000"/>
              <a:tabLst>
                <a:tab pos="269875" algn="l"/>
                <a:tab pos="727075" algn="l"/>
                <a:tab pos="1184275" algn="l"/>
                <a:tab pos="1641475" algn="l"/>
                <a:tab pos="2098675" algn="l"/>
                <a:tab pos="2555875" algn="l"/>
                <a:tab pos="3013075" algn="l"/>
                <a:tab pos="3470275" algn="l"/>
                <a:tab pos="3927475" algn="l"/>
                <a:tab pos="4384675" algn="l"/>
                <a:tab pos="4841875" algn="l"/>
                <a:tab pos="5299075" algn="l"/>
                <a:tab pos="5756275" algn="l"/>
                <a:tab pos="6213475" algn="l"/>
                <a:tab pos="6670675" algn="l"/>
                <a:tab pos="7127875" algn="l"/>
                <a:tab pos="7585075" algn="l"/>
                <a:tab pos="8042275" algn="l"/>
                <a:tab pos="8499475" algn="l"/>
                <a:tab pos="8956675" algn="l"/>
                <a:tab pos="9413875" algn="l"/>
              </a:tabLst>
            </a:pPr>
            <a:endParaRPr lang="en-US" dirty="0">
              <a:solidFill>
                <a:srgbClr val="000000"/>
              </a:solidFill>
              <a:latin typeface="Constantia" pitchFamily="16" charset="0"/>
            </a:endParaRPr>
          </a:p>
          <a:p>
            <a:endParaRPr lang="en-US" dirty="0"/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464344" y="1236663"/>
            <a:ext cx="4532312" cy="2520950"/>
            <a:chOff x="173" y="1184"/>
            <a:chExt cx="2855" cy="1588"/>
          </a:xfrm>
        </p:grpSpPr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463" y="2171"/>
              <a:ext cx="336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>
              <a:off x="1480" y="2171"/>
              <a:ext cx="336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>
              <a:off x="2499" y="2171"/>
              <a:ext cx="336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 flipH="1">
              <a:off x="799" y="1573"/>
              <a:ext cx="4" cy="58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802" y="1560"/>
              <a:ext cx="675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 flipH="1">
              <a:off x="1477" y="1573"/>
              <a:ext cx="4" cy="58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H="1">
              <a:off x="1817" y="1573"/>
              <a:ext cx="4" cy="58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1821" y="1560"/>
              <a:ext cx="675" cy="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 flipH="1">
              <a:off x="2495" y="1573"/>
              <a:ext cx="4" cy="580"/>
            </a:xfrm>
            <a:prstGeom prst="line">
              <a:avLst/>
            </a:prstGeom>
            <a:noFill/>
            <a:ln w="442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 flipH="1">
              <a:off x="799" y="2460"/>
              <a:ext cx="4" cy="312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H="1">
              <a:off x="1817" y="2460"/>
              <a:ext cx="4" cy="312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16" name="AutoShape 19"/>
            <p:cNvCxnSpPr>
              <a:cxnSpLocks noChangeShapeType="1"/>
            </p:cNvCxnSpPr>
            <p:nvPr/>
          </p:nvCxnSpPr>
          <p:spPr bwMode="auto">
            <a:xfrm>
              <a:off x="803" y="2641"/>
              <a:ext cx="1015" cy="0"/>
            </a:xfrm>
            <a:prstGeom prst="bentConnector3">
              <a:avLst>
                <a:gd name="adj1" fmla="val 50000"/>
              </a:avLst>
            </a:prstGeom>
            <a:noFill/>
            <a:ln w="9360" cap="flat">
              <a:solidFill>
                <a:srgbClr val="2DA2BF"/>
              </a:solidFill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7" name="Rectangle 20"/>
            <p:cNvSpPr>
              <a:spLocks noChangeArrowheads="1"/>
            </p:cNvSpPr>
            <p:nvPr/>
          </p:nvSpPr>
          <p:spPr bwMode="auto">
            <a:xfrm>
              <a:off x="948" y="2453"/>
              <a:ext cx="772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Period (T)</a:t>
              </a:r>
            </a:p>
          </p:txBody>
        </p:sp>
        <p:cxnSp>
          <p:nvCxnSpPr>
            <p:cNvPr id="18" name="AutoShape 21"/>
            <p:cNvCxnSpPr>
              <a:cxnSpLocks noChangeShapeType="1"/>
            </p:cNvCxnSpPr>
            <p:nvPr/>
          </p:nvCxnSpPr>
          <p:spPr bwMode="auto">
            <a:xfrm>
              <a:off x="803" y="1795"/>
              <a:ext cx="675" cy="0"/>
            </a:xfrm>
            <a:prstGeom prst="bentConnector3">
              <a:avLst>
                <a:gd name="adj1" fmla="val 50000"/>
              </a:avLst>
            </a:prstGeom>
            <a:noFill/>
            <a:ln w="9360" cap="flat">
              <a:solidFill>
                <a:srgbClr val="2DA2BF"/>
              </a:solidFill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754" y="1795"/>
              <a:ext cx="724" cy="402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Duty Cycle (D)</a:t>
              </a:r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463" y="2311"/>
              <a:ext cx="2565" cy="0"/>
            </a:xfrm>
            <a:prstGeom prst="line">
              <a:avLst/>
            </a:prstGeom>
            <a:noFill/>
            <a:ln w="64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V="1">
              <a:off x="462" y="1344"/>
              <a:ext cx="0" cy="947"/>
            </a:xfrm>
            <a:prstGeom prst="line">
              <a:avLst/>
            </a:prstGeom>
            <a:noFill/>
            <a:ln w="6480" cap="flat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>
              <a:off x="173" y="2037"/>
              <a:ext cx="336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VL</a:t>
              </a:r>
            </a:p>
          </p:txBody>
        </p:sp>
        <p:sp>
          <p:nvSpPr>
            <p:cNvPr id="23" name="Rectangle 26"/>
            <p:cNvSpPr>
              <a:spLocks noChangeArrowheads="1"/>
            </p:cNvSpPr>
            <p:nvPr/>
          </p:nvSpPr>
          <p:spPr bwMode="auto">
            <a:xfrm>
              <a:off x="173" y="1419"/>
              <a:ext cx="336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VH</a:t>
              </a:r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 flipH="1">
              <a:off x="1476" y="1237"/>
              <a:ext cx="5" cy="222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 flipH="1">
              <a:off x="799" y="1236"/>
              <a:ext cx="4" cy="222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26" name="AutoShape 29"/>
            <p:cNvCxnSpPr>
              <a:cxnSpLocks noChangeShapeType="1"/>
            </p:cNvCxnSpPr>
            <p:nvPr/>
          </p:nvCxnSpPr>
          <p:spPr bwMode="auto">
            <a:xfrm>
              <a:off x="803" y="1419"/>
              <a:ext cx="675" cy="0"/>
            </a:xfrm>
            <a:prstGeom prst="bentConnector3">
              <a:avLst>
                <a:gd name="adj1" fmla="val 50000"/>
              </a:avLst>
            </a:prstGeom>
            <a:noFill/>
            <a:ln w="9360" cap="flat">
              <a:solidFill>
                <a:srgbClr val="2DA2BF"/>
              </a:solidFill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27" name="Rectangle 30"/>
            <p:cNvSpPr>
              <a:spLocks noChangeArrowheads="1"/>
            </p:cNvSpPr>
            <p:nvPr/>
          </p:nvSpPr>
          <p:spPr bwMode="auto">
            <a:xfrm>
              <a:off x="803" y="1184"/>
              <a:ext cx="675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On</a:t>
              </a:r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 flipH="1">
              <a:off x="1817" y="1236"/>
              <a:ext cx="4" cy="222"/>
            </a:xfrm>
            <a:prstGeom prst="line">
              <a:avLst/>
            </a:prstGeom>
            <a:noFill/>
            <a:ln w="9360" cap="flat">
              <a:solidFill>
                <a:srgbClr val="2DA2B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29" name="AutoShape 32"/>
            <p:cNvCxnSpPr>
              <a:cxnSpLocks noChangeShapeType="1"/>
            </p:cNvCxnSpPr>
            <p:nvPr/>
          </p:nvCxnSpPr>
          <p:spPr bwMode="auto">
            <a:xfrm>
              <a:off x="1481" y="1419"/>
              <a:ext cx="336" cy="0"/>
            </a:xfrm>
            <a:prstGeom prst="bentConnector3">
              <a:avLst>
                <a:gd name="adj1" fmla="val 50000"/>
              </a:avLst>
            </a:prstGeom>
            <a:noFill/>
            <a:ln w="9360" cap="flat">
              <a:solidFill>
                <a:srgbClr val="2DA2BF"/>
              </a:solidFill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30" name="Rectangle 33"/>
            <p:cNvSpPr>
              <a:spLocks noChangeArrowheads="1"/>
            </p:cNvSpPr>
            <p:nvPr/>
          </p:nvSpPr>
          <p:spPr bwMode="auto">
            <a:xfrm>
              <a:off x="1481" y="1184"/>
              <a:ext cx="336" cy="229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>
                  <a:solidFill>
                    <a:srgbClr val="000000"/>
                  </a:solidFill>
                  <a:latin typeface="Constantia" pitchFamily="16" charset="0"/>
                </a:rPr>
                <a:t>Off</a:t>
              </a:r>
            </a:p>
          </p:txBody>
        </p:sp>
      </p:grpSp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08336"/>
              </p:ext>
            </p:extLst>
          </p:nvPr>
        </p:nvGraphicFramePr>
        <p:xfrm>
          <a:off x="4423569" y="3379788"/>
          <a:ext cx="36147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76356" imgH="623426" progId="Equation.3">
                  <p:embed/>
                </p:oleObj>
              </mc:Choice>
              <mc:Fallback>
                <p:oleObj r:id="rId2" imgW="2976356" imgH="62342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3569" y="3379788"/>
                        <a:ext cx="36147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1" name="Picture 7" descr="C:\Users\Hp\Desktop\Duty_Cycle_Example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531" y="4289425"/>
            <a:ext cx="4130675" cy="260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2591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/>
          <a:lstStyle/>
          <a:p>
            <a:r>
              <a:rPr lang="en-US" b="0" dirty="0"/>
              <a:t>The following figures explain the types of Pulse Width Modulations.</a:t>
            </a:r>
          </a:p>
          <a:p>
            <a:endParaRPr lang="en-US" dirty="0"/>
          </a:p>
        </p:txBody>
      </p:sp>
      <p:pic>
        <p:nvPicPr>
          <p:cNvPr id="19458" name="Picture 2" descr="C:\Users\Hp\Desktop\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32" y="1012723"/>
            <a:ext cx="6096000" cy="476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0546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6172200"/>
          </a:xfrm>
        </p:spPr>
        <p:txBody>
          <a:bodyPr/>
          <a:lstStyle/>
          <a:p>
            <a:r>
              <a:rPr lang="en-US" dirty="0"/>
              <a:t>There are three </a:t>
            </a:r>
            <a:r>
              <a:rPr lang="en-US" dirty="0">
                <a:solidFill>
                  <a:srgbClr val="FF0000"/>
                </a:solidFill>
              </a:rPr>
              <a:t>variations of PWM</a:t>
            </a:r>
            <a:r>
              <a:rPr lang="en-US" dirty="0"/>
              <a:t>. They are −</a:t>
            </a:r>
          </a:p>
          <a:p>
            <a:r>
              <a:rPr lang="en-US" dirty="0"/>
              <a:t>(a)	The </a:t>
            </a:r>
            <a:r>
              <a:rPr lang="en-US" dirty="0">
                <a:solidFill>
                  <a:srgbClr val="FF0000"/>
                </a:solidFill>
              </a:rPr>
              <a:t>leading edge of the pulse being constant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trailing edge varies </a:t>
            </a:r>
            <a:r>
              <a:rPr lang="en-US" dirty="0"/>
              <a:t>according to the message signal.</a:t>
            </a:r>
          </a:p>
          <a:p>
            <a:r>
              <a:rPr lang="en-US" dirty="0"/>
              <a:t>(b)	The </a:t>
            </a:r>
            <a:r>
              <a:rPr lang="en-US" dirty="0">
                <a:solidFill>
                  <a:srgbClr val="FF0000"/>
                </a:solidFill>
              </a:rPr>
              <a:t>trailing edge of the pulse being constant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leading edge varies </a:t>
            </a:r>
            <a:r>
              <a:rPr lang="en-US" dirty="0"/>
              <a:t>according to the message signal.</a:t>
            </a:r>
          </a:p>
          <a:p>
            <a:r>
              <a:rPr lang="en-US" dirty="0"/>
              <a:t>(c)	The </a:t>
            </a:r>
            <a:r>
              <a:rPr lang="en-US" dirty="0">
                <a:solidFill>
                  <a:srgbClr val="FF0000"/>
                </a:solidFill>
              </a:rPr>
              <a:t>center of the pulse being constant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leading edge and the trailing edge varies </a:t>
            </a:r>
            <a:r>
              <a:rPr lang="en-US" dirty="0"/>
              <a:t>according to the message signal.</a:t>
            </a:r>
          </a:p>
          <a:p>
            <a:r>
              <a:rPr lang="en-US" dirty="0"/>
              <a:t>These three types are shown in the above given figure, with timing slots.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6184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458200" cy="761682"/>
          </a:xfrm>
        </p:spPr>
        <p:txBody>
          <a:bodyPr>
            <a:normAutofit/>
          </a:bodyPr>
          <a:lstStyle/>
          <a:p>
            <a:r>
              <a:rPr lang="en-US" sz="3200" dirty="0"/>
              <a:t>Pulse Position Modulation - ppm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/>
          <a:lstStyle/>
          <a:p>
            <a:r>
              <a:rPr lang="en-US" dirty="0"/>
              <a:t>Pulse Position Modulation (PPM) is an analog modulating scheme in which the </a:t>
            </a:r>
            <a:r>
              <a:rPr lang="en-US" dirty="0">
                <a:solidFill>
                  <a:srgbClr val="FF0000"/>
                </a:solidFill>
              </a:rPr>
              <a:t>amplitude and width of the pulses are kept constant</a:t>
            </a:r>
            <a:r>
              <a:rPr lang="en-US" dirty="0"/>
              <a:t>, while the </a:t>
            </a:r>
            <a:r>
              <a:rPr lang="en-US" dirty="0">
                <a:solidFill>
                  <a:srgbClr val="FF0000"/>
                </a:solidFill>
              </a:rPr>
              <a:t>position of each pulse</a:t>
            </a:r>
            <a:r>
              <a:rPr lang="en-US" dirty="0"/>
              <a:t>, with reference to the position of a reference pulse varies according to the</a:t>
            </a:r>
            <a:r>
              <a:rPr lang="en-US" dirty="0">
                <a:solidFill>
                  <a:srgbClr val="FF0000"/>
                </a:solidFill>
              </a:rPr>
              <a:t> instantaneous sampled value of the message signal</a:t>
            </a:r>
            <a:r>
              <a:rPr lang="en-US" dirty="0"/>
              <a:t>.</a:t>
            </a:r>
          </a:p>
          <a:p>
            <a:r>
              <a:rPr lang="en-US" dirty="0"/>
              <a:t>The transmitter has to </a:t>
            </a:r>
            <a:r>
              <a:rPr lang="en-US" dirty="0">
                <a:solidFill>
                  <a:srgbClr val="FF0000"/>
                </a:solidFill>
              </a:rPr>
              <a:t>send synchronizing pulses (or simply sync pulses) to keep the transmitter and receiver in synchronism</a:t>
            </a:r>
            <a:r>
              <a:rPr lang="en-US" dirty="0"/>
              <a:t>. These sync pulses help maintain the position of the pulses. The following figures explain the Pulse Position Modulation.</a:t>
            </a:r>
          </a:p>
        </p:txBody>
      </p:sp>
    </p:spTree>
    <p:extLst>
      <p:ext uri="{BB962C8B-B14F-4D97-AF65-F5344CB8AC3E}">
        <p14:creationId xmlns:p14="http://schemas.microsoft.com/office/powerpoint/2010/main" val="4059115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p\Desktop\ppm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9497"/>
            <a:ext cx="4148138" cy="393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Hp\Desktop\pp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76644"/>
            <a:ext cx="4505325" cy="298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8751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p\Desktop\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73" y="533400"/>
            <a:ext cx="8056984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7537" y="2438400"/>
            <a:ext cx="80930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input to the PPM Generator is a </a:t>
            </a:r>
            <a:r>
              <a:rPr lang="en-US" sz="2000" b="1" dirty="0">
                <a:solidFill>
                  <a:srgbClr val="FF0000"/>
                </a:solidFill>
              </a:rPr>
              <a:t>PWM Signal</a:t>
            </a:r>
            <a:r>
              <a:rPr lang="en-US" sz="2000" b="1" dirty="0"/>
              <a:t>.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The inverter reverse the polarity </a:t>
            </a:r>
            <a:r>
              <a:rPr lang="en-US" sz="2000" b="1" dirty="0"/>
              <a:t>of the pulses.</a:t>
            </a:r>
          </a:p>
          <a:p>
            <a:endParaRPr lang="en-US" sz="2000" b="1" dirty="0"/>
          </a:p>
          <a:p>
            <a:r>
              <a:rPr lang="en-US" sz="2000" b="1" dirty="0"/>
              <a:t>As it passes through differentiator we have;</a:t>
            </a:r>
          </a:p>
          <a:p>
            <a:r>
              <a:rPr lang="en-US" sz="2000" b="1" dirty="0"/>
              <a:t>	</a:t>
            </a:r>
            <a:r>
              <a:rPr lang="en-US" sz="2000" b="1" dirty="0">
                <a:solidFill>
                  <a:srgbClr val="FF0000"/>
                </a:solidFill>
              </a:rPr>
              <a:t>+</a:t>
            </a:r>
            <a:r>
              <a:rPr lang="en-US" sz="2000" b="1" dirty="0" err="1">
                <a:solidFill>
                  <a:srgbClr val="FF0000"/>
                </a:solidFill>
              </a:rPr>
              <a:t>ve</a:t>
            </a:r>
            <a:r>
              <a:rPr lang="en-US" sz="2000" b="1" dirty="0">
                <a:solidFill>
                  <a:srgbClr val="FF0000"/>
                </a:solidFill>
              </a:rPr>
              <a:t> Spikes </a:t>
            </a:r>
            <a:r>
              <a:rPr lang="en-US" sz="2000" b="1" dirty="0"/>
              <a:t>where original PWM pulse </a:t>
            </a:r>
            <a:r>
              <a:rPr lang="en-US" sz="2000" b="1" dirty="0">
                <a:solidFill>
                  <a:srgbClr val="FF0000"/>
                </a:solidFill>
              </a:rPr>
              <a:t>is going from HIGH 	to LAW</a:t>
            </a:r>
            <a:r>
              <a:rPr lang="en-US" sz="2000" b="1" dirty="0"/>
              <a:t>.</a:t>
            </a:r>
          </a:p>
          <a:p>
            <a:r>
              <a:rPr lang="en-US" sz="2000" b="1" dirty="0"/>
              <a:t>	</a:t>
            </a:r>
            <a:r>
              <a:rPr lang="en-US" sz="2000" b="1" dirty="0">
                <a:solidFill>
                  <a:srgbClr val="FF0000"/>
                </a:solidFill>
              </a:rPr>
              <a:t>-</a:t>
            </a:r>
            <a:r>
              <a:rPr lang="en-US" sz="2000" b="1" dirty="0" err="1">
                <a:solidFill>
                  <a:srgbClr val="FF0000"/>
                </a:solidFill>
              </a:rPr>
              <a:t>Ve</a:t>
            </a:r>
            <a:r>
              <a:rPr lang="en-US" sz="2000" b="1" dirty="0">
                <a:solidFill>
                  <a:srgbClr val="FF0000"/>
                </a:solidFill>
              </a:rPr>
              <a:t> spikes</a:t>
            </a:r>
            <a:r>
              <a:rPr lang="en-US" sz="2000" b="1" dirty="0"/>
              <a:t> where original PWM Pulse is </a:t>
            </a:r>
            <a:r>
              <a:rPr lang="en-US" sz="2000" b="1" dirty="0">
                <a:solidFill>
                  <a:srgbClr val="FF0000"/>
                </a:solidFill>
              </a:rPr>
              <a:t>going from law to 	High</a:t>
            </a:r>
            <a:r>
              <a:rPr lang="en-US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69252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Spikes are </a:t>
            </a:r>
            <a:r>
              <a:rPr lang="en-US" dirty="0">
                <a:solidFill>
                  <a:srgbClr val="FF0000"/>
                </a:solidFill>
              </a:rPr>
              <a:t>fed to a +</a:t>
            </a:r>
            <a:r>
              <a:rPr lang="en-US" dirty="0" err="1">
                <a:solidFill>
                  <a:srgbClr val="FF0000"/>
                </a:solidFill>
              </a:rPr>
              <a:t>ve</a:t>
            </a:r>
            <a:r>
              <a:rPr lang="en-US" dirty="0">
                <a:solidFill>
                  <a:srgbClr val="FF0000"/>
                </a:solidFill>
              </a:rPr>
              <a:t> edge triggered fixed width pulse generator</a:t>
            </a:r>
            <a:r>
              <a:rPr lang="en-US" dirty="0"/>
              <a:t>.</a:t>
            </a:r>
          </a:p>
          <a:p>
            <a:r>
              <a:rPr lang="en-US" dirty="0"/>
              <a:t>Generator generates the pulse </a:t>
            </a:r>
            <a:r>
              <a:rPr lang="en-US" dirty="0">
                <a:solidFill>
                  <a:srgbClr val="FF0000"/>
                </a:solidFill>
              </a:rPr>
              <a:t>of fixed width when only a +</a:t>
            </a:r>
            <a:r>
              <a:rPr lang="en-US" dirty="0" err="1">
                <a:solidFill>
                  <a:srgbClr val="FF0000"/>
                </a:solidFill>
              </a:rPr>
              <a:t>ve</a:t>
            </a:r>
            <a:r>
              <a:rPr lang="en-US" dirty="0">
                <a:solidFill>
                  <a:srgbClr val="FF0000"/>
                </a:solidFill>
              </a:rPr>
              <a:t> spike appears</a:t>
            </a:r>
            <a:r>
              <a:rPr lang="en-US" dirty="0"/>
              <a:t>.</a:t>
            </a:r>
          </a:p>
          <a:p>
            <a:r>
              <a:rPr lang="en-US" dirty="0"/>
              <a:t>The occurrence of these pulses are </a:t>
            </a:r>
            <a:r>
              <a:rPr lang="en-US" dirty="0">
                <a:solidFill>
                  <a:srgbClr val="FF0000"/>
                </a:solidFill>
              </a:rPr>
              <a:t>dependent on the input message signal</a:t>
            </a:r>
            <a:r>
              <a:rPr lang="en-US" dirty="0"/>
              <a:t>, hence the  pulses produced is PPM.</a:t>
            </a:r>
          </a:p>
          <a:p>
            <a:endParaRPr lang="en-US" dirty="0"/>
          </a:p>
        </p:txBody>
      </p:sp>
      <p:pic>
        <p:nvPicPr>
          <p:cNvPr id="9219" name="Picture 3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"/>
            <a:ext cx="7310034" cy="368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BCC072-06EC-4F06-AF48-22052FA1EEE1}"/>
                  </a:ext>
                </a:extLst>
              </p14:cNvPr>
              <p14:cNvContentPartPr/>
              <p14:nvPr/>
            </p14:nvContentPartPr>
            <p14:xfrm>
              <a:off x="3861445" y="39940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BCC072-06EC-4F06-AF48-22052FA1EE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43445" y="3814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FE92AFB-8954-402D-9A79-A1CA3ACD1667}"/>
                  </a:ext>
                </a:extLst>
              </p14:cNvPr>
              <p14:cNvContentPartPr/>
              <p14:nvPr/>
            </p14:nvContentPartPr>
            <p14:xfrm>
              <a:off x="3878725" y="45160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FE92AFB-8954-402D-9A79-A1CA3ACD166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61085" y="433602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88287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153400" cy="837882"/>
          </a:xfrm>
        </p:spPr>
        <p:txBody>
          <a:bodyPr>
            <a:normAutofit/>
          </a:bodyPr>
          <a:lstStyle/>
          <a:p>
            <a:r>
              <a:rPr lang="en-US" sz="3200" dirty="0"/>
              <a:t>Pulse code modulation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/>
          <a:lstStyle/>
          <a:p>
            <a:r>
              <a:rPr lang="en-US" dirty="0"/>
              <a:t>A signal is pulse code modulated </a:t>
            </a:r>
            <a:r>
              <a:rPr lang="en-US" dirty="0">
                <a:solidFill>
                  <a:srgbClr val="FF0000"/>
                </a:solidFill>
              </a:rPr>
              <a:t>to convert its analog information into a binary sequence, i.e., 1s and 0s. </a:t>
            </a:r>
            <a:r>
              <a:rPr lang="en-US" dirty="0"/>
              <a:t>The output of a </a:t>
            </a:r>
            <a:r>
              <a:rPr lang="en-US" dirty="0">
                <a:solidFill>
                  <a:srgbClr val="FF0000"/>
                </a:solidFill>
              </a:rPr>
              <a:t>PCM will resemble a binary sequence</a:t>
            </a:r>
          </a:p>
          <a:p>
            <a:r>
              <a:rPr lang="en-US" dirty="0"/>
              <a:t>The following figure shows an example of PCM output with</a:t>
            </a:r>
            <a:r>
              <a:rPr lang="en-US" dirty="0">
                <a:solidFill>
                  <a:srgbClr val="FF0000"/>
                </a:solidFill>
              </a:rPr>
              <a:t> respect to instantaneous values of a given sine wave</a:t>
            </a:r>
          </a:p>
          <a:p>
            <a:endParaRPr lang="en-US" dirty="0"/>
          </a:p>
        </p:txBody>
      </p:sp>
      <p:pic>
        <p:nvPicPr>
          <p:cNvPr id="5122" name="Picture 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7010400" cy="297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C5C465-CFB6-4F2A-94D1-62C65B69BED2}"/>
                  </a:ext>
                </a:extLst>
              </p14:cNvPr>
              <p14:cNvContentPartPr/>
              <p14:nvPr/>
            </p14:nvContentPartPr>
            <p14:xfrm>
              <a:off x="5030005" y="3322242"/>
              <a:ext cx="360" cy="3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C5C465-CFB6-4F2A-94D1-62C65B69BE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12365" y="3304242"/>
                <a:ext cx="360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FAF910-5CD7-4020-904D-DB2EC554BB04}"/>
                  </a:ext>
                </a:extLst>
              </p14:cNvPr>
              <p14:cNvContentPartPr/>
              <p14:nvPr/>
            </p14:nvContentPartPr>
            <p14:xfrm>
              <a:off x="10052725" y="2086362"/>
              <a:ext cx="36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FAF910-5CD7-4020-904D-DB2EC554BB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35085" y="2068362"/>
                <a:ext cx="36000" cy="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97029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7451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Instead of a pulse train</a:t>
            </a:r>
            <a:r>
              <a:rPr lang="en-US" dirty="0"/>
              <a:t>, PCM produces </a:t>
            </a:r>
            <a:r>
              <a:rPr lang="en-US" dirty="0">
                <a:solidFill>
                  <a:srgbClr val="FF0000"/>
                </a:solidFill>
              </a:rPr>
              <a:t>a series of numbers or digits</a:t>
            </a:r>
            <a:r>
              <a:rPr lang="en-US" dirty="0"/>
              <a:t>, and hence this </a:t>
            </a:r>
            <a:r>
              <a:rPr lang="en-US" dirty="0">
                <a:solidFill>
                  <a:srgbClr val="FF0000"/>
                </a:solidFill>
              </a:rPr>
              <a:t>process is called as digital</a:t>
            </a:r>
            <a:r>
              <a:rPr lang="en-US" dirty="0"/>
              <a:t>. Each one of these digits, though in </a:t>
            </a:r>
            <a:r>
              <a:rPr lang="en-US" dirty="0">
                <a:solidFill>
                  <a:srgbClr val="FF0000"/>
                </a:solidFill>
              </a:rPr>
              <a:t>binary code, represent the approximate amplitude </a:t>
            </a:r>
            <a:r>
              <a:rPr lang="en-US" dirty="0"/>
              <a:t>of the </a:t>
            </a:r>
            <a:r>
              <a:rPr lang="en-US" dirty="0">
                <a:solidFill>
                  <a:srgbClr val="FF0000"/>
                </a:solidFill>
              </a:rPr>
              <a:t>signal sample at that instant</a:t>
            </a:r>
            <a:r>
              <a:rPr lang="en-US" dirty="0"/>
              <a:t>.</a:t>
            </a:r>
          </a:p>
          <a:p>
            <a:r>
              <a:rPr lang="en-US" dirty="0"/>
              <a:t>In Pulse Code Modulation, the </a:t>
            </a:r>
            <a:r>
              <a:rPr lang="en-US" dirty="0">
                <a:solidFill>
                  <a:srgbClr val="FF0000"/>
                </a:solidFill>
              </a:rPr>
              <a:t>message signal is represented by a sequence of coded pulses</a:t>
            </a:r>
            <a:r>
              <a:rPr lang="en-US" dirty="0"/>
              <a:t>. This message signal is achieved by representing the </a:t>
            </a:r>
            <a:r>
              <a:rPr lang="en-US" dirty="0">
                <a:solidFill>
                  <a:srgbClr val="FF0000"/>
                </a:solidFill>
              </a:rPr>
              <a:t>signal in discrete form in both time and amplitude.</a:t>
            </a:r>
          </a:p>
        </p:txBody>
      </p:sp>
    </p:spTree>
    <p:extLst>
      <p:ext uri="{BB962C8B-B14F-4D97-AF65-F5344CB8AC3E}">
        <p14:creationId xmlns:p14="http://schemas.microsoft.com/office/powerpoint/2010/main" val="38628905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871"/>
            <a:ext cx="8229600" cy="5897563"/>
          </a:xfrm>
        </p:spPr>
        <p:txBody>
          <a:bodyPr/>
          <a:lstStyle/>
          <a:p>
            <a:r>
              <a:rPr lang="en-US" dirty="0"/>
              <a:t>Basic Elements of PCM</a:t>
            </a:r>
          </a:p>
          <a:p>
            <a:r>
              <a:rPr lang="en-US" dirty="0"/>
              <a:t>The transmitter section of a Pulse Code Modulator circuit consists of </a:t>
            </a:r>
            <a:r>
              <a:rPr lang="en-US" dirty="0">
                <a:solidFill>
                  <a:srgbClr val="FF0000"/>
                </a:solidFill>
              </a:rPr>
              <a:t>Sampling, Quantizing and Encoding</a:t>
            </a:r>
            <a:r>
              <a:rPr lang="en-US" dirty="0"/>
              <a:t>, which are performed in the analog-to-digital converter section. The </a:t>
            </a:r>
            <a:r>
              <a:rPr lang="en-US" dirty="0">
                <a:solidFill>
                  <a:srgbClr val="FF0000"/>
                </a:solidFill>
              </a:rPr>
              <a:t>low pass filter </a:t>
            </a:r>
            <a:r>
              <a:rPr lang="en-US" dirty="0"/>
              <a:t>prior to </a:t>
            </a:r>
            <a:r>
              <a:rPr lang="en-US" dirty="0">
                <a:solidFill>
                  <a:srgbClr val="FF0000"/>
                </a:solidFill>
              </a:rPr>
              <a:t>sampling prevents aliasing </a:t>
            </a:r>
            <a:r>
              <a:rPr lang="en-US" dirty="0"/>
              <a:t>of the message signal.</a:t>
            </a:r>
          </a:p>
          <a:p>
            <a:r>
              <a:rPr lang="en-US" dirty="0"/>
              <a:t>The basic operations in the receiver section are</a:t>
            </a:r>
            <a:r>
              <a:rPr lang="en-US" dirty="0">
                <a:solidFill>
                  <a:srgbClr val="FF0000"/>
                </a:solidFill>
              </a:rPr>
              <a:t> regeneration of impaired signals, decoding, and reconstruction of the quantized pulse train</a:t>
            </a:r>
            <a:r>
              <a:rPr lang="en-US" dirty="0"/>
              <a:t>. Following is the block diagram of PCM which represents the basic elements of both the transmitter and the receiver sections.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146" name="Picture 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3352800"/>
            <a:ext cx="5400675" cy="347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5142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629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Low Pass Filter</a:t>
            </a:r>
          </a:p>
          <a:p>
            <a:r>
              <a:rPr lang="en-US" dirty="0"/>
              <a:t>This filter eliminates the </a:t>
            </a:r>
            <a:r>
              <a:rPr lang="en-US" dirty="0">
                <a:solidFill>
                  <a:srgbClr val="FF0000"/>
                </a:solidFill>
              </a:rPr>
              <a:t>high frequency components </a:t>
            </a:r>
            <a:r>
              <a:rPr lang="en-US" dirty="0"/>
              <a:t>present in the input analog signal which is greater than the highest frequency of the message signal, </a:t>
            </a:r>
            <a:r>
              <a:rPr lang="en-US" dirty="0">
                <a:solidFill>
                  <a:srgbClr val="FF0000"/>
                </a:solidFill>
              </a:rPr>
              <a:t>to avoid aliasing </a:t>
            </a:r>
            <a:r>
              <a:rPr lang="en-US" dirty="0"/>
              <a:t>of the message signal.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Sampler</a:t>
            </a:r>
          </a:p>
          <a:p>
            <a:r>
              <a:rPr lang="en-US" dirty="0"/>
              <a:t>This is the technique which helps to </a:t>
            </a:r>
            <a:r>
              <a:rPr lang="en-US" dirty="0">
                <a:solidFill>
                  <a:srgbClr val="FF0000"/>
                </a:solidFill>
              </a:rPr>
              <a:t>collect the sample data at instantaneous values of message signal</a:t>
            </a:r>
            <a:r>
              <a:rPr lang="en-US" dirty="0"/>
              <a:t>, so as to reconstruct the original signal. The sampling rate must be greater than twice the highest frequency component W of the message signal, in </a:t>
            </a:r>
            <a:r>
              <a:rPr lang="en-US" dirty="0">
                <a:solidFill>
                  <a:srgbClr val="FF0000"/>
                </a:solidFill>
              </a:rPr>
              <a:t>accordance with the sampling theorem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Quantizer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Quantizing is a process of reducing the </a:t>
            </a:r>
            <a:r>
              <a:rPr lang="en-US" dirty="0">
                <a:solidFill>
                  <a:srgbClr val="FF0000"/>
                </a:solidFill>
              </a:rPr>
              <a:t>excessive bits and confining the data</a:t>
            </a:r>
            <a:r>
              <a:rPr lang="en-US" dirty="0"/>
              <a:t>. The sampled output when given to </a:t>
            </a:r>
            <a:r>
              <a:rPr lang="en-US" dirty="0" err="1"/>
              <a:t>Quantizer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reduces the redundant bits and compresses the value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6092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Encoder</a:t>
            </a:r>
          </a:p>
          <a:p>
            <a:r>
              <a:rPr lang="en-US" dirty="0">
                <a:solidFill>
                  <a:srgbClr val="FF0000"/>
                </a:solidFill>
              </a:rPr>
              <a:t>The digitization of analog signal </a:t>
            </a:r>
            <a:r>
              <a:rPr lang="en-US" dirty="0"/>
              <a:t>is done by the encoder. It designates </a:t>
            </a:r>
            <a:r>
              <a:rPr lang="en-US" dirty="0">
                <a:solidFill>
                  <a:srgbClr val="FF0000"/>
                </a:solidFill>
              </a:rPr>
              <a:t>each quantized level by a binary code</a:t>
            </a:r>
            <a:r>
              <a:rPr lang="en-US" dirty="0"/>
              <a:t>. The sampling done here is the sample-and-hold process. These three sections LPF, Sampler, and </a:t>
            </a:r>
            <a:r>
              <a:rPr lang="en-US" dirty="0" err="1"/>
              <a:t>Quantizer</a:t>
            </a:r>
            <a:r>
              <a:rPr lang="en-US" dirty="0"/>
              <a:t> will act as an analog to digital converter. Encoding minimizes the bandwidth used.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Regenerative Repeater</a:t>
            </a:r>
          </a:p>
          <a:p>
            <a:r>
              <a:rPr lang="en-US" dirty="0"/>
              <a:t>This section </a:t>
            </a:r>
            <a:r>
              <a:rPr lang="en-US" dirty="0">
                <a:solidFill>
                  <a:srgbClr val="FF0000"/>
                </a:solidFill>
              </a:rPr>
              <a:t>increases the signal strength</a:t>
            </a:r>
            <a:r>
              <a:rPr lang="en-US" dirty="0"/>
              <a:t>. The output of the channel also has one regenerative repeater circuit, to compensate the signal loss and reconstruct the signal, and also to increase its strength.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2015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Decoder</a:t>
            </a:r>
          </a:p>
          <a:p>
            <a:r>
              <a:rPr lang="en-US" dirty="0"/>
              <a:t>The decoder circuit decodes the</a:t>
            </a:r>
            <a:r>
              <a:rPr lang="en-US" dirty="0">
                <a:solidFill>
                  <a:srgbClr val="FF0000"/>
                </a:solidFill>
              </a:rPr>
              <a:t> pulse coded waveform to reproduce the original signal. </a:t>
            </a:r>
            <a:r>
              <a:rPr lang="en-US" dirty="0"/>
              <a:t>This circuit acts as the demodulator.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Reconstruction Filter</a:t>
            </a:r>
          </a:p>
          <a:p>
            <a:r>
              <a:rPr lang="en-US" dirty="0"/>
              <a:t>After the digital-to-analog conversion is done by the regenerative circuit and the decoder, a low-pass filter is employed, called as the reconstruction filter to get back the original signal.</a:t>
            </a:r>
          </a:p>
          <a:p>
            <a:r>
              <a:rPr lang="en-US" dirty="0"/>
              <a:t>Hence, the Pulse Code Modulator circuit digitizes the given analog signal, codes it and samples it, and then transmits it in an analog form. This whole process is repeated in a reverse pattern to obtain the original signal.</a:t>
            </a:r>
          </a:p>
        </p:txBody>
      </p:sp>
    </p:spTree>
    <p:extLst>
      <p:ext uri="{BB962C8B-B14F-4D97-AF65-F5344CB8AC3E}">
        <p14:creationId xmlns:p14="http://schemas.microsoft.com/office/powerpoint/2010/main" val="5382386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5791200" cy="761682"/>
          </a:xfrm>
        </p:spPr>
        <p:txBody>
          <a:bodyPr/>
          <a:lstStyle/>
          <a:p>
            <a:r>
              <a:rPr lang="en-US" b="1" dirty="0"/>
              <a:t>Quantization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791200"/>
          </a:xfrm>
        </p:spPr>
        <p:txBody>
          <a:bodyPr/>
          <a:lstStyle/>
          <a:p>
            <a:r>
              <a:rPr lang="en-US" dirty="0"/>
              <a:t>The digitization of analog signals involves the</a:t>
            </a:r>
            <a:r>
              <a:rPr lang="en-US" dirty="0">
                <a:solidFill>
                  <a:srgbClr val="FF0000"/>
                </a:solidFill>
              </a:rPr>
              <a:t> rounding off </a:t>
            </a:r>
            <a:r>
              <a:rPr lang="en-US" dirty="0"/>
              <a:t>of the values which are approximately equal to the analog values. The method of sampling chooses a few points on the analog signal and then these points are joined to</a:t>
            </a:r>
            <a:r>
              <a:rPr lang="en-US" dirty="0">
                <a:solidFill>
                  <a:srgbClr val="FF0000"/>
                </a:solidFill>
              </a:rPr>
              <a:t> round off the value to a near stabilized value</a:t>
            </a:r>
            <a:r>
              <a:rPr lang="en-US" dirty="0"/>
              <a:t>. Such a process is called as </a:t>
            </a:r>
            <a:r>
              <a:rPr lang="en-US" dirty="0">
                <a:solidFill>
                  <a:srgbClr val="FF0000"/>
                </a:solidFill>
              </a:rPr>
              <a:t>Quantization.</a:t>
            </a:r>
          </a:p>
          <a:p>
            <a:r>
              <a:rPr lang="en-US" dirty="0"/>
              <a:t>Quantizing an Analog Signal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analog-to-digital converters </a:t>
            </a:r>
            <a:r>
              <a:rPr lang="en-US" dirty="0"/>
              <a:t>perform this type of function</a:t>
            </a:r>
            <a:r>
              <a:rPr lang="en-US" dirty="0">
                <a:solidFill>
                  <a:srgbClr val="FF0000"/>
                </a:solidFill>
              </a:rPr>
              <a:t> to create a series of digital values out of the given analog signal. </a:t>
            </a:r>
            <a:r>
              <a:rPr lang="en-US" dirty="0"/>
              <a:t>The following figure represents an analog signal. This signal to get converted into digital, has to </a:t>
            </a:r>
            <a:r>
              <a:rPr lang="en-US" dirty="0">
                <a:solidFill>
                  <a:srgbClr val="FF0000"/>
                </a:solidFill>
              </a:rPr>
              <a:t>undergo sampling and quantizing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12710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16"/>
            <a:ext cx="8305800" cy="6248400"/>
          </a:xfrm>
        </p:spPr>
        <p:txBody>
          <a:bodyPr/>
          <a:lstStyle/>
          <a:p>
            <a:r>
              <a:rPr lang="en-US" dirty="0"/>
              <a:t>The quantizing of an analog signal is done by </a:t>
            </a:r>
            <a:r>
              <a:rPr lang="en-US" dirty="0">
                <a:solidFill>
                  <a:srgbClr val="FF0000"/>
                </a:solidFill>
              </a:rPr>
              <a:t>discretizing the signal with a number of quantization levels</a:t>
            </a:r>
            <a:r>
              <a:rPr lang="en-US" dirty="0"/>
              <a:t>. Quantization is representing the sampled values of the amplitude by a </a:t>
            </a:r>
            <a:r>
              <a:rPr lang="en-US" dirty="0">
                <a:solidFill>
                  <a:srgbClr val="FF0000"/>
                </a:solidFill>
              </a:rPr>
              <a:t>finite set of levels</a:t>
            </a:r>
            <a:r>
              <a:rPr lang="en-US" dirty="0"/>
              <a:t>, which means converting a continuous-amplitude sample into a discrete-time signal.</a:t>
            </a:r>
          </a:p>
          <a:p>
            <a:r>
              <a:rPr lang="en-US" dirty="0"/>
              <a:t>The following figure shows how an analog signal gets quantized. The </a:t>
            </a:r>
            <a:r>
              <a:rPr lang="en-US" dirty="0">
                <a:solidFill>
                  <a:srgbClr val="FF0000"/>
                </a:solidFill>
              </a:rPr>
              <a:t>blue line represents analog signal </a:t>
            </a:r>
            <a:r>
              <a:rPr lang="en-US" dirty="0"/>
              <a:t>while </a:t>
            </a:r>
            <a:r>
              <a:rPr lang="en-US" dirty="0">
                <a:solidFill>
                  <a:srgbClr val="FF0000"/>
                </a:solidFill>
              </a:rPr>
              <a:t>the brown one represents the quantized</a:t>
            </a:r>
            <a:r>
              <a:rPr lang="en-US" dirty="0"/>
              <a:t> signal.</a:t>
            </a:r>
          </a:p>
          <a:p>
            <a:endParaRPr lang="en-US" dirty="0"/>
          </a:p>
        </p:txBody>
      </p:sp>
      <p:pic>
        <p:nvPicPr>
          <p:cNvPr id="7170" name="Picture 2" descr="C:\Users\Hp\Desktop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95800"/>
            <a:ext cx="3513517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Hp\Desktop\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22114"/>
            <a:ext cx="3059041" cy="192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0038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477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Both sampling and quantization </a:t>
            </a:r>
            <a:r>
              <a:rPr lang="en-US" dirty="0">
                <a:solidFill>
                  <a:srgbClr val="FF0000"/>
                </a:solidFill>
              </a:rPr>
              <a:t>result in the loss of information</a:t>
            </a:r>
            <a:r>
              <a:rPr lang="en-US" dirty="0"/>
              <a:t>. The </a:t>
            </a:r>
            <a:r>
              <a:rPr lang="en-US" dirty="0">
                <a:solidFill>
                  <a:srgbClr val="FF0000"/>
                </a:solidFill>
              </a:rPr>
              <a:t>quality of a </a:t>
            </a:r>
            <a:r>
              <a:rPr lang="en-US" dirty="0" err="1">
                <a:solidFill>
                  <a:srgbClr val="FF0000"/>
                </a:solidFill>
              </a:rPr>
              <a:t>Quantizer</a:t>
            </a:r>
            <a:r>
              <a:rPr lang="en-US" dirty="0">
                <a:solidFill>
                  <a:srgbClr val="FF0000"/>
                </a:solidFill>
              </a:rPr>
              <a:t> output depends </a:t>
            </a:r>
            <a:r>
              <a:rPr lang="en-US" dirty="0"/>
              <a:t>upon the</a:t>
            </a:r>
            <a:r>
              <a:rPr lang="en-US" dirty="0">
                <a:solidFill>
                  <a:srgbClr val="FF0000"/>
                </a:solidFill>
              </a:rPr>
              <a:t> number of quantization levels used</a:t>
            </a:r>
            <a:r>
              <a:rPr lang="en-US" dirty="0"/>
              <a:t>. The discrete amplitudes of the quantized output are called as representation levels or reconstruction levels. The spacing between the two adjacent representation levels is called a </a:t>
            </a:r>
            <a:r>
              <a:rPr lang="en-US" dirty="0">
                <a:solidFill>
                  <a:srgbClr val="FF0000"/>
                </a:solidFill>
              </a:rPr>
              <a:t>quantum or step-size</a:t>
            </a:r>
            <a:r>
              <a:rPr lang="en-US" dirty="0"/>
              <a:t>.</a:t>
            </a:r>
          </a:p>
          <a:p>
            <a:r>
              <a:rPr lang="en-US" dirty="0"/>
              <a:t>The following figure shows the </a:t>
            </a:r>
            <a:r>
              <a:rPr lang="en-US" dirty="0">
                <a:solidFill>
                  <a:srgbClr val="FF0000"/>
                </a:solidFill>
              </a:rPr>
              <a:t>resultant quantized signal </a:t>
            </a:r>
            <a:r>
              <a:rPr lang="en-US" dirty="0"/>
              <a:t>which is the digital form for the given analog signal.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also called </a:t>
            </a:r>
            <a:r>
              <a:rPr lang="en-US" dirty="0">
                <a:solidFill>
                  <a:srgbClr val="FF0000"/>
                </a:solidFill>
              </a:rPr>
              <a:t>as Stair-case waveform</a:t>
            </a:r>
            <a:r>
              <a:rPr lang="en-US" dirty="0"/>
              <a:t>, in accordance with its shape</a:t>
            </a:r>
          </a:p>
          <a:p>
            <a:endParaRPr lang="en-US" dirty="0"/>
          </a:p>
        </p:txBody>
      </p:sp>
      <p:pic>
        <p:nvPicPr>
          <p:cNvPr id="8194" name="Picture 2" descr="C:\Users\Hp\Desktop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048000"/>
            <a:ext cx="49339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1269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47EF46-98E7-461F-BB37-DEFF695CBA69}"/>
                  </a:ext>
                </a:extLst>
              </p14:cNvPr>
              <p14:cNvContentPartPr/>
              <p14:nvPr/>
            </p14:nvContentPartPr>
            <p14:xfrm>
              <a:off x="810085" y="284202"/>
              <a:ext cx="382680" cy="6563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47EF46-98E7-461F-BB37-DEFF695CBA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2085" y="266562"/>
                <a:ext cx="418320" cy="65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2CC0BD-0ECE-4F73-AB15-9B9EB38FEE21}"/>
                  </a:ext>
                </a:extLst>
              </p14:cNvPr>
              <p14:cNvContentPartPr/>
              <p14:nvPr/>
            </p14:nvContentPartPr>
            <p14:xfrm>
              <a:off x="1024285" y="3177162"/>
              <a:ext cx="8131680" cy="619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2CC0BD-0ECE-4F73-AB15-9B9EB38FEE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6645" y="3159162"/>
                <a:ext cx="816732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DED9FD-7416-4A35-800D-0E733D4C031C}"/>
                  </a:ext>
                </a:extLst>
              </p14:cNvPr>
              <p14:cNvContentPartPr/>
              <p14:nvPr/>
            </p14:nvContentPartPr>
            <p14:xfrm>
              <a:off x="1127965" y="1721322"/>
              <a:ext cx="6945480" cy="4097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DED9FD-7416-4A35-800D-0E733D4C03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0325" y="1703322"/>
                <a:ext cx="6981120" cy="41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E2C9F7-26F3-4B4B-B1E8-8D90C6DC0A83}"/>
                  </a:ext>
                </a:extLst>
              </p14:cNvPr>
              <p14:cNvContentPartPr/>
              <p14:nvPr/>
            </p14:nvContentPartPr>
            <p14:xfrm>
              <a:off x="612085" y="291042"/>
              <a:ext cx="593640" cy="45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E2C9F7-26F3-4B4B-B1E8-8D90C6DC0A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4445" y="273402"/>
                <a:ext cx="62928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19916E1-9D77-4AA6-A015-056F4908F7AA}"/>
                  </a:ext>
                </a:extLst>
              </p14:cNvPr>
              <p14:cNvContentPartPr/>
              <p14:nvPr/>
            </p14:nvContentPartPr>
            <p14:xfrm>
              <a:off x="8471965" y="3074202"/>
              <a:ext cx="436320" cy="600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19916E1-9D77-4AA6-A015-056F4908F7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53965" y="3056562"/>
                <a:ext cx="47196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DFF5E78-B357-43AD-A9C5-5D96AB2E9F83}"/>
                  </a:ext>
                </a:extLst>
              </p14:cNvPr>
              <p14:cNvContentPartPr/>
              <p14:nvPr/>
            </p14:nvContentPartPr>
            <p14:xfrm>
              <a:off x="6795805" y="5787162"/>
              <a:ext cx="137880" cy="117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DFF5E78-B357-43AD-A9C5-5D96AB2E9F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77805" y="5769162"/>
                <a:ext cx="17352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F0B789FA-0D6A-4B19-ACC2-E1E1E0A05184}"/>
              </a:ext>
            </a:extLst>
          </p:cNvPr>
          <p:cNvGrpSpPr/>
          <p:nvPr/>
        </p:nvGrpSpPr>
        <p:grpSpPr>
          <a:xfrm>
            <a:off x="1394725" y="59202"/>
            <a:ext cx="1864800" cy="462960"/>
            <a:chOff x="1394725" y="59202"/>
            <a:chExt cx="186480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D797BC-C514-499A-943E-56805B70C451}"/>
                    </a:ext>
                  </a:extLst>
                </p14:cNvPr>
                <p14:cNvContentPartPr/>
                <p14:nvPr/>
              </p14:nvContentPartPr>
              <p14:xfrm>
                <a:off x="1394725" y="133722"/>
                <a:ext cx="257040" cy="372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D797BC-C514-499A-943E-56805B70C45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76725" y="115722"/>
                  <a:ext cx="2926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19367E-D9E9-408A-9261-BE6EC46B7377}"/>
                    </a:ext>
                  </a:extLst>
                </p14:cNvPr>
                <p14:cNvContentPartPr/>
                <p14:nvPr/>
              </p14:nvContentPartPr>
              <p14:xfrm>
                <a:off x="1423525" y="300762"/>
                <a:ext cx="187200" cy="93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19367E-D9E9-408A-9261-BE6EC46B73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05885" y="283122"/>
                  <a:ext cx="222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63CE94-7FDE-46B1-A34C-4674E5EDBE6C}"/>
                    </a:ext>
                  </a:extLst>
                </p14:cNvPr>
                <p14:cNvContentPartPr/>
                <p14:nvPr/>
              </p14:nvContentPartPr>
              <p14:xfrm>
                <a:off x="1677685" y="306882"/>
                <a:ext cx="436320" cy="215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63CE94-7FDE-46B1-A34C-4674E5EDBE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60045" y="289242"/>
                  <a:ext cx="471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FC7581-871D-4E1A-88A5-DC41C3D8DDE6}"/>
                    </a:ext>
                  </a:extLst>
                </p14:cNvPr>
                <p14:cNvContentPartPr/>
                <p14:nvPr/>
              </p14:nvContentPartPr>
              <p14:xfrm>
                <a:off x="2285725" y="225522"/>
                <a:ext cx="175680" cy="280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FC7581-871D-4E1A-88A5-DC41C3D8DD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67725" y="207522"/>
                  <a:ext cx="2113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462D77-E6C5-4DDE-9DD8-E58868931334}"/>
                    </a:ext>
                  </a:extLst>
                </p14:cNvPr>
                <p14:cNvContentPartPr/>
                <p14:nvPr/>
              </p14:nvContentPartPr>
              <p14:xfrm>
                <a:off x="2482285" y="93042"/>
                <a:ext cx="210960" cy="307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462D77-E6C5-4DDE-9DD8-E588689313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64645" y="75402"/>
                  <a:ext cx="246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98E26D-FE48-4B9D-B18B-5670D038C724}"/>
                    </a:ext>
                  </a:extLst>
                </p14:cNvPr>
                <p14:cNvContentPartPr/>
                <p14:nvPr/>
              </p14:nvContentPartPr>
              <p14:xfrm>
                <a:off x="2835085" y="284202"/>
                <a:ext cx="65520" cy="129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98E26D-FE48-4B9D-B18B-5670D038C72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7445" y="266562"/>
                  <a:ext cx="101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2362717-8196-420C-BBB8-D3FBB21579FE}"/>
                    </a:ext>
                  </a:extLst>
                </p14:cNvPr>
                <p14:cNvContentPartPr/>
                <p14:nvPr/>
              </p14:nvContentPartPr>
              <p14:xfrm>
                <a:off x="2783605" y="110682"/>
                <a:ext cx="3600" cy="6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2362717-8196-420C-BBB8-D3FBB21579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65605" y="92682"/>
                  <a:ext cx="39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7F8B2E5-ADB9-49B8-BF0A-EB7EE885A23B}"/>
                    </a:ext>
                  </a:extLst>
                </p14:cNvPr>
                <p14:cNvContentPartPr/>
                <p14:nvPr/>
              </p14:nvContentPartPr>
              <p14:xfrm>
                <a:off x="2922565" y="59202"/>
                <a:ext cx="336960" cy="353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7F8B2E5-ADB9-49B8-BF0A-EB7EE885A2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04565" y="41202"/>
                  <a:ext cx="372600" cy="38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BE6B84D-3D98-4E7D-B984-9B12D15991D0}"/>
                  </a:ext>
                </a:extLst>
              </p14:cNvPr>
              <p14:cNvContentPartPr/>
              <p14:nvPr/>
            </p14:nvContentPartPr>
            <p14:xfrm>
              <a:off x="3699085" y="-51318"/>
              <a:ext cx="656280" cy="510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BE6B84D-3D98-4E7D-B984-9B12D15991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81445" y="-68958"/>
                <a:ext cx="69192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6069F5D-7558-492F-A569-83B736487A69}"/>
                  </a:ext>
                </a:extLst>
              </p14:cNvPr>
              <p14:cNvContentPartPr/>
              <p14:nvPr/>
            </p14:nvContentPartPr>
            <p14:xfrm>
              <a:off x="3263845" y="209128"/>
              <a:ext cx="416520" cy="1706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6069F5D-7558-492F-A569-83B736487A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46205" y="191488"/>
                <a:ext cx="4521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F4690FC-CB69-4F2E-916C-1D193C7B1218}"/>
                  </a:ext>
                </a:extLst>
              </p14:cNvPr>
              <p14:cNvContentPartPr/>
              <p14:nvPr/>
            </p14:nvContentPartPr>
            <p14:xfrm>
              <a:off x="6286045" y="5861488"/>
              <a:ext cx="461880" cy="17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F4690FC-CB69-4F2E-916C-1D193C7B121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68405" y="5843488"/>
                <a:ext cx="4975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E77F840-B48B-45A6-9FA4-9A40F9B7096F}"/>
                  </a:ext>
                </a:extLst>
              </p14:cNvPr>
              <p14:cNvContentPartPr/>
              <p14:nvPr/>
            </p14:nvContentPartPr>
            <p14:xfrm>
              <a:off x="1168645" y="5030248"/>
              <a:ext cx="201240" cy="144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E77F840-B48B-45A6-9FA4-9A40F9B7096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50645" y="5012608"/>
                <a:ext cx="2368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0BB1685-3C22-4C1D-A8B8-E9D5D827A2EE}"/>
                  </a:ext>
                </a:extLst>
              </p14:cNvPr>
              <p14:cNvContentPartPr/>
              <p14:nvPr/>
            </p14:nvContentPartPr>
            <p14:xfrm>
              <a:off x="358645" y="2713648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0BB1685-3C22-4C1D-A8B8-E9D5D827A2E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1005" y="269600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0706304-E358-48BD-84A1-E1775CBE164C}"/>
                  </a:ext>
                </a:extLst>
              </p14:cNvPr>
              <p14:cNvContentPartPr/>
              <p14:nvPr/>
            </p14:nvContentPartPr>
            <p14:xfrm>
              <a:off x="1417405" y="5058688"/>
              <a:ext cx="302760" cy="122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0706304-E358-48BD-84A1-E1775CBE164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99765" y="5040688"/>
                <a:ext cx="33840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5F25BAC6-B711-4101-B5D6-1F8D5995DDD2}"/>
              </a:ext>
            </a:extLst>
          </p:cNvPr>
          <p:cNvGrpSpPr/>
          <p:nvPr/>
        </p:nvGrpSpPr>
        <p:grpSpPr>
          <a:xfrm>
            <a:off x="2106445" y="4945288"/>
            <a:ext cx="1951200" cy="125640"/>
            <a:chOff x="2106445" y="4945288"/>
            <a:chExt cx="195120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FBC2A7F-D21F-4750-9269-0CE213211D72}"/>
                    </a:ext>
                  </a:extLst>
                </p14:cNvPr>
                <p14:cNvContentPartPr/>
                <p14:nvPr/>
              </p14:nvContentPartPr>
              <p14:xfrm>
                <a:off x="2106445" y="5047528"/>
                <a:ext cx="360360" cy="23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FBC2A7F-D21F-4750-9269-0CE213211D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88805" y="5029888"/>
                  <a:ext cx="396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1422D34-AA88-4FEB-8EF9-3FF1D6DFDED9}"/>
                    </a:ext>
                  </a:extLst>
                </p14:cNvPr>
                <p14:cNvContentPartPr/>
                <p14:nvPr/>
              </p14:nvContentPartPr>
              <p14:xfrm>
                <a:off x="2731045" y="5024488"/>
                <a:ext cx="370080" cy="7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1422D34-AA88-4FEB-8EF9-3FF1D6DFDED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13405" y="5006488"/>
                  <a:ext cx="40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4C70F5-0F53-4DC8-AF52-5E0A7F868CE7}"/>
                    </a:ext>
                  </a:extLst>
                </p14:cNvPr>
                <p14:cNvContentPartPr/>
                <p14:nvPr/>
              </p14:nvContentPartPr>
              <p14:xfrm>
                <a:off x="3373285" y="4945288"/>
                <a:ext cx="684360" cy="39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4C70F5-0F53-4DC8-AF52-5E0A7F868CE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55645" y="4927288"/>
                  <a:ext cx="72000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581790E-8F9C-4E5D-BB32-3A7EFEE979D1}"/>
                  </a:ext>
                </a:extLst>
              </p14:cNvPr>
              <p14:cNvContentPartPr/>
              <p14:nvPr/>
            </p14:nvContentPartPr>
            <p14:xfrm>
              <a:off x="4281925" y="4882288"/>
              <a:ext cx="401040" cy="100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581790E-8F9C-4E5D-BB32-3A7EFEE979D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63925" y="4864648"/>
                <a:ext cx="4366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586107D-A7D0-4192-9F85-048471F4F68B}"/>
                  </a:ext>
                </a:extLst>
              </p14:cNvPr>
              <p14:cNvContentPartPr/>
              <p14:nvPr/>
            </p14:nvContentPartPr>
            <p14:xfrm>
              <a:off x="5098405" y="4845208"/>
              <a:ext cx="333000" cy="39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586107D-A7D0-4192-9F85-048471F4F68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080405" y="4827208"/>
                <a:ext cx="3686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7E80DEF-ECC8-4602-BE27-431C0942CD2A}"/>
                  </a:ext>
                </a:extLst>
              </p14:cNvPr>
              <p14:cNvContentPartPr/>
              <p14:nvPr/>
            </p14:nvContentPartPr>
            <p14:xfrm>
              <a:off x="5798245" y="4785808"/>
              <a:ext cx="267840" cy="136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7E80DEF-ECC8-4602-BE27-431C0942CD2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80245" y="4767808"/>
                <a:ext cx="3034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FC697A21-1B18-4635-91BE-DBC8D7200479}"/>
              </a:ext>
            </a:extLst>
          </p:cNvPr>
          <p:cNvGrpSpPr/>
          <p:nvPr/>
        </p:nvGrpSpPr>
        <p:grpSpPr>
          <a:xfrm>
            <a:off x="6961405" y="4573768"/>
            <a:ext cx="1643760" cy="133200"/>
            <a:chOff x="6961405" y="4573768"/>
            <a:chExt cx="164376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4FD0F0-E34E-48D1-B3DD-6DD0790733A3}"/>
                    </a:ext>
                  </a:extLst>
                </p14:cNvPr>
                <p14:cNvContentPartPr/>
                <p14:nvPr/>
              </p14:nvContentPartPr>
              <p14:xfrm>
                <a:off x="6961405" y="4619848"/>
                <a:ext cx="940680" cy="87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4FD0F0-E34E-48D1-B3DD-6DD0790733A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43765" y="4602208"/>
                  <a:ext cx="976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B69B465-7032-4C6D-A0AC-7C9C61ADFEF4}"/>
                    </a:ext>
                  </a:extLst>
                </p14:cNvPr>
                <p14:cNvContentPartPr/>
                <p14:nvPr/>
              </p14:nvContentPartPr>
              <p14:xfrm>
                <a:off x="8170645" y="4573768"/>
                <a:ext cx="434520" cy="23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B69B465-7032-4C6D-A0AC-7C9C61ADFEF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52645" y="4556128"/>
                  <a:ext cx="4701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D32F09A-6E87-48D1-A952-AFF4233DA65F}"/>
              </a:ext>
            </a:extLst>
          </p:cNvPr>
          <p:cNvGrpSpPr/>
          <p:nvPr/>
        </p:nvGrpSpPr>
        <p:grpSpPr>
          <a:xfrm>
            <a:off x="1226965" y="5566648"/>
            <a:ext cx="381600" cy="125640"/>
            <a:chOff x="1226965" y="5566648"/>
            <a:chExt cx="38160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4DB853C-EE8D-42F4-9255-B85294F1FC9D}"/>
                    </a:ext>
                  </a:extLst>
                </p14:cNvPr>
                <p14:cNvContentPartPr/>
                <p14:nvPr/>
              </p14:nvContentPartPr>
              <p14:xfrm>
                <a:off x="1307605" y="5688688"/>
                <a:ext cx="18000" cy="3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4DB853C-EE8D-42F4-9255-B85294F1FC9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89605" y="5671048"/>
                  <a:ext cx="53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4173CFC-E839-44E3-B486-CAC6E3BA8319}"/>
                    </a:ext>
                  </a:extLst>
                </p14:cNvPr>
                <p14:cNvContentPartPr/>
                <p14:nvPr/>
              </p14:nvContentPartPr>
              <p14:xfrm>
                <a:off x="1226965" y="5566648"/>
                <a:ext cx="381600" cy="24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4173CFC-E839-44E3-B486-CAC6E3BA83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08965" y="5549008"/>
                  <a:ext cx="41724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7AAAFE4-B179-4D98-B3B0-49B8313A4EAD}"/>
                  </a:ext>
                </a:extLst>
              </p14:cNvPr>
              <p14:cNvContentPartPr/>
              <p14:nvPr/>
            </p14:nvContentPartPr>
            <p14:xfrm>
              <a:off x="2083045" y="5579248"/>
              <a:ext cx="288720" cy="3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7AAAFE4-B179-4D98-B3B0-49B8313A4EA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65405" y="5561248"/>
                <a:ext cx="3243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CE5728D-E1DA-48C4-987B-B42DBEF93E97}"/>
              </a:ext>
            </a:extLst>
          </p:cNvPr>
          <p:cNvGrpSpPr/>
          <p:nvPr/>
        </p:nvGrpSpPr>
        <p:grpSpPr>
          <a:xfrm>
            <a:off x="2916445" y="5093968"/>
            <a:ext cx="5475960" cy="456120"/>
            <a:chOff x="2916445" y="5093968"/>
            <a:chExt cx="5475960" cy="4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680824D-A6A1-4237-AFFE-DC8B9ED08810}"/>
                    </a:ext>
                  </a:extLst>
                </p14:cNvPr>
                <p14:cNvContentPartPr/>
                <p14:nvPr/>
              </p14:nvContentPartPr>
              <p14:xfrm>
                <a:off x="2916445" y="5549728"/>
                <a:ext cx="25884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680824D-A6A1-4237-AFFE-DC8B9ED088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98445" y="5531728"/>
                  <a:ext cx="29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9BA7EFE-CF73-4FBB-9040-1B731D177E23}"/>
                    </a:ext>
                  </a:extLst>
                </p14:cNvPr>
                <p14:cNvContentPartPr/>
                <p14:nvPr/>
              </p14:nvContentPartPr>
              <p14:xfrm>
                <a:off x="3465805" y="5520928"/>
                <a:ext cx="222840" cy="1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9BA7EFE-CF73-4FBB-9040-1B731D177E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48165" y="5502928"/>
                  <a:ext cx="258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C84F83A-0A7D-415F-992A-FD942A0F1CEB}"/>
                    </a:ext>
                  </a:extLst>
                </p14:cNvPr>
                <p14:cNvContentPartPr/>
                <p14:nvPr/>
              </p14:nvContentPartPr>
              <p14:xfrm>
                <a:off x="3969805" y="5447848"/>
                <a:ext cx="548280" cy="45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C84F83A-0A7D-415F-992A-FD942A0F1CE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51805" y="5429848"/>
                  <a:ext cx="583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92B436-8A74-4501-BAF6-335180EE6496}"/>
                    </a:ext>
                  </a:extLst>
                </p14:cNvPr>
                <p14:cNvContentPartPr/>
                <p14:nvPr/>
              </p14:nvContentPartPr>
              <p14:xfrm>
                <a:off x="4797085" y="5417248"/>
                <a:ext cx="22248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92B436-8A74-4501-BAF6-335180EE649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79085" y="5399608"/>
                  <a:ext cx="258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08D75FF-82E5-45E3-8277-02CEE18BBBE4}"/>
                    </a:ext>
                  </a:extLst>
                </p14:cNvPr>
                <p14:cNvContentPartPr/>
                <p14:nvPr/>
              </p14:nvContentPartPr>
              <p14:xfrm>
                <a:off x="5335285" y="5322208"/>
                <a:ext cx="849600" cy="72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08D75FF-82E5-45E3-8277-02CEE18BBB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17285" y="5304568"/>
                  <a:ext cx="885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CA74390-A861-4E52-8EAF-4BB2C96E2011}"/>
                    </a:ext>
                  </a:extLst>
                </p14:cNvPr>
                <p14:cNvContentPartPr/>
                <p14:nvPr/>
              </p14:nvContentPartPr>
              <p14:xfrm>
                <a:off x="6405925" y="5255608"/>
                <a:ext cx="24048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CA74390-A861-4E52-8EAF-4BB2C96E201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88285" y="5237608"/>
                  <a:ext cx="276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1E60EAB-03A2-46A7-8AA0-3C85C4A6E636}"/>
                    </a:ext>
                  </a:extLst>
                </p14:cNvPr>
                <p14:cNvContentPartPr/>
                <p14:nvPr/>
              </p14:nvContentPartPr>
              <p14:xfrm>
                <a:off x="6926485" y="5193328"/>
                <a:ext cx="671400" cy="34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1E60EAB-03A2-46A7-8AA0-3C85C4A6E63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08845" y="5175328"/>
                  <a:ext cx="707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BD25C3-CD11-4BEF-B3F3-1DC0D27CE104}"/>
                    </a:ext>
                  </a:extLst>
                </p14:cNvPr>
                <p14:cNvContentPartPr/>
                <p14:nvPr/>
              </p14:nvContentPartPr>
              <p14:xfrm>
                <a:off x="7875445" y="5093968"/>
                <a:ext cx="516960" cy="40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BD25C3-CD11-4BEF-B3F3-1DC0D27CE1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57445" y="5075968"/>
                  <a:ext cx="55260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970E73A-3870-4F87-85BB-B6912FEFC4B7}"/>
                  </a:ext>
                </a:extLst>
              </p14:cNvPr>
              <p14:cNvContentPartPr/>
              <p14:nvPr/>
            </p14:nvContentPartPr>
            <p14:xfrm>
              <a:off x="1139845" y="4415368"/>
              <a:ext cx="347400" cy="432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970E73A-3870-4F87-85BB-B6912FEFC4B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21845" y="4397368"/>
                <a:ext cx="3830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E509775-E8A1-45D4-AA0C-D7D4BBBDD6DE}"/>
                  </a:ext>
                </a:extLst>
              </p14:cNvPr>
              <p14:cNvContentPartPr/>
              <p14:nvPr/>
            </p14:nvContentPartPr>
            <p14:xfrm>
              <a:off x="1926805" y="4371448"/>
              <a:ext cx="213840" cy="3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E509775-E8A1-45D4-AA0C-D7D4BBBDD6D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08805" y="4353448"/>
                <a:ext cx="2494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36423C7-CA2B-44C7-82F4-CF4DC4D1C98C}"/>
              </a:ext>
            </a:extLst>
          </p:cNvPr>
          <p:cNvGrpSpPr/>
          <p:nvPr/>
        </p:nvGrpSpPr>
        <p:grpSpPr>
          <a:xfrm>
            <a:off x="2534485" y="4241848"/>
            <a:ext cx="1844280" cy="101160"/>
            <a:chOff x="2534485" y="4241848"/>
            <a:chExt cx="184428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BADF03C-A588-41F2-8DA5-859734EF60AB}"/>
                    </a:ext>
                  </a:extLst>
                </p14:cNvPr>
                <p14:cNvContentPartPr/>
                <p14:nvPr/>
              </p14:nvContentPartPr>
              <p14:xfrm>
                <a:off x="2534485" y="4319968"/>
                <a:ext cx="747360" cy="23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BADF03C-A588-41F2-8DA5-859734EF60A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16845" y="4301968"/>
                  <a:ext cx="783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4E49094-4411-46E6-B769-13F8EC52243A}"/>
                    </a:ext>
                  </a:extLst>
                </p14:cNvPr>
                <p14:cNvContentPartPr/>
                <p14:nvPr/>
              </p14:nvContentPartPr>
              <p14:xfrm>
                <a:off x="3582085" y="4290448"/>
                <a:ext cx="4320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4E49094-4411-46E6-B769-13F8EC52243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64085" y="4272448"/>
                  <a:ext cx="78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4B76F45-506F-40CD-81ED-A1BA95B8F798}"/>
                    </a:ext>
                  </a:extLst>
                </p14:cNvPr>
                <p14:cNvContentPartPr/>
                <p14:nvPr/>
              </p14:nvContentPartPr>
              <p14:xfrm>
                <a:off x="3894565" y="4241848"/>
                <a:ext cx="484200" cy="15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4B76F45-506F-40CD-81ED-A1BA95B8F79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76925" y="4224208"/>
                  <a:ext cx="51984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51D74A7-6F6D-4E6A-A2BE-4BF3A433ACFE}"/>
              </a:ext>
            </a:extLst>
          </p:cNvPr>
          <p:cNvGrpSpPr/>
          <p:nvPr/>
        </p:nvGrpSpPr>
        <p:grpSpPr>
          <a:xfrm>
            <a:off x="4721845" y="4065088"/>
            <a:ext cx="3180600" cy="162720"/>
            <a:chOff x="4721845" y="4065088"/>
            <a:chExt cx="3180600" cy="16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013B62F-AD04-4705-8B41-681E78AF9A5B}"/>
                    </a:ext>
                  </a:extLst>
                </p14:cNvPr>
                <p14:cNvContentPartPr/>
                <p14:nvPr/>
              </p14:nvContentPartPr>
              <p14:xfrm>
                <a:off x="4721845" y="4182448"/>
                <a:ext cx="1332360" cy="45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013B62F-AD04-4705-8B41-681E78AF9A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04205" y="4164448"/>
                  <a:ext cx="13680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CEDD9A7-A243-43B7-A3DF-8D7C46A2F4A8}"/>
                    </a:ext>
                  </a:extLst>
                </p14:cNvPr>
                <p14:cNvContentPartPr/>
                <p14:nvPr/>
              </p14:nvContentPartPr>
              <p14:xfrm>
                <a:off x="6290005" y="4065088"/>
                <a:ext cx="1612440" cy="87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CEDD9A7-A243-43B7-A3DF-8D7C46A2F4A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72005" y="4047448"/>
                  <a:ext cx="1648080" cy="12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A1DE89F-AA1E-4D92-B90B-89A62C22E32C}"/>
                  </a:ext>
                </a:extLst>
              </p14:cNvPr>
              <p14:cNvContentPartPr/>
              <p14:nvPr/>
            </p14:nvContentPartPr>
            <p14:xfrm>
              <a:off x="1059205" y="3389368"/>
              <a:ext cx="21600" cy="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A1DE89F-AA1E-4D92-B90B-89A62C22E32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41565" y="3371728"/>
                <a:ext cx="572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17FB00C-242E-44F3-A078-16B5CCE32E8B}"/>
              </a:ext>
            </a:extLst>
          </p:cNvPr>
          <p:cNvGrpSpPr/>
          <p:nvPr/>
        </p:nvGrpSpPr>
        <p:grpSpPr>
          <a:xfrm>
            <a:off x="1441165" y="3066088"/>
            <a:ext cx="5880960" cy="225360"/>
            <a:chOff x="1441165" y="3066088"/>
            <a:chExt cx="588096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006BA46-6522-4DF1-A9FB-D98CE97B4194}"/>
                    </a:ext>
                  </a:extLst>
                </p14:cNvPr>
                <p14:cNvContentPartPr/>
                <p14:nvPr/>
              </p14:nvContentPartPr>
              <p14:xfrm>
                <a:off x="1441165" y="3287848"/>
                <a:ext cx="145800" cy="3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006BA46-6522-4DF1-A9FB-D98CE97B41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23165" y="3270208"/>
                  <a:ext cx="181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51437C6-D94A-44D7-A4E8-88E8CA4EF0A2}"/>
                    </a:ext>
                  </a:extLst>
                </p14:cNvPr>
                <p14:cNvContentPartPr/>
                <p14:nvPr/>
              </p14:nvContentPartPr>
              <p14:xfrm>
                <a:off x="1828885" y="3216208"/>
                <a:ext cx="877680" cy="41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51437C6-D94A-44D7-A4E8-88E8CA4EF0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10885" y="3198568"/>
                  <a:ext cx="913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E9A94E7-9F6E-4883-B951-C3E44EFE82EC}"/>
                    </a:ext>
                  </a:extLst>
                </p14:cNvPr>
                <p14:cNvContentPartPr/>
                <p14:nvPr/>
              </p14:nvContentPartPr>
              <p14:xfrm>
                <a:off x="2898805" y="3198568"/>
                <a:ext cx="896760" cy="19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E9A94E7-9F6E-4883-B951-C3E44EFE82E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81165" y="3180928"/>
                  <a:ext cx="932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A71122B-8105-4A3A-82A4-A7FBC0AFF518}"/>
                    </a:ext>
                  </a:extLst>
                </p14:cNvPr>
                <p14:cNvContentPartPr/>
                <p14:nvPr/>
              </p14:nvContentPartPr>
              <p14:xfrm>
                <a:off x="4126045" y="3170128"/>
                <a:ext cx="537840" cy="18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A71122B-8105-4A3A-82A4-A7FBC0AFF5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08405" y="3152488"/>
                  <a:ext cx="573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76D6E84-CD05-45D5-B1D1-D9F6C23B4838}"/>
                    </a:ext>
                  </a:extLst>
                </p14:cNvPr>
                <p14:cNvContentPartPr/>
                <p14:nvPr/>
              </p14:nvContentPartPr>
              <p14:xfrm>
                <a:off x="4895725" y="3079768"/>
                <a:ext cx="1093320" cy="6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76D6E84-CD05-45D5-B1D1-D9F6C23B483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77725" y="3061768"/>
                  <a:ext cx="1128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A172E36-0773-498E-A441-462E82A4C426}"/>
                    </a:ext>
                  </a:extLst>
                </p14:cNvPr>
                <p14:cNvContentPartPr/>
                <p14:nvPr/>
              </p14:nvContentPartPr>
              <p14:xfrm>
                <a:off x="6324925" y="3066088"/>
                <a:ext cx="997200" cy="39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A172E36-0773-498E-A441-462E82A4C4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06925" y="3048088"/>
                  <a:ext cx="103284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8E73376-BABC-486A-99CD-4B9E842A1399}"/>
                  </a:ext>
                </a:extLst>
              </p14:cNvPr>
              <p14:cNvContentPartPr/>
              <p14:nvPr/>
            </p14:nvContentPartPr>
            <p14:xfrm>
              <a:off x="4056205" y="2257888"/>
              <a:ext cx="142920" cy="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8E73376-BABC-486A-99CD-4B9E842A139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038565" y="2239888"/>
                <a:ext cx="178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AE54C80-4E9F-4271-911E-3045696B8F4F}"/>
                  </a:ext>
                </a:extLst>
              </p14:cNvPr>
              <p14:cNvContentPartPr/>
              <p14:nvPr/>
            </p14:nvContentPartPr>
            <p14:xfrm>
              <a:off x="6614005" y="2068888"/>
              <a:ext cx="107280" cy="39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AE54C80-4E9F-4271-911E-3045696B8F4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596005" y="2051248"/>
                <a:ext cx="142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D4F07F9-13F2-4948-BFC0-3F37D4D256AF}"/>
                  </a:ext>
                </a:extLst>
              </p14:cNvPr>
              <p14:cNvContentPartPr/>
              <p14:nvPr/>
            </p14:nvContentPartPr>
            <p14:xfrm>
              <a:off x="7279645" y="2009128"/>
              <a:ext cx="165240" cy="208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D4F07F9-13F2-4948-BFC0-3F37D4D256A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261645" y="1991488"/>
                <a:ext cx="2008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2AE65DE-A26D-4496-9E5C-12EAC5BE7AF0}"/>
                  </a:ext>
                </a:extLst>
              </p14:cNvPr>
              <p14:cNvContentPartPr/>
              <p14:nvPr/>
            </p14:nvContentPartPr>
            <p14:xfrm>
              <a:off x="3941005" y="2142688"/>
              <a:ext cx="324000" cy="54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2AE65DE-A26D-4496-9E5C-12EAC5BE7AF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923005" y="2124688"/>
                <a:ext cx="3596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CA61101-EFB1-4070-85D6-AC876335DFDD}"/>
                  </a:ext>
                </a:extLst>
              </p14:cNvPr>
              <p14:cNvContentPartPr/>
              <p14:nvPr/>
            </p14:nvContentPartPr>
            <p14:xfrm>
              <a:off x="4473085" y="2050888"/>
              <a:ext cx="947520" cy="741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CA61101-EFB1-4070-85D6-AC876335DFD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455085" y="2032888"/>
                <a:ext cx="98316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FEBC19D-2645-46B1-9482-1FBF46493F25}"/>
                  </a:ext>
                </a:extLst>
              </p14:cNvPr>
              <p14:cNvContentPartPr/>
              <p14:nvPr/>
            </p14:nvContentPartPr>
            <p14:xfrm>
              <a:off x="5734165" y="2003008"/>
              <a:ext cx="666360" cy="180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FEBC19D-2645-46B1-9482-1FBF46493F2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716525" y="1985368"/>
                <a:ext cx="7020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49D4F95D-3794-4AA2-932F-5E4CDE730943}"/>
                  </a:ext>
                </a:extLst>
              </p14:cNvPr>
              <p14:cNvContentPartPr/>
              <p14:nvPr/>
            </p14:nvContentPartPr>
            <p14:xfrm>
              <a:off x="6718045" y="1937488"/>
              <a:ext cx="1243800" cy="259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49D4F95D-3794-4AA2-932F-5E4CDE73094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700045" y="1919488"/>
                <a:ext cx="127944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0333C957-9626-4163-B2D0-7D983B3DE4E3}"/>
              </a:ext>
            </a:extLst>
          </p:cNvPr>
          <p:cNvGrpSpPr/>
          <p:nvPr/>
        </p:nvGrpSpPr>
        <p:grpSpPr>
          <a:xfrm>
            <a:off x="1007365" y="2189848"/>
            <a:ext cx="2626920" cy="316440"/>
            <a:chOff x="1007365" y="2189848"/>
            <a:chExt cx="262692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CBBC0CB-84A2-40F9-9DCA-26ADDD2666AA}"/>
                    </a:ext>
                  </a:extLst>
                </p14:cNvPr>
                <p14:cNvContentPartPr/>
                <p14:nvPr/>
              </p14:nvContentPartPr>
              <p14:xfrm>
                <a:off x="1041925" y="2448328"/>
                <a:ext cx="13680" cy="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CBBC0CB-84A2-40F9-9DCA-26ADDD2666A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3925" y="2430328"/>
                  <a:ext cx="49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8F34474-F2D6-4E2B-808F-ADF8280CD645}"/>
                    </a:ext>
                  </a:extLst>
                </p14:cNvPr>
                <p14:cNvContentPartPr/>
                <p14:nvPr/>
              </p14:nvContentPartPr>
              <p14:xfrm>
                <a:off x="1522165" y="2419528"/>
                <a:ext cx="404640" cy="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8F34474-F2D6-4E2B-808F-ADF8280CD6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504525" y="2401888"/>
                  <a:ext cx="440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0A4334A-22DD-4611-8D01-FA94A9B5CAE1}"/>
                    </a:ext>
                  </a:extLst>
                </p14:cNvPr>
                <p14:cNvContentPartPr/>
                <p14:nvPr/>
              </p14:nvContentPartPr>
              <p14:xfrm>
                <a:off x="2817805" y="2381008"/>
                <a:ext cx="92160" cy="3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0A4334A-22DD-4611-8D01-FA94A9B5CAE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99805" y="2363368"/>
                  <a:ext cx="127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E12A2D2-D674-4355-8384-F946EF127CDA}"/>
                    </a:ext>
                  </a:extLst>
                </p14:cNvPr>
                <p14:cNvContentPartPr/>
                <p14:nvPr/>
              </p14:nvContentPartPr>
              <p14:xfrm>
                <a:off x="1024285" y="2397208"/>
                <a:ext cx="163800" cy="109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E12A2D2-D674-4355-8384-F946EF127C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6645" y="2379208"/>
                  <a:ext cx="199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4463B3-F280-4E85-82F4-B974422CC533}"/>
                    </a:ext>
                  </a:extLst>
                </p14:cNvPr>
                <p14:cNvContentPartPr/>
                <p14:nvPr/>
              </p14:nvContentPartPr>
              <p14:xfrm>
                <a:off x="1012405" y="2290648"/>
                <a:ext cx="479160" cy="54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4463B3-F280-4E85-82F4-B974422CC53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4405" y="2272648"/>
                  <a:ext cx="514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019B536-F2D8-43D4-9857-7ECBEF5CF527}"/>
                    </a:ext>
                  </a:extLst>
                </p14:cNvPr>
                <p14:cNvContentPartPr/>
                <p14:nvPr/>
              </p14:nvContentPartPr>
              <p14:xfrm>
                <a:off x="1793965" y="2220808"/>
                <a:ext cx="511920" cy="7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019B536-F2D8-43D4-9857-7ECBEF5CF52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75965" y="2203168"/>
                  <a:ext cx="547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C4B6AE2-6236-468D-99BE-C6B1D3E80780}"/>
                    </a:ext>
                  </a:extLst>
                </p14:cNvPr>
                <p14:cNvContentPartPr/>
                <p14:nvPr/>
              </p14:nvContentPartPr>
              <p14:xfrm>
                <a:off x="2517205" y="2228368"/>
                <a:ext cx="468720" cy="6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C4B6AE2-6236-468D-99BE-C6B1D3E807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99205" y="2210728"/>
                  <a:ext cx="504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B170B46-EB3E-4327-94F8-DA5379152D9C}"/>
                    </a:ext>
                  </a:extLst>
                </p14:cNvPr>
                <p14:cNvContentPartPr/>
                <p14:nvPr/>
              </p14:nvContentPartPr>
              <p14:xfrm>
                <a:off x="3217765" y="2189848"/>
                <a:ext cx="416520" cy="21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B170B46-EB3E-4327-94F8-DA5379152D9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99765" y="2171848"/>
                  <a:ext cx="452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B4F190E-E9F6-4607-A831-1B3C2522F8E5}"/>
                    </a:ext>
                  </a:extLst>
                </p14:cNvPr>
                <p14:cNvContentPartPr/>
                <p14:nvPr/>
              </p14:nvContentPartPr>
              <p14:xfrm>
                <a:off x="1655365" y="2253208"/>
                <a:ext cx="132840" cy="10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B4F190E-E9F6-4607-A831-1B3C2522F8E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37725" y="2235208"/>
                  <a:ext cx="168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ED63855-85CF-4443-97F6-B8D3181D957D}"/>
                    </a:ext>
                  </a:extLst>
                </p14:cNvPr>
                <p14:cNvContentPartPr/>
                <p14:nvPr/>
              </p14:nvContentPartPr>
              <p14:xfrm>
                <a:off x="1007365" y="2251768"/>
                <a:ext cx="405360" cy="25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ED63855-85CF-4443-97F6-B8D3181D957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9365" y="2234128"/>
                  <a:ext cx="44100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FF7BC6E9-D12E-41D7-97ED-6D3D4E1FF9D5}"/>
                  </a:ext>
                </a:extLst>
              </p14:cNvPr>
              <p14:cNvContentPartPr/>
              <p14:nvPr/>
            </p14:nvContentPartPr>
            <p14:xfrm>
              <a:off x="567445" y="5971288"/>
              <a:ext cx="360" cy="3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FF7BC6E9-D12E-41D7-97ED-6D3D4E1FF9D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49445" y="595364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097AB57-C2EE-49C3-A893-AC9066E5D4A4}"/>
                  </a:ext>
                </a:extLst>
              </p14:cNvPr>
              <p14:cNvContentPartPr/>
              <p14:nvPr/>
            </p14:nvContentPartPr>
            <p14:xfrm>
              <a:off x="433885" y="3622288"/>
              <a:ext cx="221760" cy="1969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097AB57-C2EE-49C3-A893-AC9066E5D4A4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16245" y="3604288"/>
                <a:ext cx="25740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60E6186-864E-4889-BAAA-54AC34D91FE5}"/>
              </a:ext>
            </a:extLst>
          </p:cNvPr>
          <p:cNvGrpSpPr/>
          <p:nvPr/>
        </p:nvGrpSpPr>
        <p:grpSpPr>
          <a:xfrm>
            <a:off x="347485" y="5994688"/>
            <a:ext cx="450720" cy="300240"/>
            <a:chOff x="347485" y="5994688"/>
            <a:chExt cx="45072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72DEC91-3442-4BFE-A8F6-5DA5C493F850}"/>
                    </a:ext>
                  </a:extLst>
                </p14:cNvPr>
                <p14:cNvContentPartPr/>
                <p14:nvPr/>
              </p14:nvContentPartPr>
              <p14:xfrm>
                <a:off x="347485" y="6178648"/>
                <a:ext cx="246240" cy="24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72DEC91-3442-4BFE-A8F6-5DA5C493F85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9485" y="6160648"/>
                  <a:ext cx="2818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F7B4840-7E79-427C-81FD-F5A6A28C382A}"/>
                    </a:ext>
                  </a:extLst>
                </p14:cNvPr>
                <p14:cNvContentPartPr/>
                <p14:nvPr/>
              </p14:nvContentPartPr>
              <p14:xfrm>
                <a:off x="757885" y="5994688"/>
                <a:ext cx="40320" cy="300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F7B4840-7E79-427C-81FD-F5A6A28C382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40245" y="5977048"/>
                  <a:ext cx="75960" cy="33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FEFF8FF-065F-4EE8-BEC2-5AF4F63CCCE3}"/>
              </a:ext>
            </a:extLst>
          </p:cNvPr>
          <p:cNvGrpSpPr/>
          <p:nvPr/>
        </p:nvGrpSpPr>
        <p:grpSpPr>
          <a:xfrm>
            <a:off x="133285" y="4845208"/>
            <a:ext cx="840600" cy="353880"/>
            <a:chOff x="133285" y="4845208"/>
            <a:chExt cx="84060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9A1FE72-7719-4CE9-B504-054040CCD247}"/>
                    </a:ext>
                  </a:extLst>
                </p14:cNvPr>
                <p14:cNvContentPartPr/>
                <p14:nvPr/>
              </p14:nvContentPartPr>
              <p14:xfrm>
                <a:off x="133285" y="5174248"/>
                <a:ext cx="153720" cy="12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9A1FE72-7719-4CE9-B504-054040CCD24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5645" y="5156608"/>
                  <a:ext cx="189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5D20CE4-3A25-4E5E-8C63-A894074CD863}"/>
                    </a:ext>
                  </a:extLst>
                </p14:cNvPr>
                <p14:cNvContentPartPr/>
                <p14:nvPr/>
              </p14:nvContentPartPr>
              <p14:xfrm>
                <a:off x="694165" y="5099368"/>
                <a:ext cx="360" cy="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5D20CE4-3A25-4E5E-8C63-A894074CD86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6525" y="508136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5835A48-5BE8-480A-B0B3-E7B6977291D2}"/>
                    </a:ext>
                  </a:extLst>
                </p14:cNvPr>
                <p14:cNvContentPartPr/>
                <p14:nvPr/>
              </p14:nvContentPartPr>
              <p14:xfrm>
                <a:off x="387445" y="5024128"/>
                <a:ext cx="194040" cy="174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5835A48-5BE8-480A-B0B3-E7B6977291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9805" y="5006488"/>
                  <a:ext cx="229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E06689E-8D35-48F4-BCCE-17A40B107D27}"/>
                    </a:ext>
                  </a:extLst>
                </p14:cNvPr>
                <p14:cNvContentPartPr/>
                <p14:nvPr/>
              </p14:nvContentPartPr>
              <p14:xfrm>
                <a:off x="826645" y="4845208"/>
                <a:ext cx="147240" cy="350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E06689E-8D35-48F4-BCCE-17A40B107D2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8645" y="4827208"/>
                  <a:ext cx="182880" cy="38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D40CEE65-8924-4B71-9871-A318546E36A2}"/>
                  </a:ext>
                </a:extLst>
              </p14:cNvPr>
              <p14:cNvContentPartPr/>
              <p14:nvPr/>
            </p14:nvContentPartPr>
            <p14:xfrm>
              <a:off x="1139845" y="2870248"/>
              <a:ext cx="14040" cy="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D40CEE65-8924-4B71-9871-A318546E36A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21845" y="2852248"/>
                <a:ext cx="496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EEBA004-3440-493C-97CD-ABB8F2AA6351}"/>
              </a:ext>
            </a:extLst>
          </p:cNvPr>
          <p:cNvGrpSpPr/>
          <p:nvPr/>
        </p:nvGrpSpPr>
        <p:grpSpPr>
          <a:xfrm>
            <a:off x="190165" y="2726608"/>
            <a:ext cx="588240" cy="419400"/>
            <a:chOff x="190165" y="2726608"/>
            <a:chExt cx="588240" cy="41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3C3B590-0D7C-4F56-976C-E8AA86012B6C}"/>
                    </a:ext>
                  </a:extLst>
                </p14:cNvPr>
                <p14:cNvContentPartPr/>
                <p14:nvPr/>
              </p14:nvContentPartPr>
              <p14:xfrm>
                <a:off x="653845" y="2885368"/>
                <a:ext cx="124560" cy="19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3C3B590-0D7C-4F56-976C-E8AA86012B6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6205" y="2867728"/>
                  <a:ext cx="160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A669373-CF8B-4B42-9C44-B7812E073E4C}"/>
                    </a:ext>
                  </a:extLst>
                </p14:cNvPr>
                <p14:cNvContentPartPr/>
                <p14:nvPr/>
              </p14:nvContentPartPr>
              <p14:xfrm>
                <a:off x="190165" y="2926408"/>
                <a:ext cx="159120" cy="182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A669373-CF8B-4B42-9C44-B7812E073E4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72165" y="2908408"/>
                  <a:ext cx="194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63246A8-770C-425D-8DA3-E2ACD4F1B5C0}"/>
                    </a:ext>
                  </a:extLst>
                </p14:cNvPr>
                <p14:cNvContentPartPr/>
                <p14:nvPr/>
              </p14:nvContentPartPr>
              <p14:xfrm>
                <a:off x="416605" y="3001288"/>
                <a:ext cx="360" cy="47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63246A8-770C-425D-8DA3-E2ACD4F1B5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8605" y="2983648"/>
                  <a:ext cx="36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87D60DD-6F26-451E-9AA9-1781AD8852E1}"/>
                    </a:ext>
                  </a:extLst>
                </p14:cNvPr>
                <p14:cNvContentPartPr/>
                <p14:nvPr/>
              </p14:nvContentPartPr>
              <p14:xfrm>
                <a:off x="517405" y="2726608"/>
                <a:ext cx="212400" cy="4194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87D60DD-6F26-451E-9AA9-1781AD8852E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9405" y="2708608"/>
                  <a:ext cx="248040" cy="4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FE8F98A-2E5F-4A0C-8A36-4C9A15CE9F6F}"/>
                  </a:ext>
                </a:extLst>
              </p14:cNvPr>
              <p14:cNvContentPartPr/>
              <p14:nvPr/>
            </p14:nvContentPartPr>
            <p14:xfrm>
              <a:off x="636565" y="2035048"/>
              <a:ext cx="416160" cy="612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FE8F98A-2E5F-4A0C-8A36-4C9A15CE9F6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18565" y="2017408"/>
                <a:ext cx="4518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9877DBA8-D977-4AEF-88CB-D12B3AD127E1}"/>
                  </a:ext>
                </a:extLst>
              </p14:cNvPr>
              <p14:cNvContentPartPr/>
              <p14:nvPr/>
            </p14:nvContentPartPr>
            <p14:xfrm>
              <a:off x="197005" y="2061328"/>
              <a:ext cx="93960" cy="2358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9877DBA8-D977-4AEF-88CB-D12B3AD127E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79365" y="2043328"/>
                <a:ext cx="129600" cy="27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13AEF8FD-CE20-45AC-8545-03CE37F035BF}"/>
              </a:ext>
            </a:extLst>
          </p:cNvPr>
          <p:cNvGrpSpPr/>
          <p:nvPr/>
        </p:nvGrpSpPr>
        <p:grpSpPr>
          <a:xfrm>
            <a:off x="190885" y="5417248"/>
            <a:ext cx="1046520" cy="441360"/>
            <a:chOff x="190885" y="5417248"/>
            <a:chExt cx="104652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0029A2D-E0A8-42B4-8B2E-B208AF103D98}"/>
                    </a:ext>
                  </a:extLst>
                </p14:cNvPr>
                <p14:cNvContentPartPr/>
                <p14:nvPr/>
              </p14:nvContentPartPr>
              <p14:xfrm>
                <a:off x="190885" y="5710288"/>
                <a:ext cx="100440" cy="36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0029A2D-E0A8-42B4-8B2E-B208AF103D9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3245" y="5692648"/>
                  <a:ext cx="136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7434B2-071E-4A89-A7BF-E3184C83265B}"/>
                    </a:ext>
                  </a:extLst>
                </p14:cNvPr>
                <p14:cNvContentPartPr/>
                <p14:nvPr/>
              </p14:nvContentPartPr>
              <p14:xfrm>
                <a:off x="578965" y="5659888"/>
                <a:ext cx="360" cy="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7434B2-071E-4A89-A7BF-E3184C83265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0965" y="56422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5EFC569-E4D5-4801-A59B-8749687B1DFA}"/>
                    </a:ext>
                  </a:extLst>
                </p14:cNvPr>
                <p14:cNvContentPartPr/>
                <p14:nvPr/>
              </p14:nvContentPartPr>
              <p14:xfrm>
                <a:off x="682645" y="5654128"/>
                <a:ext cx="360" cy="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5EFC569-E4D5-4801-A59B-8749687B1DF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5005" y="563612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DC6B554-CF88-463F-BCBB-5197DA126EDD}"/>
                    </a:ext>
                  </a:extLst>
                </p14:cNvPr>
                <p14:cNvContentPartPr/>
                <p14:nvPr/>
              </p14:nvContentPartPr>
              <p14:xfrm>
                <a:off x="405085" y="5623528"/>
                <a:ext cx="135360" cy="235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DC6B554-CF88-463F-BCBB-5197DA126ED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87085" y="5605888"/>
                  <a:ext cx="1710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7661C14-2A08-4129-9FB9-7DC1217C6B26}"/>
                    </a:ext>
                  </a:extLst>
                </p14:cNvPr>
                <p14:cNvContentPartPr/>
                <p14:nvPr/>
              </p14:nvContentPartPr>
              <p14:xfrm>
                <a:off x="722965" y="5538928"/>
                <a:ext cx="204480" cy="272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7661C14-2A08-4129-9FB9-7DC1217C6B2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05325" y="5520928"/>
                  <a:ext cx="240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EA7BB59-BB50-4B96-9F0C-53F122E751B0}"/>
                    </a:ext>
                  </a:extLst>
                </p14:cNvPr>
                <p14:cNvContentPartPr/>
                <p14:nvPr/>
              </p14:nvContentPartPr>
              <p14:xfrm>
                <a:off x="1142725" y="5417248"/>
                <a:ext cx="94680" cy="352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EA7BB59-BB50-4B96-9F0C-53F122E751B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25085" y="5399608"/>
                  <a:ext cx="130320" cy="38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1D3E341B-65AD-4A2E-B6A7-B13B2D6253CD}"/>
                  </a:ext>
                </a:extLst>
              </p14:cNvPr>
              <p14:cNvContentPartPr/>
              <p14:nvPr/>
            </p14:nvContentPartPr>
            <p14:xfrm>
              <a:off x="7511125" y="1581448"/>
              <a:ext cx="130320" cy="471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1D3E341B-65AD-4A2E-B6A7-B13B2D6253CD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493125" y="1563808"/>
                <a:ext cx="16596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807A7B6-284A-4AC1-A507-86BDE345A416}"/>
                  </a:ext>
                </a:extLst>
              </p14:cNvPr>
              <p14:cNvContentPartPr/>
              <p14:nvPr/>
            </p14:nvContentPartPr>
            <p14:xfrm>
              <a:off x="8009005" y="1588648"/>
              <a:ext cx="108360" cy="223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807A7B6-284A-4AC1-A507-86BDE345A41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7991005" y="1571008"/>
                <a:ext cx="1440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7CCB8CD9-B0E8-421F-99C9-3EB317DD2F17}"/>
                  </a:ext>
                </a:extLst>
              </p14:cNvPr>
              <p14:cNvContentPartPr/>
              <p14:nvPr/>
            </p14:nvContentPartPr>
            <p14:xfrm>
              <a:off x="7400965" y="2477128"/>
              <a:ext cx="33480" cy="64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7CCB8CD9-B0E8-421F-99C9-3EB317DD2F17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7383325" y="2459128"/>
                <a:ext cx="691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77C1957C-381C-4BB5-B0C4-38A54AD654A6}"/>
                  </a:ext>
                </a:extLst>
              </p14:cNvPr>
              <p14:cNvContentPartPr/>
              <p14:nvPr/>
            </p14:nvContentPartPr>
            <p14:xfrm>
              <a:off x="7823605" y="2459128"/>
              <a:ext cx="330840" cy="24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77C1957C-381C-4BB5-B0C4-38A54AD654A6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805965" y="2441128"/>
                <a:ext cx="3664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4C94CF80-5E12-4419-8FEE-8BD436C2704C}"/>
                  </a:ext>
                </a:extLst>
              </p14:cNvPr>
              <p14:cNvContentPartPr/>
              <p14:nvPr/>
            </p14:nvContentPartPr>
            <p14:xfrm>
              <a:off x="-110075" y="761368"/>
              <a:ext cx="360" cy="3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4C94CF80-5E12-4419-8FEE-8BD436C2704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-128075" y="7433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94244D14-6B3B-4D5C-8EBD-E1062F2F9B15}"/>
                  </a:ext>
                </a:extLst>
              </p14:cNvPr>
              <p14:cNvContentPartPr/>
              <p14:nvPr/>
            </p14:nvContentPartPr>
            <p14:xfrm>
              <a:off x="5590165" y="4926208"/>
              <a:ext cx="204120" cy="1522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94244D14-6B3B-4D5C-8EBD-E1062F2F9B1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572525" y="4908568"/>
                <a:ext cx="2397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B4560D5-3F35-46C5-941A-57E7C423B1F5}"/>
                  </a:ext>
                </a:extLst>
              </p14:cNvPr>
              <p14:cNvContentPartPr/>
              <p14:nvPr/>
            </p14:nvContentPartPr>
            <p14:xfrm>
              <a:off x="6792205" y="5724688"/>
              <a:ext cx="146520" cy="1389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B4560D5-3F35-46C5-941A-57E7C423B1F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774565" y="5707048"/>
                <a:ext cx="1821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CBD83F20-1CC8-4772-9DA2-C0343CB0E7A8}"/>
                  </a:ext>
                </a:extLst>
              </p14:cNvPr>
              <p14:cNvContentPartPr/>
              <p14:nvPr/>
            </p14:nvContentPartPr>
            <p14:xfrm>
              <a:off x="-1070195" y="6077488"/>
              <a:ext cx="271080" cy="1584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CBD83F20-1CC8-4772-9DA2-C0343CB0E7A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-1087835" y="6059848"/>
                <a:ext cx="3067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51D38F1E-2FAD-4C2D-ABD0-C944B34BD351}"/>
                  </a:ext>
                </a:extLst>
              </p14:cNvPr>
              <p14:cNvContentPartPr/>
              <p14:nvPr/>
            </p14:nvContentPartPr>
            <p14:xfrm>
              <a:off x="-131315" y="6231208"/>
              <a:ext cx="326520" cy="414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51D38F1E-2FAD-4C2D-ABD0-C944B34BD35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-149315" y="6213208"/>
                <a:ext cx="3621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52598A10-2144-49C9-B089-07A095039555}"/>
                  </a:ext>
                </a:extLst>
              </p14:cNvPr>
              <p14:cNvContentPartPr/>
              <p14:nvPr/>
            </p14:nvContentPartPr>
            <p14:xfrm>
              <a:off x="-749795" y="6236608"/>
              <a:ext cx="262440" cy="360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52598A10-2144-49C9-B089-07A09503955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-767435" y="6218968"/>
                <a:ext cx="2980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0217023-EB58-4FCA-B407-411C962FD736}"/>
                  </a:ext>
                </a:extLst>
              </p14:cNvPr>
              <p14:cNvContentPartPr/>
              <p14:nvPr/>
            </p14:nvContentPartPr>
            <p14:xfrm>
              <a:off x="-1063715" y="6215728"/>
              <a:ext cx="107640" cy="108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0217023-EB58-4FCA-B407-411C962FD73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-1081715" y="6198088"/>
                <a:ext cx="1432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249E38CC-540C-4CDB-822C-8761E154D860}"/>
                  </a:ext>
                </a:extLst>
              </p14:cNvPr>
              <p14:cNvContentPartPr/>
              <p14:nvPr/>
            </p14:nvContentPartPr>
            <p14:xfrm>
              <a:off x="-2472755" y="5919448"/>
              <a:ext cx="424080" cy="4579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249E38CC-540C-4CDB-822C-8761E154D86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-2490755" y="5901448"/>
                <a:ext cx="45972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9DCB640B-BE94-42ED-82F0-EFC7BA1BA4F1}"/>
                  </a:ext>
                </a:extLst>
              </p14:cNvPr>
              <p14:cNvContentPartPr/>
              <p14:nvPr/>
            </p14:nvContentPartPr>
            <p14:xfrm>
              <a:off x="-1923035" y="6196648"/>
              <a:ext cx="299880" cy="3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9DCB640B-BE94-42ED-82F0-EFC7BA1BA4F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-1940675" y="6179008"/>
                <a:ext cx="335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24F70850-8CF5-470A-9203-39D2613F7F6A}"/>
                  </a:ext>
                </a:extLst>
              </p14:cNvPr>
              <p14:cNvContentPartPr/>
              <p14:nvPr/>
            </p14:nvContentPartPr>
            <p14:xfrm>
              <a:off x="-1500755" y="5885248"/>
              <a:ext cx="153360" cy="4042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24F70850-8CF5-470A-9203-39D2613F7F6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-1518755" y="5867248"/>
                <a:ext cx="18900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B110BCC8-A35F-457F-B73F-CB70E2D3DC4B}"/>
                  </a:ext>
                </a:extLst>
              </p14:cNvPr>
              <p14:cNvContentPartPr/>
              <p14:nvPr/>
            </p14:nvContentPartPr>
            <p14:xfrm>
              <a:off x="959845" y="5066968"/>
              <a:ext cx="160920" cy="270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B110BCC8-A35F-457F-B73F-CB70E2D3DC4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42205" y="5049328"/>
                <a:ext cx="1965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BB68F490-1A6B-4B8F-81F8-5034D15CF8DB}"/>
                  </a:ext>
                </a:extLst>
              </p14:cNvPr>
              <p14:cNvContentPartPr/>
              <p14:nvPr/>
            </p14:nvContentPartPr>
            <p14:xfrm>
              <a:off x="-165875" y="5123848"/>
              <a:ext cx="95040" cy="504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BB68F490-1A6B-4B8F-81F8-5034D15CF8D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-183875" y="5106208"/>
                <a:ext cx="1306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20DDB9E3-7339-4C8D-AE71-7D8A47CA62CD}"/>
                  </a:ext>
                </a:extLst>
              </p14:cNvPr>
              <p14:cNvContentPartPr/>
              <p14:nvPr/>
            </p14:nvContentPartPr>
            <p14:xfrm>
              <a:off x="-1005395" y="5140048"/>
              <a:ext cx="413280" cy="4644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20DDB9E3-7339-4C8D-AE71-7D8A47CA62C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-1023395" y="5122048"/>
                <a:ext cx="4489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3B1EAB3-C3A0-4B52-89D3-59DFD7F121FE}"/>
                  </a:ext>
                </a:extLst>
              </p14:cNvPr>
              <p14:cNvContentPartPr/>
              <p14:nvPr/>
            </p14:nvContentPartPr>
            <p14:xfrm>
              <a:off x="-1159475" y="5186128"/>
              <a:ext cx="360" cy="3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3B1EAB3-C3A0-4B52-89D3-59DFD7F121F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-1177115" y="516812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15C4B5B-3E68-451A-84A9-FCAE16D96C55}"/>
                  </a:ext>
                </a:extLst>
              </p14:cNvPr>
              <p14:cNvContentPartPr/>
              <p14:nvPr/>
            </p14:nvContentPartPr>
            <p14:xfrm>
              <a:off x="-2368355" y="4926208"/>
              <a:ext cx="330120" cy="5594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15C4B5B-3E68-451A-84A9-FCAE16D96C5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-2386355" y="4908208"/>
                <a:ext cx="36576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B559C81-72FD-4C14-A88A-F6E204798332}"/>
                  </a:ext>
                </a:extLst>
              </p14:cNvPr>
              <p14:cNvContentPartPr/>
              <p14:nvPr/>
            </p14:nvContentPartPr>
            <p14:xfrm>
              <a:off x="-1911515" y="5178928"/>
              <a:ext cx="298800" cy="47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B559C81-72FD-4C14-A88A-F6E20479833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-1929155" y="5161288"/>
                <a:ext cx="3344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4970730D-685D-404E-B05F-35CE2A310E41}"/>
                  </a:ext>
                </a:extLst>
              </p14:cNvPr>
              <p14:cNvContentPartPr/>
              <p14:nvPr/>
            </p14:nvContentPartPr>
            <p14:xfrm>
              <a:off x="-1559075" y="4916848"/>
              <a:ext cx="311040" cy="4442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4970730D-685D-404E-B05F-35CE2A310E4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-1576715" y="4898848"/>
                <a:ext cx="34668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86FE708-91FF-4721-80CE-960E3FC42686}"/>
                  </a:ext>
                </a:extLst>
              </p14:cNvPr>
              <p14:cNvContentPartPr/>
              <p14:nvPr/>
            </p14:nvContentPartPr>
            <p14:xfrm>
              <a:off x="-679595" y="3834688"/>
              <a:ext cx="377640" cy="3528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86FE708-91FF-4721-80CE-960E3FC4268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-697595" y="3816688"/>
                <a:ext cx="4132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6633D553-3CEB-4411-B87C-86B74FBCA512}"/>
                  </a:ext>
                </a:extLst>
              </p14:cNvPr>
              <p14:cNvContentPartPr/>
              <p14:nvPr/>
            </p14:nvContentPartPr>
            <p14:xfrm>
              <a:off x="-2420555" y="3748648"/>
              <a:ext cx="414720" cy="477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6633D553-3CEB-4411-B87C-86B74FBCA512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-2438555" y="3731008"/>
                <a:ext cx="45036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BCC81798-C906-497B-9CFC-DA790BA615D3}"/>
                  </a:ext>
                </a:extLst>
              </p14:cNvPr>
              <p14:cNvContentPartPr/>
              <p14:nvPr/>
            </p14:nvContentPartPr>
            <p14:xfrm>
              <a:off x="-1905395" y="3956008"/>
              <a:ext cx="216360" cy="7560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BCC81798-C906-497B-9CFC-DA790BA615D3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-1923395" y="3938008"/>
                <a:ext cx="25200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2C0D36A3-9B45-4CFC-B950-D285347AF461}"/>
                  </a:ext>
                </a:extLst>
              </p14:cNvPr>
              <p14:cNvContentPartPr/>
              <p14:nvPr/>
            </p14:nvContentPartPr>
            <p14:xfrm>
              <a:off x="-1541075" y="3772408"/>
              <a:ext cx="250560" cy="32508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2C0D36A3-9B45-4CFC-B950-D285347AF46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-1559075" y="3754408"/>
                <a:ext cx="28620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BAEB0565-B0AB-4921-A166-73892C1761CF}"/>
                  </a:ext>
                </a:extLst>
              </p14:cNvPr>
              <p14:cNvContentPartPr/>
              <p14:nvPr/>
            </p14:nvContentPartPr>
            <p14:xfrm>
              <a:off x="-1257755" y="3048448"/>
              <a:ext cx="497880" cy="273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BAEB0565-B0AB-4921-A166-73892C1761C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-1275755" y="3030808"/>
                <a:ext cx="5335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64F12AF0-C841-4D8C-8E55-526F990F1FD6}"/>
                  </a:ext>
                </a:extLst>
              </p14:cNvPr>
              <p14:cNvContentPartPr/>
              <p14:nvPr/>
            </p14:nvContentPartPr>
            <p14:xfrm>
              <a:off x="-2414795" y="2811928"/>
              <a:ext cx="388080" cy="51300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64F12AF0-C841-4D8C-8E55-526F990F1FD6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-2432435" y="2794288"/>
                <a:ext cx="423720" cy="5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81BD5B04-D66F-4C42-8E46-0EA4143F2CA0}"/>
                  </a:ext>
                </a:extLst>
              </p14:cNvPr>
              <p14:cNvContentPartPr/>
              <p14:nvPr/>
            </p14:nvContentPartPr>
            <p14:xfrm>
              <a:off x="-1963715" y="2999488"/>
              <a:ext cx="353520" cy="1249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81BD5B04-D66F-4C42-8E46-0EA4143F2CA0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-1981715" y="2981848"/>
                <a:ext cx="3891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41453728-C67D-42A0-B815-160F41DB36B4}"/>
                  </a:ext>
                </a:extLst>
              </p14:cNvPr>
              <p14:cNvContentPartPr/>
              <p14:nvPr/>
            </p14:nvContentPartPr>
            <p14:xfrm>
              <a:off x="-1559075" y="2747488"/>
              <a:ext cx="416520" cy="23976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41453728-C67D-42A0-B815-160F41DB36B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-1576715" y="2729848"/>
                <a:ext cx="45216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C4F0D89C-085A-4404-9B3B-751D4CC146FB}"/>
                  </a:ext>
                </a:extLst>
              </p14:cNvPr>
              <p14:cNvContentPartPr/>
              <p14:nvPr/>
            </p14:nvContentPartPr>
            <p14:xfrm>
              <a:off x="-1361795" y="2806528"/>
              <a:ext cx="146160" cy="5500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C4F0D89C-085A-4404-9B3B-751D4CC146F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-1379795" y="2788888"/>
                <a:ext cx="181800" cy="58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E621872E-3939-4093-A033-38328DD5FE8A}"/>
              </a:ext>
            </a:extLst>
          </p:cNvPr>
          <p:cNvGrpSpPr/>
          <p:nvPr/>
        </p:nvGrpSpPr>
        <p:grpSpPr>
          <a:xfrm>
            <a:off x="1064605" y="4953928"/>
            <a:ext cx="4901400" cy="1804320"/>
            <a:chOff x="1064605" y="4953928"/>
            <a:chExt cx="4901400" cy="180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D3DA659-B42A-4EEB-8ADD-2B83CD0B71C8}"/>
                    </a:ext>
                  </a:extLst>
                </p14:cNvPr>
                <p14:cNvContentPartPr/>
                <p14:nvPr/>
              </p14:nvContentPartPr>
              <p14:xfrm>
                <a:off x="5617525" y="5844208"/>
                <a:ext cx="348480" cy="6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D3DA659-B42A-4EEB-8ADD-2B83CD0B71C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599885" y="5826208"/>
                  <a:ext cx="384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5A647BA-45FD-4E49-BB04-261450F02AAC}"/>
                    </a:ext>
                  </a:extLst>
                </p14:cNvPr>
                <p14:cNvContentPartPr/>
                <p14:nvPr/>
              </p14:nvContentPartPr>
              <p14:xfrm>
                <a:off x="3726805" y="5867608"/>
                <a:ext cx="1666440" cy="131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5A647BA-45FD-4E49-BB04-261450F02AA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708805" y="5849608"/>
                  <a:ext cx="1702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761A955-B7D9-447C-B7EF-C3C793A637BD}"/>
                    </a:ext>
                  </a:extLst>
                </p14:cNvPr>
                <p14:cNvContentPartPr/>
                <p14:nvPr/>
              </p14:nvContentPartPr>
              <p14:xfrm>
                <a:off x="2822845" y="6012328"/>
                <a:ext cx="487800" cy="45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761A955-B7D9-447C-B7EF-C3C793A637B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04845" y="5994328"/>
                  <a:ext cx="523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A45E945-98EB-40E5-AEB0-55DFE00307B8}"/>
                    </a:ext>
                  </a:extLst>
                </p14:cNvPr>
                <p14:cNvContentPartPr/>
                <p14:nvPr/>
              </p14:nvContentPartPr>
              <p14:xfrm>
                <a:off x="2086645" y="6098368"/>
                <a:ext cx="332280" cy="23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A45E945-98EB-40E5-AEB0-55DFE00307B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069005" y="6080728"/>
                  <a:ext cx="367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059DBE1-A852-4A5A-9307-3C75F4452C27}"/>
                    </a:ext>
                  </a:extLst>
                </p14:cNvPr>
                <p14:cNvContentPartPr/>
                <p14:nvPr/>
              </p14:nvContentPartPr>
              <p14:xfrm>
                <a:off x="1587685" y="6110608"/>
                <a:ext cx="264240" cy="33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059DBE1-A852-4A5A-9307-3C75F4452C2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570045" y="6092608"/>
                  <a:ext cx="299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E77B16E-74BE-48C7-8809-B736353A5C77}"/>
                    </a:ext>
                  </a:extLst>
                </p14:cNvPr>
                <p14:cNvContentPartPr/>
                <p14:nvPr/>
              </p14:nvContentPartPr>
              <p14:xfrm>
                <a:off x="1064605" y="6115288"/>
                <a:ext cx="299160" cy="70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E77B16E-74BE-48C7-8809-B736353A5C7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46605" y="6097288"/>
                  <a:ext cx="3348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74D89D6-172E-469E-ABB1-73184B56F973}"/>
                    </a:ext>
                  </a:extLst>
                </p14:cNvPr>
                <p14:cNvContentPartPr/>
                <p14:nvPr/>
              </p14:nvContentPartPr>
              <p14:xfrm>
                <a:off x="1334605" y="6208888"/>
                <a:ext cx="482400" cy="549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74D89D6-172E-469E-ABB1-73184B56F97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316605" y="6190888"/>
                  <a:ext cx="51804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F91904-CC91-4187-B754-33A7CD6BACEF}"/>
                    </a:ext>
                  </a:extLst>
                </p14:cNvPr>
                <p14:cNvContentPartPr/>
                <p14:nvPr/>
              </p14:nvContentPartPr>
              <p14:xfrm>
                <a:off x="1324885" y="6283768"/>
                <a:ext cx="428040" cy="452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F91904-CC91-4187-B754-33A7CD6BACE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307245" y="6265768"/>
                  <a:ext cx="4636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C96CFDE-B099-492A-BBC2-09D95C1D8DED}"/>
                    </a:ext>
                  </a:extLst>
                </p14:cNvPr>
                <p14:cNvContentPartPr/>
                <p14:nvPr/>
              </p14:nvContentPartPr>
              <p14:xfrm>
                <a:off x="2002045" y="6547288"/>
                <a:ext cx="386280" cy="165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C96CFDE-B099-492A-BBC2-09D95C1D8DE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84045" y="6529648"/>
                  <a:ext cx="421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C773624-65F4-4AD8-90A2-FAE7FFF3DF00}"/>
                    </a:ext>
                  </a:extLst>
                </p14:cNvPr>
                <p14:cNvContentPartPr/>
                <p14:nvPr/>
              </p14:nvContentPartPr>
              <p14:xfrm>
                <a:off x="2546005" y="6589768"/>
                <a:ext cx="88920" cy="141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C773624-65F4-4AD8-90A2-FAE7FFF3DF0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528365" y="6571768"/>
                  <a:ext cx="124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98CE54A-9A9B-4EDB-8267-58E1B92B807D}"/>
                    </a:ext>
                  </a:extLst>
                </p14:cNvPr>
                <p14:cNvContentPartPr/>
                <p14:nvPr/>
              </p14:nvContentPartPr>
              <p14:xfrm>
                <a:off x="2523325" y="6422008"/>
                <a:ext cx="36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98CE54A-9A9B-4EDB-8267-58E1B92B807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05325" y="640400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079F0D-9A3C-49E7-BD95-D13AD879C802}"/>
                    </a:ext>
                  </a:extLst>
                </p14:cNvPr>
                <p14:cNvContentPartPr/>
                <p14:nvPr/>
              </p14:nvContentPartPr>
              <p14:xfrm>
                <a:off x="2737165" y="6537568"/>
                <a:ext cx="282240" cy="170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079F0D-9A3C-49E7-BD95-D13AD879C80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719525" y="6519928"/>
                  <a:ext cx="3178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3862558-E6CC-4BB8-A1FD-60CA9AF6AE6E}"/>
                    </a:ext>
                  </a:extLst>
                </p14:cNvPr>
                <p14:cNvContentPartPr/>
                <p14:nvPr/>
              </p14:nvContentPartPr>
              <p14:xfrm>
                <a:off x="1099525" y="6103048"/>
                <a:ext cx="338400" cy="111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3862558-E6CC-4BB8-A1FD-60CA9AF6AE6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81525" y="6085408"/>
                  <a:ext cx="374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B921726-19C1-4D87-BFBA-D2311017F244}"/>
                    </a:ext>
                  </a:extLst>
                </p14:cNvPr>
                <p14:cNvContentPartPr/>
                <p14:nvPr/>
              </p14:nvContentPartPr>
              <p14:xfrm>
                <a:off x="1788205" y="6087208"/>
                <a:ext cx="182880" cy="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B921726-19C1-4D87-BFBA-D2311017F24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770205" y="6069208"/>
                  <a:ext cx="218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BA800F1-9F0A-4B8E-856F-5A3360E0E62C}"/>
                    </a:ext>
                  </a:extLst>
                </p14:cNvPr>
                <p14:cNvContentPartPr/>
                <p14:nvPr/>
              </p14:nvContentPartPr>
              <p14:xfrm>
                <a:off x="2153245" y="6063448"/>
                <a:ext cx="480240" cy="352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BA800F1-9F0A-4B8E-856F-5A3360E0E62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135245" y="6045448"/>
                  <a:ext cx="5158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2B8A2EB-D2C1-4ED7-9341-A3C321F6BF73}"/>
                    </a:ext>
                  </a:extLst>
                </p14:cNvPr>
                <p14:cNvContentPartPr/>
                <p14:nvPr/>
              </p14:nvContentPartPr>
              <p14:xfrm>
                <a:off x="1208965" y="4953928"/>
                <a:ext cx="1204560" cy="145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2B8A2EB-D2C1-4ED7-9341-A3C321F6BF7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91325" y="4936288"/>
                  <a:ext cx="12402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32D8FF4-7FAB-48D0-AA3F-3525DA14ECF2}"/>
                    </a:ext>
                  </a:extLst>
                </p14:cNvPr>
                <p14:cNvContentPartPr/>
                <p14:nvPr/>
              </p14:nvContentPartPr>
              <p14:xfrm>
                <a:off x="2549965" y="5116648"/>
                <a:ext cx="34920" cy="921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32D8FF4-7FAB-48D0-AA3F-3525DA14ECF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531965" y="5098648"/>
                  <a:ext cx="70560" cy="9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A691F01-3F2F-42D9-BE77-82AF41F054E7}"/>
                    </a:ext>
                  </a:extLst>
                </p14:cNvPr>
                <p14:cNvContentPartPr/>
                <p14:nvPr/>
              </p14:nvContentPartPr>
              <p14:xfrm>
                <a:off x="2398045" y="5168848"/>
                <a:ext cx="347400" cy="2062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A691F01-3F2F-42D9-BE77-82AF41F054E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380405" y="5150848"/>
                  <a:ext cx="383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97A168D-D52A-4494-AEEE-807DFC849B4B}"/>
                    </a:ext>
                  </a:extLst>
                </p14:cNvPr>
                <p14:cNvContentPartPr/>
                <p14:nvPr/>
              </p14:nvContentPartPr>
              <p14:xfrm>
                <a:off x="2387965" y="5770048"/>
                <a:ext cx="519840" cy="1854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97A168D-D52A-4494-AEEE-807DFC849B4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369965" y="5752048"/>
                  <a:ext cx="555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6E720E9-82BF-4E4C-A004-6619BC245A32}"/>
                    </a:ext>
                  </a:extLst>
                </p14:cNvPr>
                <p14:cNvContentPartPr/>
                <p14:nvPr/>
              </p14:nvContentPartPr>
              <p14:xfrm>
                <a:off x="3184645" y="5268928"/>
                <a:ext cx="303840" cy="4118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6E720E9-82BF-4E4C-A004-6619BC245A3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167005" y="5250928"/>
                  <a:ext cx="339480" cy="44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51A5FB03-D1C7-47B0-8548-AAEC4F157E65}"/>
                  </a:ext>
                </a:extLst>
              </p14:cNvPr>
              <p14:cNvContentPartPr/>
              <p14:nvPr/>
            </p14:nvContentPartPr>
            <p14:xfrm>
              <a:off x="3424045" y="5249128"/>
              <a:ext cx="300960" cy="3369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51A5FB03-D1C7-47B0-8548-AAEC4F157E65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3406045" y="5231488"/>
                <a:ext cx="33660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6640691E-287C-49E6-81F3-5FB4EAC944E2}"/>
                  </a:ext>
                </a:extLst>
              </p14:cNvPr>
              <p14:cNvContentPartPr/>
              <p14:nvPr/>
            </p14:nvContentPartPr>
            <p14:xfrm>
              <a:off x="2092765" y="5607688"/>
              <a:ext cx="360" cy="3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6640691E-287C-49E6-81F3-5FB4EAC944E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074765" y="559004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25A86BB2-1F9C-4554-8FE7-952C16029411}"/>
                  </a:ext>
                </a:extLst>
              </p14:cNvPr>
              <p14:cNvContentPartPr/>
              <p14:nvPr/>
            </p14:nvContentPartPr>
            <p14:xfrm>
              <a:off x="4141165" y="5503648"/>
              <a:ext cx="14040" cy="3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25A86BB2-1F9C-4554-8FE7-952C16029411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123165" y="5485648"/>
                <a:ext cx="49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72A7CB2-C646-4CBD-BBA7-8BEA1E0707F1}"/>
                  </a:ext>
                </a:extLst>
              </p14:cNvPr>
              <p14:cNvContentPartPr/>
              <p14:nvPr/>
            </p14:nvContentPartPr>
            <p14:xfrm>
              <a:off x="2083045" y="1270048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72A7CB2-C646-4CBD-BBA7-8BEA1E0707F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065405" y="125204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5160292-E773-4AD9-952B-903D62D6EB49}"/>
                  </a:ext>
                </a:extLst>
              </p14:cNvPr>
              <p14:cNvContentPartPr/>
              <p14:nvPr/>
            </p14:nvContentPartPr>
            <p14:xfrm>
              <a:off x="307165" y="1356088"/>
              <a:ext cx="185040" cy="399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5160292-E773-4AD9-952B-903D62D6EB49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289165" y="1338448"/>
                <a:ext cx="22068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37BF8A0-A2C8-4782-81EA-7DF39E382341}"/>
                  </a:ext>
                </a:extLst>
              </p14:cNvPr>
              <p14:cNvContentPartPr/>
              <p14:nvPr/>
            </p14:nvContentPartPr>
            <p14:xfrm>
              <a:off x="301045" y="1402888"/>
              <a:ext cx="189720" cy="348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37BF8A0-A2C8-4782-81EA-7DF39E382341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283405" y="1385248"/>
                <a:ext cx="22536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4982CF9-F82E-40DB-92E6-64B4B96467C0}"/>
                  </a:ext>
                </a:extLst>
              </p14:cNvPr>
              <p14:cNvContentPartPr/>
              <p14:nvPr/>
            </p14:nvContentPartPr>
            <p14:xfrm>
              <a:off x="1147765" y="1541128"/>
              <a:ext cx="146880" cy="246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4982CF9-F82E-40DB-92E6-64B4B96467C0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130125" y="1523488"/>
                <a:ext cx="1825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9D6E87D-AFA0-4E10-8E0F-93C22FBC0DC4}"/>
                  </a:ext>
                </a:extLst>
              </p14:cNvPr>
              <p14:cNvContentPartPr/>
              <p14:nvPr/>
            </p14:nvContentPartPr>
            <p14:xfrm>
              <a:off x="671485" y="1616008"/>
              <a:ext cx="372600" cy="187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9D6E87D-AFA0-4E10-8E0F-93C22FBC0DC4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653485" y="1598368"/>
                <a:ext cx="4082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C86003F-6B73-4C7B-883E-07B133D96B6A}"/>
                  </a:ext>
                </a:extLst>
              </p14:cNvPr>
              <p14:cNvContentPartPr/>
              <p14:nvPr/>
            </p14:nvContentPartPr>
            <p14:xfrm>
              <a:off x="1452325" y="1512328"/>
              <a:ext cx="289440" cy="221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C86003F-6B73-4C7B-883E-07B133D96B6A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1434685" y="1494688"/>
                <a:ext cx="3250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3F7D4F9F-50D2-4B50-A236-49FD6F232B7D}"/>
                  </a:ext>
                </a:extLst>
              </p14:cNvPr>
              <p14:cNvContentPartPr/>
              <p14:nvPr/>
            </p14:nvContentPartPr>
            <p14:xfrm>
              <a:off x="983605" y="3713008"/>
              <a:ext cx="1189440" cy="997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3F7D4F9F-50D2-4B50-A236-49FD6F232B7D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965965" y="3695008"/>
                <a:ext cx="1225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D991CC67-5ED2-43BC-A521-0C61E223A742}"/>
                  </a:ext>
                </a:extLst>
              </p14:cNvPr>
              <p14:cNvContentPartPr/>
              <p14:nvPr/>
            </p14:nvContentPartPr>
            <p14:xfrm>
              <a:off x="931045" y="2741368"/>
              <a:ext cx="1218960" cy="2098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D991CC67-5ED2-43BC-A521-0C61E223A742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913405" y="2723368"/>
                <a:ext cx="1254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EB6A79B8-FB64-4B9E-ABB9-46D8D60CD030}"/>
                  </a:ext>
                </a:extLst>
              </p14:cNvPr>
              <p14:cNvContentPartPr/>
              <p14:nvPr/>
            </p14:nvContentPartPr>
            <p14:xfrm>
              <a:off x="-17555" y="1883128"/>
              <a:ext cx="505800" cy="50220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EB6A79B8-FB64-4B9E-ABB9-46D8D60CD030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-35195" y="1865128"/>
                <a:ext cx="541440" cy="53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3547E20-20ED-43C6-8245-DD539792C67C}"/>
                  </a:ext>
                </a:extLst>
              </p14:cNvPr>
              <p14:cNvContentPartPr/>
              <p14:nvPr/>
            </p14:nvContentPartPr>
            <p14:xfrm>
              <a:off x="983245" y="1999048"/>
              <a:ext cx="214920" cy="338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3547E20-20ED-43C6-8245-DD539792C67C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965605" y="1981048"/>
                <a:ext cx="2505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1DFF805-8DB0-4014-A173-36135044ABDA}"/>
                  </a:ext>
                </a:extLst>
              </p14:cNvPr>
              <p14:cNvContentPartPr/>
              <p14:nvPr/>
            </p14:nvContentPartPr>
            <p14:xfrm>
              <a:off x="871645" y="2031808"/>
              <a:ext cx="222480" cy="64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1DFF805-8DB0-4014-A173-36135044ABDA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853645" y="2013808"/>
                <a:ext cx="258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8DF0DA-2823-4B66-B91E-6921DDD10353}"/>
                  </a:ext>
                </a:extLst>
              </p14:cNvPr>
              <p14:cNvContentPartPr/>
              <p14:nvPr/>
            </p14:nvContentPartPr>
            <p14:xfrm>
              <a:off x="1041925" y="2072848"/>
              <a:ext cx="54000" cy="3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8DF0DA-2823-4B66-B91E-6921DDD10353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024285" y="2054848"/>
                <a:ext cx="89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52D97C3E-184C-47B7-9ED4-93545654AEB4}"/>
                  </a:ext>
                </a:extLst>
              </p14:cNvPr>
              <p14:cNvContentPartPr/>
              <p14:nvPr/>
            </p14:nvContentPartPr>
            <p14:xfrm>
              <a:off x="782725" y="3781768"/>
              <a:ext cx="176400" cy="183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52D97C3E-184C-47B7-9ED4-93545654AEB4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764725" y="3763768"/>
                <a:ext cx="2120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A1D92003-E8DF-43CF-8953-4D5BCE09B5F8}"/>
                  </a:ext>
                </a:extLst>
              </p14:cNvPr>
              <p14:cNvContentPartPr/>
              <p14:nvPr/>
            </p14:nvContentPartPr>
            <p14:xfrm>
              <a:off x="-46715" y="3833968"/>
              <a:ext cx="322920" cy="183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A1D92003-E8DF-43CF-8953-4D5BCE09B5F8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-64715" y="3815968"/>
                <a:ext cx="3585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04488B1D-FBC4-453B-864E-5AA0FBAE8CE1}"/>
                  </a:ext>
                </a:extLst>
              </p14:cNvPr>
              <p14:cNvContentPartPr/>
              <p14:nvPr/>
            </p14:nvContentPartPr>
            <p14:xfrm>
              <a:off x="712165" y="2962408"/>
              <a:ext cx="154440" cy="151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04488B1D-FBC4-453B-864E-5AA0FBAE8CE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694165" y="2944408"/>
                <a:ext cx="1900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D57CF77E-BD78-47B1-84C3-9AF09BD9845B}"/>
                  </a:ext>
                </a:extLst>
              </p14:cNvPr>
              <p14:cNvContentPartPr/>
              <p14:nvPr/>
            </p14:nvContentPartPr>
            <p14:xfrm>
              <a:off x="-210875" y="3032248"/>
              <a:ext cx="215280" cy="54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D57CF77E-BD78-47B1-84C3-9AF09BD9845B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-228875" y="3014608"/>
                <a:ext cx="2509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47D78C4A-2AB6-4D14-858D-495934DE2CC7}"/>
                  </a:ext>
                </a:extLst>
              </p14:cNvPr>
              <p14:cNvContentPartPr/>
              <p14:nvPr/>
            </p14:nvContentPartPr>
            <p14:xfrm>
              <a:off x="5124325" y="2646688"/>
              <a:ext cx="261720" cy="9806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47D78C4A-2AB6-4D14-858D-495934DE2CC7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106325" y="2628688"/>
                <a:ext cx="297360" cy="10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DBA6499D-4DE4-4905-B43F-4FA6626E6E82}"/>
                  </a:ext>
                </a:extLst>
              </p14:cNvPr>
              <p14:cNvContentPartPr/>
              <p14:nvPr/>
            </p14:nvContentPartPr>
            <p14:xfrm>
              <a:off x="5886445" y="2752168"/>
              <a:ext cx="448920" cy="40968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DBA6499D-4DE4-4905-B43F-4FA6626E6E82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5868805" y="2734168"/>
                <a:ext cx="48456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1370B22-ADF3-43E3-BAB6-DB5B86F7366D}"/>
                  </a:ext>
                </a:extLst>
              </p14:cNvPr>
              <p14:cNvContentPartPr/>
              <p14:nvPr/>
            </p14:nvContentPartPr>
            <p14:xfrm>
              <a:off x="5124685" y="3434368"/>
              <a:ext cx="546480" cy="7884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1370B22-ADF3-43E3-BAB6-DB5B86F7366D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5107045" y="3416728"/>
                <a:ext cx="58212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20DE6A2A-AD87-420A-9C33-BB194DE3DDE8}"/>
                  </a:ext>
                </a:extLst>
              </p14:cNvPr>
              <p14:cNvContentPartPr/>
              <p14:nvPr/>
            </p14:nvContentPartPr>
            <p14:xfrm>
              <a:off x="8347765" y="3435448"/>
              <a:ext cx="242640" cy="97200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20DE6A2A-AD87-420A-9C33-BB194DE3DDE8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330125" y="3417808"/>
                <a:ext cx="278280" cy="10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343BD932-1FCB-48BE-92E6-0A8789023EE5}"/>
                  </a:ext>
                </a:extLst>
              </p14:cNvPr>
              <p14:cNvContentPartPr/>
              <p14:nvPr/>
            </p14:nvContentPartPr>
            <p14:xfrm>
              <a:off x="8494645" y="4660168"/>
              <a:ext cx="361440" cy="73440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343BD932-1FCB-48BE-92E6-0A8789023EE5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8476645" y="4642528"/>
                <a:ext cx="39708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57E89FF6-4D32-49EA-B16C-9F3E4CDF8811}"/>
                  </a:ext>
                </a:extLst>
              </p14:cNvPr>
              <p14:cNvContentPartPr/>
              <p14:nvPr/>
            </p14:nvContentPartPr>
            <p14:xfrm>
              <a:off x="7156165" y="5818288"/>
              <a:ext cx="288000" cy="6732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57E89FF6-4D32-49EA-B16C-9F3E4CDF8811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7138525" y="5800648"/>
                <a:ext cx="3236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C87E557E-F525-4EBF-8375-7A1FFD8F6ADD}"/>
                  </a:ext>
                </a:extLst>
              </p14:cNvPr>
              <p14:cNvContentPartPr/>
              <p14:nvPr/>
            </p14:nvContentPartPr>
            <p14:xfrm>
              <a:off x="7786885" y="5732248"/>
              <a:ext cx="375480" cy="6624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C87E557E-F525-4EBF-8375-7A1FFD8F6ADD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7769245" y="5714608"/>
                <a:ext cx="41112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DBBD6479-853C-4623-AC66-D59190F407D6}"/>
                  </a:ext>
                </a:extLst>
              </p14:cNvPr>
              <p14:cNvContentPartPr/>
              <p14:nvPr/>
            </p14:nvContentPartPr>
            <p14:xfrm>
              <a:off x="8677885" y="5700208"/>
              <a:ext cx="211680" cy="10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DBBD6479-853C-4623-AC66-D59190F407D6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8660245" y="5682208"/>
                <a:ext cx="2473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CECD2492-F80B-49D3-9830-5A8C19A8A1AF}"/>
                  </a:ext>
                </a:extLst>
              </p14:cNvPr>
              <p14:cNvContentPartPr/>
              <p14:nvPr/>
            </p14:nvContentPartPr>
            <p14:xfrm>
              <a:off x="1751125" y="2332768"/>
              <a:ext cx="204120" cy="1285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CECD2492-F80B-49D3-9830-5A8C19A8A1A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733485" y="2314768"/>
                <a:ext cx="23976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8BA210CB-A3F0-4431-8F23-D2D7A5F3100F}"/>
              </a:ext>
            </a:extLst>
          </p:cNvPr>
          <p:cNvGrpSpPr/>
          <p:nvPr/>
        </p:nvGrpSpPr>
        <p:grpSpPr>
          <a:xfrm>
            <a:off x="1220845" y="519808"/>
            <a:ext cx="6188760" cy="2327400"/>
            <a:chOff x="1220845" y="519808"/>
            <a:chExt cx="6188760" cy="23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474C1E7-D340-49D9-98DF-CAD70DF92484}"/>
                    </a:ext>
                  </a:extLst>
                </p14:cNvPr>
                <p14:cNvContentPartPr/>
                <p14:nvPr/>
              </p14:nvContentPartPr>
              <p14:xfrm>
                <a:off x="1220845" y="2822368"/>
                <a:ext cx="281160" cy="24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474C1E7-D340-49D9-98DF-CAD70DF9248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203205" y="2804368"/>
                  <a:ext cx="316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43A01E4-CA4D-468F-81CD-C11ACF265246}"/>
                    </a:ext>
                  </a:extLst>
                </p14:cNvPr>
                <p14:cNvContentPartPr/>
                <p14:nvPr/>
              </p14:nvContentPartPr>
              <p14:xfrm>
                <a:off x="1972885" y="2830648"/>
                <a:ext cx="351720" cy="5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43A01E4-CA4D-468F-81CD-C11ACF26524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955245" y="2812648"/>
                  <a:ext cx="387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8B02490-0ACD-4B64-95A7-0CC5CBF3AA4C}"/>
                    </a:ext>
                  </a:extLst>
                </p14:cNvPr>
                <p14:cNvContentPartPr/>
                <p14:nvPr/>
              </p14:nvContentPartPr>
              <p14:xfrm>
                <a:off x="2656165" y="2823448"/>
                <a:ext cx="14040" cy="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8B02490-0ACD-4B64-95A7-0CC5CBF3AA4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638165" y="2805448"/>
                  <a:ext cx="49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094F48-52D7-4039-8298-FB1CADC958A5}"/>
                    </a:ext>
                  </a:extLst>
                </p14:cNvPr>
                <p14:cNvContentPartPr/>
                <p14:nvPr/>
              </p14:nvContentPartPr>
              <p14:xfrm>
                <a:off x="1805485" y="2835328"/>
                <a:ext cx="471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094F48-52D7-4039-8298-FB1CADC958A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787485" y="2817328"/>
                  <a:ext cx="82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15C7F79-93B2-40B2-BABF-51133B06DCA8}"/>
                    </a:ext>
                  </a:extLst>
                </p14:cNvPr>
                <p14:cNvContentPartPr/>
                <p14:nvPr/>
              </p14:nvContentPartPr>
              <p14:xfrm>
                <a:off x="2539885" y="2814448"/>
                <a:ext cx="333720" cy="26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15C7F79-93B2-40B2-BABF-51133B06DCA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522245" y="2796448"/>
                  <a:ext cx="3693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21A492F-0A95-4706-8ADB-697B15433626}"/>
                    </a:ext>
                  </a:extLst>
                </p14:cNvPr>
                <p14:cNvContentPartPr/>
                <p14:nvPr/>
              </p14:nvContentPartPr>
              <p14:xfrm>
                <a:off x="3321805" y="2773408"/>
                <a:ext cx="391680" cy="17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21A492F-0A95-4706-8ADB-697B1543362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03805" y="2755408"/>
                  <a:ext cx="427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690445D-144B-464B-9184-AF335746C6E7}"/>
                    </a:ext>
                  </a:extLst>
                </p14:cNvPr>
                <p14:cNvContentPartPr/>
                <p14:nvPr/>
              </p14:nvContentPartPr>
              <p14:xfrm>
                <a:off x="4067725" y="2739208"/>
                <a:ext cx="277560" cy="3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690445D-144B-464B-9184-AF335746C6E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050085" y="2721208"/>
                  <a:ext cx="313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834C1D1-DF73-4E08-B6C5-9842F46725DB}"/>
                    </a:ext>
                  </a:extLst>
                </p14:cNvPr>
                <p14:cNvContentPartPr/>
                <p14:nvPr/>
              </p14:nvContentPartPr>
              <p14:xfrm>
                <a:off x="4849285" y="2596648"/>
                <a:ext cx="1027800" cy="82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834C1D1-DF73-4E08-B6C5-9842F46725D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831645" y="2578648"/>
                  <a:ext cx="1063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C13FA95-E300-4046-A0C6-1FA40D3CEB8B}"/>
                    </a:ext>
                  </a:extLst>
                </p14:cNvPr>
                <p14:cNvContentPartPr/>
                <p14:nvPr/>
              </p14:nvContentPartPr>
              <p14:xfrm>
                <a:off x="6249685" y="2465608"/>
                <a:ext cx="1062360" cy="75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C13FA95-E300-4046-A0C6-1FA40D3CEB8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231685" y="2447968"/>
                  <a:ext cx="1098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291073F-CACE-47C2-8F02-D53C7E3410EF}"/>
                    </a:ext>
                  </a:extLst>
                </p14:cNvPr>
                <p14:cNvContentPartPr/>
                <p14:nvPr/>
              </p14:nvContentPartPr>
              <p14:xfrm>
                <a:off x="6428605" y="1592248"/>
                <a:ext cx="981000" cy="28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291073F-CACE-47C2-8F02-D53C7E3410E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410965" y="1574608"/>
                  <a:ext cx="1016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B5130F6-85DA-415B-9433-915A0808FC19}"/>
                    </a:ext>
                  </a:extLst>
                </p14:cNvPr>
                <p14:cNvContentPartPr/>
                <p14:nvPr/>
              </p14:nvContentPartPr>
              <p14:xfrm>
                <a:off x="4953325" y="1592248"/>
                <a:ext cx="182520" cy="1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B5130F6-85DA-415B-9433-915A0808FC1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935685" y="1574248"/>
                  <a:ext cx="218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17DF692-223E-4E0A-9B82-2F936EF3210B}"/>
                    </a:ext>
                  </a:extLst>
                </p14:cNvPr>
                <p14:cNvContentPartPr/>
                <p14:nvPr/>
              </p14:nvContentPartPr>
              <p14:xfrm>
                <a:off x="5560645" y="1610968"/>
                <a:ext cx="353160" cy="4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17DF692-223E-4E0A-9B82-2F936EF3210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542645" y="1592968"/>
                  <a:ext cx="388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E77E96E-4D66-4D7C-9BFE-E3B23857F026}"/>
                    </a:ext>
                  </a:extLst>
                </p14:cNvPr>
                <p14:cNvContentPartPr/>
                <p14:nvPr/>
              </p14:nvContentPartPr>
              <p14:xfrm>
                <a:off x="1717645" y="2320528"/>
                <a:ext cx="121320" cy="1008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E77E96E-4D66-4D7C-9BFE-E3B23857F02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699645" y="2302528"/>
                  <a:ext cx="1569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B544BE2-556B-46D6-869E-17A6EDF380C7}"/>
                    </a:ext>
                  </a:extLst>
                </p14:cNvPr>
                <p14:cNvContentPartPr/>
                <p14:nvPr/>
              </p14:nvContentPartPr>
              <p14:xfrm>
                <a:off x="1977205" y="1168528"/>
                <a:ext cx="1344600" cy="1216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B544BE2-556B-46D6-869E-17A6EDF380C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959565" y="1150528"/>
                  <a:ext cx="1380240" cy="12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A3FCE0A-5562-4212-A0FC-0B02AB7F7280}"/>
                    </a:ext>
                  </a:extLst>
                </p14:cNvPr>
                <p14:cNvContentPartPr/>
                <p14:nvPr/>
              </p14:nvContentPartPr>
              <p14:xfrm>
                <a:off x="1957765" y="2096248"/>
                <a:ext cx="378000" cy="238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A3FCE0A-5562-4212-A0FC-0B02AB7F728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939765" y="2078248"/>
                  <a:ext cx="4136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68BD4F3-01BE-4012-B791-F8368835AE26}"/>
                    </a:ext>
                  </a:extLst>
                </p14:cNvPr>
                <p14:cNvContentPartPr/>
                <p14:nvPr/>
              </p14:nvContentPartPr>
              <p14:xfrm>
                <a:off x="3556885" y="947848"/>
                <a:ext cx="364320" cy="2710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68BD4F3-01BE-4012-B791-F8368835AE2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538885" y="929848"/>
                  <a:ext cx="3999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F40C48A-5973-46F4-8DE1-72D6776B7FD9}"/>
                    </a:ext>
                  </a:extLst>
                </p14:cNvPr>
                <p14:cNvContentPartPr/>
                <p14:nvPr/>
              </p14:nvContentPartPr>
              <p14:xfrm>
                <a:off x="4037125" y="1084648"/>
                <a:ext cx="67320" cy="165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2F40C48A-5973-46F4-8DE1-72D6776B7FD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019125" y="1067008"/>
                  <a:ext cx="102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34AE1471-A58A-4C0A-A33F-247FBF60A6C4}"/>
                    </a:ext>
                  </a:extLst>
                </p14:cNvPr>
                <p14:cNvContentPartPr/>
                <p14:nvPr/>
              </p14:nvContentPartPr>
              <p14:xfrm>
                <a:off x="4216405" y="917248"/>
                <a:ext cx="513000" cy="198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34AE1471-A58A-4C0A-A33F-247FBF60A6C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198405" y="899248"/>
                  <a:ext cx="548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EF73245-591D-453F-AE5D-25218EEED023}"/>
                    </a:ext>
                  </a:extLst>
                </p14:cNvPr>
                <p14:cNvContentPartPr/>
                <p14:nvPr/>
              </p14:nvContentPartPr>
              <p14:xfrm>
                <a:off x="5026765" y="845608"/>
                <a:ext cx="297720" cy="200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EF73245-591D-453F-AE5D-25218EEED02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008765" y="827968"/>
                  <a:ext cx="3333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080B6AD-BDF0-4D69-89B6-CD3AE2FD6239}"/>
                    </a:ext>
                  </a:extLst>
                </p14:cNvPr>
                <p14:cNvContentPartPr/>
                <p14:nvPr/>
              </p14:nvContentPartPr>
              <p14:xfrm>
                <a:off x="5518525" y="883048"/>
                <a:ext cx="360" cy="3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080B6AD-BDF0-4D69-89B6-CD3AE2FD62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00885" y="8650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6E022D1-F87F-4D09-9EF6-52B680582833}"/>
                    </a:ext>
                  </a:extLst>
                </p14:cNvPr>
                <p14:cNvContentPartPr/>
                <p14:nvPr/>
              </p14:nvContentPartPr>
              <p14:xfrm>
                <a:off x="6357325" y="519808"/>
                <a:ext cx="435600" cy="4197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6E022D1-F87F-4D09-9EF6-52B68058283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339325" y="502168"/>
                  <a:ext cx="4712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F57FCE7-53D1-44F7-A5AF-6DCD1F316581}"/>
                    </a:ext>
                  </a:extLst>
                </p14:cNvPr>
                <p14:cNvContentPartPr/>
                <p14:nvPr/>
              </p14:nvContentPartPr>
              <p14:xfrm>
                <a:off x="6473245" y="652648"/>
                <a:ext cx="394560" cy="1440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F57FCE7-53D1-44F7-A5AF-6DCD1F31658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455605" y="634648"/>
                  <a:ext cx="430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B0D4A92-7E4F-46A1-B255-F4133A83D90F}"/>
                    </a:ext>
                  </a:extLst>
                </p14:cNvPr>
                <p14:cNvContentPartPr/>
                <p14:nvPr/>
              </p14:nvContentPartPr>
              <p14:xfrm>
                <a:off x="5726605" y="824008"/>
                <a:ext cx="234720" cy="193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B0D4A92-7E4F-46A1-B255-F4133A83D90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708605" y="806368"/>
                  <a:ext cx="270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AE37E6D-F5B0-4DED-9B2E-73A6F817B711}"/>
                    </a:ext>
                  </a:extLst>
                </p14:cNvPr>
                <p14:cNvContentPartPr/>
                <p14:nvPr/>
              </p14:nvContentPartPr>
              <p14:xfrm>
                <a:off x="5784925" y="808888"/>
                <a:ext cx="267120" cy="4140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AE37E6D-F5B0-4DED-9B2E-73A6F817B71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766925" y="790888"/>
                  <a:ext cx="3027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725DBA5-C646-4AF2-8852-2388BF3E6B38}"/>
                    </a:ext>
                  </a:extLst>
                </p14:cNvPr>
                <p14:cNvContentPartPr/>
                <p14:nvPr/>
              </p14:nvContentPartPr>
              <p14:xfrm>
                <a:off x="6120445" y="802408"/>
                <a:ext cx="256680" cy="1645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725DBA5-C646-4AF2-8852-2388BF3E6B3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102445" y="784408"/>
                  <a:ext cx="292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2DFB35D-BDFB-4D4B-AE3A-0AFB4ADF2650}"/>
                    </a:ext>
                  </a:extLst>
                </p14:cNvPr>
                <p14:cNvContentPartPr/>
                <p14:nvPr/>
              </p14:nvContentPartPr>
              <p14:xfrm>
                <a:off x="6134125" y="894208"/>
                <a:ext cx="234000" cy="105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2DFB35D-BDFB-4D4B-AE3A-0AFB4ADF265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116485" y="876568"/>
                  <a:ext cx="269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FE2803C-08A9-4ED0-BEE3-E0FEEFBAC9AE}"/>
                    </a:ext>
                  </a:extLst>
                </p14:cNvPr>
                <p14:cNvContentPartPr/>
                <p14:nvPr/>
              </p14:nvContentPartPr>
              <p14:xfrm>
                <a:off x="5802205" y="1004728"/>
                <a:ext cx="277200" cy="74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FE2803C-08A9-4ED0-BEE3-E0FEEFBAC9A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784565" y="987088"/>
                  <a:ext cx="3128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DE9EF64-1780-4489-B618-651D3081E017}"/>
              </a:ext>
            </a:extLst>
          </p:cNvPr>
          <p:cNvGrpSpPr/>
          <p:nvPr/>
        </p:nvGrpSpPr>
        <p:grpSpPr>
          <a:xfrm>
            <a:off x="138685" y="1313608"/>
            <a:ext cx="5637240" cy="3752834"/>
            <a:chOff x="138685" y="1313608"/>
            <a:chExt cx="5637240" cy="375283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82EDF2-9D45-4FBF-973B-4E6EBD584D60}"/>
                    </a:ext>
                  </a:extLst>
                </p14:cNvPr>
                <p14:cNvContentPartPr/>
                <p14:nvPr/>
              </p14:nvContentPartPr>
              <p14:xfrm>
                <a:off x="3831565" y="2074842"/>
                <a:ext cx="46080" cy="1548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82EDF2-9D45-4FBF-973B-4E6EBD584D6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813925" y="2057202"/>
                  <a:ext cx="81720" cy="15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904900A-DBCE-47A6-92C7-641588D07C5A}"/>
                    </a:ext>
                  </a:extLst>
                </p14:cNvPr>
                <p14:cNvContentPartPr/>
                <p14:nvPr/>
              </p14:nvContentPartPr>
              <p14:xfrm>
                <a:off x="5513845" y="3553362"/>
                <a:ext cx="134640" cy="147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904900A-DBCE-47A6-92C7-641588D07C5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496205" y="3535722"/>
                  <a:ext cx="170280" cy="15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6460D2-0C0D-4698-AAF1-557386FC029F}"/>
                    </a:ext>
                  </a:extLst>
                </p14:cNvPr>
                <p14:cNvContentPartPr/>
                <p14:nvPr/>
              </p14:nvContentPartPr>
              <p14:xfrm>
                <a:off x="1828885" y="3968082"/>
                <a:ext cx="222480" cy="227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6460D2-0C0D-4698-AAF1-557386FC029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810885" y="3950442"/>
                  <a:ext cx="258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30AB214-5EB7-49D8-A68B-9028E8DA251D}"/>
                    </a:ext>
                  </a:extLst>
                </p14:cNvPr>
                <p14:cNvContentPartPr/>
                <p14:nvPr/>
              </p14:nvContentPartPr>
              <p14:xfrm>
                <a:off x="2262325" y="4067442"/>
                <a:ext cx="123480" cy="19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30AB214-5EB7-49D8-A68B-9028E8DA251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244685" y="4049802"/>
                  <a:ext cx="159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619585-229F-47FC-B318-14FA6B8B32B8}"/>
                    </a:ext>
                  </a:extLst>
                </p14:cNvPr>
                <p14:cNvContentPartPr/>
                <p14:nvPr/>
              </p14:nvContentPartPr>
              <p14:xfrm>
                <a:off x="2910325" y="4002282"/>
                <a:ext cx="236520" cy="200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619585-229F-47FC-B318-14FA6B8B32B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892685" y="3984282"/>
                  <a:ext cx="272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C163BEB-14E0-4069-B48D-9702BFD4280C}"/>
                    </a:ext>
                  </a:extLst>
                </p14:cNvPr>
                <p14:cNvContentPartPr/>
                <p14:nvPr/>
              </p14:nvContentPartPr>
              <p14:xfrm>
                <a:off x="3182845" y="3980322"/>
                <a:ext cx="173520" cy="234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163BEB-14E0-4069-B48D-9702BFD428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164845" y="3962322"/>
                  <a:ext cx="209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1F730F5-BDC8-4C75-809A-F8BD628F76A2}"/>
                    </a:ext>
                  </a:extLst>
                </p14:cNvPr>
                <p14:cNvContentPartPr/>
                <p14:nvPr/>
              </p14:nvContentPartPr>
              <p14:xfrm>
                <a:off x="3494965" y="3975282"/>
                <a:ext cx="52560" cy="291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1F730F5-BDC8-4C75-809A-F8BD628F76A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476965" y="3957282"/>
                  <a:ext cx="882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A2EF5E-AFA5-4281-851F-25E509B8D6BE}"/>
                    </a:ext>
                  </a:extLst>
                </p14:cNvPr>
                <p14:cNvContentPartPr/>
                <p14:nvPr/>
              </p14:nvContentPartPr>
              <p14:xfrm>
                <a:off x="3822925" y="2011842"/>
                <a:ext cx="176760" cy="102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A2EF5E-AFA5-4281-851F-25E509B8D6B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805285" y="1994202"/>
                  <a:ext cx="212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DE1B5C3-8A9C-41B9-8EE6-3B388218222A}"/>
                    </a:ext>
                  </a:extLst>
                </p14:cNvPr>
                <p14:cNvContentPartPr/>
                <p14:nvPr/>
              </p14:nvContentPartPr>
              <p14:xfrm>
                <a:off x="4524565" y="3551202"/>
                <a:ext cx="106920" cy="90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DE1B5C3-8A9C-41B9-8EE6-3B388218222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506565" y="3533562"/>
                  <a:ext cx="142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15832E-C336-44DF-B070-164F6EFC9C78}"/>
                    </a:ext>
                  </a:extLst>
                </p14:cNvPr>
                <p14:cNvContentPartPr/>
                <p14:nvPr/>
              </p14:nvContentPartPr>
              <p14:xfrm>
                <a:off x="5451205" y="3553362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15832E-C336-44DF-B070-164F6EFC9C7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33565" y="35357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201CCE-CD43-4843-9AEE-47934F154F9B}"/>
                    </a:ext>
                  </a:extLst>
                </p14:cNvPr>
                <p14:cNvContentPartPr/>
                <p14:nvPr/>
              </p14:nvContentPartPr>
              <p14:xfrm>
                <a:off x="5603125" y="4973562"/>
                <a:ext cx="172800" cy="92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201CCE-CD43-4843-9AEE-47934F154F9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585125" y="4955562"/>
                  <a:ext cx="208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125330A-688E-4AB7-9AF5-4BAA4FE637EA}"/>
                    </a:ext>
                  </a:extLst>
                </p14:cNvPr>
                <p14:cNvContentPartPr/>
                <p14:nvPr/>
              </p14:nvContentPartPr>
              <p14:xfrm>
                <a:off x="138685" y="4489528"/>
                <a:ext cx="327240" cy="78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125330A-688E-4AB7-9AF5-4BAA4FE637EA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21045" y="4471528"/>
                  <a:ext cx="362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194FF2C-92AD-401A-BC39-0667C7944A7B}"/>
                    </a:ext>
                  </a:extLst>
                </p14:cNvPr>
                <p14:cNvContentPartPr/>
                <p14:nvPr/>
              </p14:nvContentPartPr>
              <p14:xfrm>
                <a:off x="666445" y="4295488"/>
                <a:ext cx="238320" cy="315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194FF2C-92AD-401A-BC39-0667C7944A7B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48805" y="4277488"/>
                  <a:ext cx="2739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1C61B0B-3690-4FFA-ABD3-75FC047483B2}"/>
                    </a:ext>
                  </a:extLst>
                </p14:cNvPr>
                <p14:cNvContentPartPr/>
                <p14:nvPr/>
              </p14:nvContentPartPr>
              <p14:xfrm>
                <a:off x="1099165" y="4399888"/>
                <a:ext cx="6840" cy="29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1C61B0B-3690-4FFA-ABD3-75FC047483B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81525" y="4381888"/>
                  <a:ext cx="42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933FFE0-E2F2-48E4-9420-0C8F93037643}"/>
                    </a:ext>
                  </a:extLst>
                </p14:cNvPr>
                <p14:cNvContentPartPr/>
                <p14:nvPr/>
              </p14:nvContentPartPr>
              <p14:xfrm>
                <a:off x="1267285" y="4231408"/>
                <a:ext cx="194040" cy="223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933FFE0-E2F2-48E4-9420-0C8F9303764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249285" y="4213768"/>
                  <a:ext cx="2296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0FB2AFE-6D96-484C-9331-CFC6F6D60126}"/>
                    </a:ext>
                  </a:extLst>
                </p14:cNvPr>
                <p14:cNvContentPartPr/>
                <p14:nvPr/>
              </p14:nvContentPartPr>
              <p14:xfrm>
                <a:off x="1591285" y="4146088"/>
                <a:ext cx="51480" cy="310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0FB2AFE-6D96-484C-9331-CFC6F6D6012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573285" y="4128088"/>
                  <a:ext cx="871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25F8B3E-CFE4-472C-819A-70AD5884F74D}"/>
                    </a:ext>
                  </a:extLst>
                </p14:cNvPr>
                <p14:cNvContentPartPr/>
                <p14:nvPr/>
              </p14:nvContentPartPr>
              <p14:xfrm>
                <a:off x="2800525" y="1728162"/>
                <a:ext cx="14040" cy="283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25F8B3E-CFE4-472C-819A-70AD5884F7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782525" y="1710162"/>
                  <a:ext cx="49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05A393-6795-4FD8-8085-9274848A5672}"/>
                    </a:ext>
                  </a:extLst>
                </p14:cNvPr>
                <p14:cNvContentPartPr/>
                <p14:nvPr/>
              </p14:nvContentPartPr>
              <p14:xfrm>
                <a:off x="2847325" y="2270682"/>
                <a:ext cx="19800" cy="250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05A393-6795-4FD8-8085-9274848A5672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829325" y="2253042"/>
                  <a:ext cx="55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296CF4-59EE-4473-B05C-B01F22173733}"/>
                    </a:ext>
                  </a:extLst>
                </p14:cNvPr>
                <p14:cNvContentPartPr/>
                <p14:nvPr/>
              </p14:nvContentPartPr>
              <p14:xfrm>
                <a:off x="2818165" y="1822842"/>
                <a:ext cx="272880" cy="186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296CF4-59EE-4473-B05C-B01F2217373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800525" y="1805202"/>
                  <a:ext cx="308520" cy="19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7A32624-E407-4FF0-B214-3BBFF9296E90}"/>
                    </a:ext>
                  </a:extLst>
                </p14:cNvPr>
                <p14:cNvContentPartPr/>
                <p14:nvPr/>
              </p14:nvContentPartPr>
              <p14:xfrm>
                <a:off x="1787845" y="2334402"/>
                <a:ext cx="226800" cy="1474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7A32624-E407-4FF0-B214-3BBFF9296E9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770205" y="2316402"/>
                  <a:ext cx="262440" cy="15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72F546-C546-4125-8144-04C4032629E0}"/>
                    </a:ext>
                  </a:extLst>
                </p14:cNvPr>
                <p14:cNvContentPartPr/>
                <p14:nvPr/>
              </p14:nvContentPartPr>
              <p14:xfrm>
                <a:off x="1691005" y="2233242"/>
                <a:ext cx="138240" cy="107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72F546-C546-4125-8144-04C4032629E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673005" y="2215602"/>
                  <a:ext cx="173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B8E42C0-B8AA-4930-8F34-94ED50CF0C00}"/>
                    </a:ext>
                  </a:extLst>
                </p14:cNvPr>
                <p14:cNvContentPartPr/>
                <p14:nvPr/>
              </p14:nvContentPartPr>
              <p14:xfrm>
                <a:off x="2706925" y="1704402"/>
                <a:ext cx="159120" cy="87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B8E42C0-B8AA-4930-8F34-94ED50CF0C0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689285" y="1686402"/>
                  <a:ext cx="194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2209C27-E4EB-4FAC-B12B-3FD8C240FC30}"/>
                    </a:ext>
                  </a:extLst>
                </p14:cNvPr>
                <p14:cNvContentPartPr/>
                <p14:nvPr/>
              </p14:nvContentPartPr>
              <p14:xfrm>
                <a:off x="167485" y="3332488"/>
                <a:ext cx="158400" cy="196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2209C27-E4EB-4FAC-B12B-3FD8C240FC3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49845" y="3314488"/>
                  <a:ext cx="1940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17A29E1-420C-43CE-A450-170A246D0493}"/>
                    </a:ext>
                  </a:extLst>
                </p14:cNvPr>
                <p14:cNvContentPartPr/>
                <p14:nvPr/>
              </p14:nvContentPartPr>
              <p14:xfrm>
                <a:off x="451165" y="3436168"/>
                <a:ext cx="360" cy="17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17A29E1-420C-43CE-A450-170A246D049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33525" y="3418168"/>
                  <a:ext cx="36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3BFC67B-C109-4832-8FCE-D75471F2F0D1}"/>
                    </a:ext>
                  </a:extLst>
                </p14:cNvPr>
                <p14:cNvContentPartPr/>
                <p14:nvPr/>
              </p14:nvContentPartPr>
              <p14:xfrm>
                <a:off x="596245" y="3279928"/>
                <a:ext cx="209520" cy="198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3BFC67B-C109-4832-8FCE-D75471F2F0D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78605" y="3261928"/>
                  <a:ext cx="2451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490D32C-12D4-438F-9581-D4A0ACDCBE50}"/>
                    </a:ext>
                  </a:extLst>
                </p14:cNvPr>
                <p14:cNvContentPartPr/>
                <p14:nvPr/>
              </p14:nvContentPartPr>
              <p14:xfrm>
                <a:off x="973525" y="3181648"/>
                <a:ext cx="79920" cy="247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490D32C-12D4-438F-9581-D4A0ACDCBE5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55885" y="3163648"/>
                  <a:ext cx="1155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6C8B027-8E6B-4DCE-83B1-FC82250005D9}"/>
                    </a:ext>
                  </a:extLst>
                </p14:cNvPr>
                <p14:cNvContentPartPr/>
                <p14:nvPr/>
              </p14:nvContentPartPr>
              <p14:xfrm>
                <a:off x="155965" y="2499808"/>
                <a:ext cx="285120" cy="157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6C8B027-8E6B-4DCE-83B1-FC82250005D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38325" y="2481808"/>
                  <a:ext cx="320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10100CD-3DF2-4A26-9375-F538BE1C4A4B}"/>
                    </a:ext>
                  </a:extLst>
                </p14:cNvPr>
                <p14:cNvContentPartPr/>
                <p14:nvPr/>
              </p14:nvContentPartPr>
              <p14:xfrm>
                <a:off x="561325" y="2511688"/>
                <a:ext cx="360" cy="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10100CD-3DF2-4A26-9375-F538BE1C4A4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3685" y="24940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EAE26AC-6A67-4D29-B707-9AAEAC0F5E51}"/>
                    </a:ext>
                  </a:extLst>
                </p14:cNvPr>
                <p14:cNvContentPartPr/>
                <p14:nvPr/>
              </p14:nvContentPartPr>
              <p14:xfrm>
                <a:off x="653845" y="2363728"/>
                <a:ext cx="232560" cy="272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EAE26AC-6A67-4D29-B707-9AAEAC0F5E5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36205" y="2345728"/>
                  <a:ext cx="2682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81B41AC-E7D4-486E-8337-ABA2BB0230B6}"/>
                    </a:ext>
                  </a:extLst>
                </p14:cNvPr>
                <p14:cNvContentPartPr/>
                <p14:nvPr/>
              </p14:nvContentPartPr>
              <p14:xfrm>
                <a:off x="1014565" y="2315488"/>
                <a:ext cx="91080" cy="241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81B41AC-E7D4-486E-8337-ABA2BB0230B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96925" y="2297488"/>
                  <a:ext cx="126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9D6F354-05A0-45C2-BA2B-57758D7EEC89}"/>
                    </a:ext>
                  </a:extLst>
                </p14:cNvPr>
                <p14:cNvContentPartPr/>
                <p14:nvPr/>
              </p14:nvContentPartPr>
              <p14:xfrm>
                <a:off x="781285" y="2468488"/>
                <a:ext cx="142560" cy="72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9D6F354-05A0-45C2-BA2B-57758D7EEC8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63645" y="2450848"/>
                  <a:ext cx="178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6F0624D-BB68-44BA-B27D-67FD207EE2CA}"/>
                    </a:ext>
                  </a:extLst>
                </p14:cNvPr>
                <p14:cNvContentPartPr/>
                <p14:nvPr/>
              </p14:nvContentPartPr>
              <p14:xfrm>
                <a:off x="1735285" y="2326648"/>
                <a:ext cx="155880" cy="1281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6F0624D-BB68-44BA-B27D-67FD207EE2C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717645" y="2308648"/>
                  <a:ext cx="191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1A915D9-0141-4A0D-9127-139B7631F724}"/>
                    </a:ext>
                  </a:extLst>
                </p14:cNvPr>
                <p14:cNvContentPartPr/>
                <p14:nvPr/>
              </p14:nvContentPartPr>
              <p14:xfrm>
                <a:off x="1045525" y="2810848"/>
                <a:ext cx="789840" cy="105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1A915D9-0141-4A0D-9127-139B7631F72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27525" y="2792848"/>
                  <a:ext cx="825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BE7BD9D-49EE-49C9-AD57-56BE6E595E7E}"/>
                    </a:ext>
                  </a:extLst>
                </p14:cNvPr>
                <p14:cNvContentPartPr/>
                <p14:nvPr/>
              </p14:nvContentPartPr>
              <p14:xfrm>
                <a:off x="1302205" y="2615368"/>
                <a:ext cx="394200" cy="4410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BE7BD9D-49EE-49C9-AD57-56BE6E595E7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284565" y="2597728"/>
                  <a:ext cx="4298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09F76EED-B68B-4E27-88C3-8DB093F230B9}"/>
                    </a:ext>
                  </a:extLst>
                </p14:cNvPr>
                <p14:cNvContentPartPr/>
                <p14:nvPr/>
              </p14:nvContentPartPr>
              <p14:xfrm>
                <a:off x="1398325" y="2377768"/>
                <a:ext cx="1504440" cy="766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09F76EED-B68B-4E27-88C3-8DB093F230B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380325" y="2360128"/>
                  <a:ext cx="1540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0CB24AE-0FC5-4249-9D01-78988227F3A4}"/>
                    </a:ext>
                  </a:extLst>
                </p14:cNvPr>
                <p14:cNvContentPartPr/>
                <p14:nvPr/>
              </p14:nvContentPartPr>
              <p14:xfrm>
                <a:off x="2394085" y="2471008"/>
                <a:ext cx="214560" cy="2847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0CB24AE-0FC5-4249-9D01-78988227F3A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376445" y="2453368"/>
                  <a:ext cx="250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9E11692-2FE2-4D17-A90A-A2063EFEC0A4}"/>
                    </a:ext>
                  </a:extLst>
                </p14:cNvPr>
                <p14:cNvContentPartPr/>
                <p14:nvPr/>
              </p14:nvContentPartPr>
              <p14:xfrm>
                <a:off x="2288605" y="2471008"/>
                <a:ext cx="282240" cy="1468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9E11692-2FE2-4D17-A90A-A2063EFEC0A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270965" y="2453368"/>
                  <a:ext cx="317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18F8B04-E463-4E1E-8632-46124C601A80}"/>
                    </a:ext>
                  </a:extLst>
                </p14:cNvPr>
                <p14:cNvContentPartPr/>
                <p14:nvPr/>
              </p14:nvContentPartPr>
              <p14:xfrm>
                <a:off x="2601805" y="1419448"/>
                <a:ext cx="1899000" cy="1219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18F8B04-E463-4E1E-8632-46124C601A8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584165" y="1401808"/>
                  <a:ext cx="1934640" cy="12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38CB0891-1108-4896-AB02-F03BE3E62B19}"/>
                    </a:ext>
                  </a:extLst>
                </p14:cNvPr>
                <p14:cNvContentPartPr/>
                <p14:nvPr/>
              </p14:nvContentPartPr>
              <p14:xfrm>
                <a:off x="4778005" y="1313608"/>
                <a:ext cx="530280" cy="2552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38CB0891-1108-4896-AB02-F03BE3E62B1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760005" y="1295608"/>
                  <a:ext cx="56592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F269FD05-436F-47D5-8218-9C490980D7E3}"/>
              </a:ext>
            </a:extLst>
          </p:cNvPr>
          <p:cNvGrpSpPr/>
          <p:nvPr/>
        </p:nvGrpSpPr>
        <p:grpSpPr>
          <a:xfrm>
            <a:off x="1527925" y="1547248"/>
            <a:ext cx="6494040" cy="1080720"/>
            <a:chOff x="1527925" y="1547248"/>
            <a:chExt cx="6494040" cy="10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4DB2EE-563E-4C32-BDFC-77C049F27C1B}"/>
                    </a:ext>
                  </a:extLst>
                </p14:cNvPr>
                <p14:cNvContentPartPr/>
                <p14:nvPr/>
              </p14:nvContentPartPr>
              <p14:xfrm>
                <a:off x="1648885" y="1914448"/>
                <a:ext cx="53640" cy="8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4DB2EE-563E-4C32-BDFC-77C049F27C1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631245" y="1896448"/>
                  <a:ext cx="89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B7DA131-7CB1-45AA-892E-1AA0877DBBDA}"/>
                    </a:ext>
                  </a:extLst>
                </p14:cNvPr>
                <p14:cNvContentPartPr/>
                <p14:nvPr/>
              </p14:nvContentPartPr>
              <p14:xfrm>
                <a:off x="3720685" y="1547248"/>
                <a:ext cx="1307520" cy="98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B7DA131-7CB1-45AA-892E-1AA0877DBBD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703045" y="1529608"/>
                  <a:ext cx="1343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B2684F4-14BC-455D-8D1B-DC427BCFBCCA}"/>
                    </a:ext>
                  </a:extLst>
                </p14:cNvPr>
                <p14:cNvContentPartPr/>
                <p14:nvPr/>
              </p14:nvContentPartPr>
              <p14:xfrm>
                <a:off x="1771645" y="2263648"/>
                <a:ext cx="128520" cy="150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B2684F4-14BC-455D-8D1B-DC427BCFBCC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753645" y="2246008"/>
                  <a:ext cx="164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133EDCA-49E8-41A4-82F4-B546E1F25BCD}"/>
                    </a:ext>
                  </a:extLst>
                </p14:cNvPr>
                <p14:cNvContentPartPr/>
                <p14:nvPr/>
              </p14:nvContentPartPr>
              <p14:xfrm>
                <a:off x="2065765" y="1755328"/>
                <a:ext cx="655200" cy="98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133EDCA-49E8-41A4-82F4-B546E1F25BC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047765" y="1737328"/>
                  <a:ext cx="690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F3E386-BE19-4115-A558-79B8EDB16005}"/>
                    </a:ext>
                  </a:extLst>
                </p14:cNvPr>
                <p14:cNvContentPartPr/>
                <p14:nvPr/>
              </p14:nvContentPartPr>
              <p14:xfrm>
                <a:off x="3078805" y="1676128"/>
                <a:ext cx="350280" cy="33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F3E386-BE19-4115-A558-79B8EDB1600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060805" y="1658128"/>
                  <a:ext cx="385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AAAA464-FB30-4CC1-834E-2CD3F2BFA532}"/>
                    </a:ext>
                  </a:extLst>
                </p14:cNvPr>
                <p14:cNvContentPartPr/>
                <p14:nvPr/>
              </p14:nvContentPartPr>
              <p14:xfrm>
                <a:off x="2742925" y="1741288"/>
                <a:ext cx="163800" cy="164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AAAA464-FB30-4CC1-834E-2CD3F2BFA532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724925" y="1723288"/>
                  <a:ext cx="199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63792A9-73E5-40B4-8088-08E39C7E1638}"/>
                    </a:ext>
                  </a:extLst>
                </p14:cNvPr>
                <p14:cNvContentPartPr/>
                <p14:nvPr/>
              </p14:nvContentPartPr>
              <p14:xfrm>
                <a:off x="3841285" y="2106328"/>
                <a:ext cx="147240" cy="1054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63792A9-73E5-40B4-8088-08E39C7E163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823645" y="2088688"/>
                  <a:ext cx="182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53866E7-A2AB-4DBB-BEFF-1DB15642B394}"/>
                    </a:ext>
                  </a:extLst>
                </p14:cNvPr>
                <p14:cNvContentPartPr/>
                <p14:nvPr/>
              </p14:nvContentPartPr>
              <p14:xfrm>
                <a:off x="1527925" y="1975288"/>
                <a:ext cx="314280" cy="576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53866E7-A2AB-4DBB-BEFF-1DB15642B39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509925" y="1957288"/>
                  <a:ext cx="349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1AD9E58-95DA-494C-B7EC-3C41591EB619}"/>
                    </a:ext>
                  </a:extLst>
                </p14:cNvPr>
                <p14:cNvContentPartPr/>
                <p14:nvPr/>
              </p14:nvContentPartPr>
              <p14:xfrm>
                <a:off x="2147125" y="1743088"/>
                <a:ext cx="954360" cy="168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1AD9E58-95DA-494C-B7EC-3C41591EB61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129125" y="1725448"/>
                  <a:ext cx="990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F0BF971-48F8-4FE7-A5DF-BF7ADC13FC1D}"/>
                    </a:ext>
                  </a:extLst>
                </p14:cNvPr>
                <p14:cNvContentPartPr/>
                <p14:nvPr/>
              </p14:nvContentPartPr>
              <p14:xfrm>
                <a:off x="3403165" y="1687288"/>
                <a:ext cx="446400" cy="392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F0BF971-48F8-4FE7-A5DF-BF7ADC13FC1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385165" y="1669648"/>
                  <a:ext cx="482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33392A1-A4E3-423A-8DC3-1946F1A8722C}"/>
                    </a:ext>
                  </a:extLst>
                </p14:cNvPr>
                <p14:cNvContentPartPr/>
                <p14:nvPr/>
              </p14:nvContentPartPr>
              <p14:xfrm>
                <a:off x="4073845" y="1616008"/>
                <a:ext cx="1231560" cy="36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33392A1-A4E3-423A-8DC3-1946F1A8722C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056205" y="1598368"/>
                  <a:ext cx="12672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901D57A-2663-4CE3-BD32-67EDFFBD9A93}"/>
                    </a:ext>
                  </a:extLst>
                </p14:cNvPr>
                <p14:cNvContentPartPr/>
                <p14:nvPr/>
              </p14:nvContentPartPr>
              <p14:xfrm>
                <a:off x="5544085" y="1610968"/>
                <a:ext cx="417960" cy="403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901D57A-2663-4CE3-BD32-67EDFFBD9A9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5526085" y="1592968"/>
                  <a:ext cx="4536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27D7124-64AB-4CA8-AD64-457A2492CCC7}"/>
                    </a:ext>
                  </a:extLst>
                </p14:cNvPr>
                <p14:cNvContentPartPr/>
                <p14:nvPr/>
              </p14:nvContentPartPr>
              <p14:xfrm>
                <a:off x="6318805" y="1615648"/>
                <a:ext cx="1703160" cy="12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27D7124-64AB-4CA8-AD64-457A2492CCC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301165" y="1598008"/>
                  <a:ext cx="1738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707EBAD-1839-4A89-A835-06AA0F17E983}"/>
                    </a:ext>
                  </a:extLst>
                </p14:cNvPr>
                <p14:cNvContentPartPr/>
                <p14:nvPr/>
              </p14:nvContentPartPr>
              <p14:xfrm>
                <a:off x="5143045" y="1738768"/>
                <a:ext cx="377280" cy="8892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707EBAD-1839-4A89-A835-06AA0F17E98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125045" y="1720768"/>
                  <a:ext cx="412920" cy="9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46841CB-99C0-4D46-B72B-81DCFA8F0AAA}"/>
                    </a:ext>
                  </a:extLst>
                </p14:cNvPr>
                <p14:cNvContentPartPr/>
                <p14:nvPr/>
              </p14:nvContentPartPr>
              <p14:xfrm>
                <a:off x="6009565" y="1787728"/>
                <a:ext cx="448200" cy="4370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46841CB-99C0-4D46-B72B-81DCFA8F0AAA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991565" y="1770088"/>
                  <a:ext cx="4838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FEE2EBA-3A96-4E6B-897A-4F87BD9C16F9}"/>
                    </a:ext>
                  </a:extLst>
                </p14:cNvPr>
                <p14:cNvContentPartPr/>
                <p14:nvPr/>
              </p14:nvContentPartPr>
              <p14:xfrm>
                <a:off x="1814845" y="2448328"/>
                <a:ext cx="360" cy="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FEE2EBA-3A96-4E6B-897A-4F87BD9C16F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97205" y="243032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C648559-DD00-4A79-9D64-0764C5443A60}"/>
                    </a:ext>
                  </a:extLst>
                </p14:cNvPr>
                <p14:cNvContentPartPr/>
                <p14:nvPr/>
              </p14:nvContentPartPr>
              <p14:xfrm>
                <a:off x="2857045" y="1760368"/>
                <a:ext cx="360" cy="3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C648559-DD00-4A79-9D64-0764C5443A6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39045" y="174272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4650114-CBB8-48B8-8218-C688C9F7BC2B}"/>
                    </a:ext>
                  </a:extLst>
                </p14:cNvPr>
                <p14:cNvContentPartPr/>
                <p14:nvPr/>
              </p14:nvContentPartPr>
              <p14:xfrm>
                <a:off x="2793325" y="1830208"/>
                <a:ext cx="360" cy="3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4650114-CBB8-48B8-8218-C688C9F7BC2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25" y="181220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8305E472-CA52-437B-B858-3DD463866439}"/>
                  </a:ext>
                </a:extLst>
              </p14:cNvPr>
              <p14:cNvContentPartPr/>
              <p14:nvPr/>
            </p14:nvContentPartPr>
            <p14:xfrm>
              <a:off x="3880885" y="2159608"/>
              <a:ext cx="360" cy="36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8305E472-CA52-437B-B858-3DD46386643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862885" y="214160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A299E050-BEDD-4C9B-A800-E1A45F65D271}"/>
                  </a:ext>
                </a:extLst>
              </p14:cNvPr>
              <p14:cNvContentPartPr/>
              <p14:nvPr/>
            </p14:nvContentPartPr>
            <p14:xfrm>
              <a:off x="4615285" y="3580528"/>
              <a:ext cx="360" cy="36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A299E050-BEDD-4C9B-A800-E1A45F65D27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597645" y="356288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D7BA078A-8DBB-49F8-9FD4-AAFEB1C9F160}"/>
                  </a:ext>
                </a:extLst>
              </p14:cNvPr>
              <p14:cNvContentPartPr/>
              <p14:nvPr/>
            </p14:nvContentPartPr>
            <p14:xfrm>
              <a:off x="5617165" y="5024488"/>
              <a:ext cx="71640" cy="648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D7BA078A-8DBB-49F8-9FD4-AAFEB1C9F160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5599525" y="5006488"/>
                <a:ext cx="1072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C062FE8B-E5C3-4CFC-9435-7E0A336F9AA7}"/>
                  </a:ext>
                </a:extLst>
              </p14:cNvPr>
              <p14:cNvContentPartPr/>
              <p14:nvPr/>
            </p14:nvContentPartPr>
            <p14:xfrm>
              <a:off x="-1784075" y="1968448"/>
              <a:ext cx="360" cy="36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C062FE8B-E5C3-4CFC-9435-7E0A336F9AA7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-1801715" y="195044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1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8B3C2FF5-E54A-4141-8B89-BE90FA2AB6C1}"/>
                  </a:ext>
                </a:extLst>
              </p14:cNvPr>
              <p14:cNvContentPartPr/>
              <p14:nvPr/>
            </p14:nvContentPartPr>
            <p14:xfrm>
              <a:off x="1115005" y="3857368"/>
              <a:ext cx="360" cy="36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8B3C2FF5-E54A-4141-8B89-BE90FA2AB6C1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1097365" y="38393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97168F80-241E-4F37-A0CC-04017DAAF649}"/>
                  </a:ext>
                </a:extLst>
              </p14:cNvPr>
              <p14:cNvContentPartPr/>
              <p14:nvPr/>
            </p14:nvContentPartPr>
            <p14:xfrm>
              <a:off x="1102405" y="3718768"/>
              <a:ext cx="112680" cy="16848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97168F80-241E-4F37-A0CC-04017DAAF649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1084405" y="3701128"/>
                <a:ext cx="1483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B89D89DC-1958-4CBA-963A-FA572139F3D6}"/>
                  </a:ext>
                </a:extLst>
              </p14:cNvPr>
              <p14:cNvContentPartPr/>
              <p14:nvPr/>
            </p14:nvContentPartPr>
            <p14:xfrm>
              <a:off x="1838605" y="2355448"/>
              <a:ext cx="3600" cy="396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B89D89DC-1958-4CBA-963A-FA572139F3D6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1820605" y="2337448"/>
                <a:ext cx="392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489D0611-CE6B-40FF-B57A-808A747F224F}"/>
                  </a:ext>
                </a:extLst>
              </p14:cNvPr>
              <p14:cNvContentPartPr/>
              <p14:nvPr/>
            </p14:nvContentPartPr>
            <p14:xfrm>
              <a:off x="1757245" y="2746768"/>
              <a:ext cx="179280" cy="12564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489D0611-CE6B-40FF-B57A-808A747F224F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1739605" y="2729128"/>
                <a:ext cx="2149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D16D9425-F057-4656-A5FC-5CAB38DF9EC7}"/>
                  </a:ext>
                </a:extLst>
              </p14:cNvPr>
              <p14:cNvContentPartPr/>
              <p14:nvPr/>
            </p14:nvContentPartPr>
            <p14:xfrm>
              <a:off x="2544205" y="969088"/>
              <a:ext cx="420480" cy="64728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D16D9425-F057-4656-A5FC-5CAB38DF9EC7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2526565" y="951448"/>
                <a:ext cx="456120" cy="68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A8F0BA36-C9EB-4AE1-AC4D-6B42493FDE0C}"/>
                  </a:ext>
                </a:extLst>
              </p14:cNvPr>
              <p14:cNvContentPartPr/>
              <p14:nvPr/>
            </p14:nvContentPartPr>
            <p14:xfrm>
              <a:off x="2753725" y="1680088"/>
              <a:ext cx="133200" cy="1677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A8F0BA36-C9EB-4AE1-AC4D-6B42493FDE0C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2735725" y="1662448"/>
                <a:ext cx="1688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EA772472-9CAB-40EF-86E6-304AF4EA663B}"/>
                  </a:ext>
                </a:extLst>
              </p14:cNvPr>
              <p14:cNvContentPartPr/>
              <p14:nvPr/>
            </p14:nvContentPartPr>
            <p14:xfrm>
              <a:off x="2837605" y="2701768"/>
              <a:ext cx="175680" cy="18828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EA772472-9CAB-40EF-86E6-304AF4EA663B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2819965" y="2683768"/>
                <a:ext cx="2113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B1A86293-C3F5-4AED-A649-52B8DC006601}"/>
                  </a:ext>
                </a:extLst>
              </p14:cNvPr>
              <p14:cNvContentPartPr/>
              <p14:nvPr/>
            </p14:nvContentPartPr>
            <p14:xfrm>
              <a:off x="3833725" y="2656048"/>
              <a:ext cx="153000" cy="18252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B1A86293-C3F5-4AED-A649-52B8DC006601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3816085" y="2638408"/>
                <a:ext cx="1886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4F7B7D67-6ECA-4C61-B38D-20AD31164672}"/>
                  </a:ext>
                </a:extLst>
              </p14:cNvPr>
              <p14:cNvContentPartPr/>
              <p14:nvPr/>
            </p14:nvContentPartPr>
            <p14:xfrm>
              <a:off x="4498285" y="3480448"/>
              <a:ext cx="206640" cy="24372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4F7B7D67-6ECA-4C61-B38D-20AD31164672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4480285" y="3462448"/>
                <a:ext cx="2422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EF06A29A-5B4B-41F5-BC4E-B4BE109C1E0B}"/>
                  </a:ext>
                </a:extLst>
              </p14:cNvPr>
              <p14:cNvContentPartPr/>
              <p14:nvPr/>
            </p14:nvContentPartPr>
            <p14:xfrm>
              <a:off x="1826365" y="2701768"/>
              <a:ext cx="2247840" cy="15156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EF06A29A-5B4B-41F5-BC4E-B4BE109C1E0B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1808365" y="2683768"/>
                <a:ext cx="22834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82BB91DC-9A41-4FB3-BCD7-F9135BAC58EC}"/>
                  </a:ext>
                </a:extLst>
              </p14:cNvPr>
              <p14:cNvContentPartPr/>
              <p14:nvPr/>
            </p14:nvContentPartPr>
            <p14:xfrm>
              <a:off x="3752725" y="2719768"/>
              <a:ext cx="913680" cy="86436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82BB91DC-9A41-4FB3-BCD7-F9135BAC58EC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3734725" y="2701768"/>
                <a:ext cx="949320" cy="90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1" name="Group 340">
            <a:extLst>
              <a:ext uri="{FF2B5EF4-FFF2-40B4-BE49-F238E27FC236}">
                <a16:creationId xmlns:a16="http://schemas.microsoft.com/office/drawing/2014/main" id="{5C80C50D-20F5-4649-9EC5-C2774064C3CE}"/>
              </a:ext>
            </a:extLst>
          </p:cNvPr>
          <p:cNvGrpSpPr/>
          <p:nvPr/>
        </p:nvGrpSpPr>
        <p:grpSpPr>
          <a:xfrm>
            <a:off x="5538325" y="3262288"/>
            <a:ext cx="2723760" cy="1595520"/>
            <a:chOff x="5538325" y="3262288"/>
            <a:chExt cx="2723760" cy="159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F20AFE8C-76B9-43C1-91D7-90FB700B8847}"/>
                    </a:ext>
                  </a:extLst>
                </p14:cNvPr>
                <p14:cNvContentPartPr/>
                <p14:nvPr/>
              </p14:nvContentPartPr>
              <p14:xfrm>
                <a:off x="5538325" y="4676368"/>
                <a:ext cx="199080" cy="1814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F20AFE8C-76B9-43C1-91D7-90FB700B884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520685" y="4658368"/>
                  <a:ext cx="234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0525E68-1144-4C1A-A0BB-1A4CC9789874}"/>
                    </a:ext>
                  </a:extLst>
                </p14:cNvPr>
                <p14:cNvContentPartPr/>
                <p14:nvPr/>
              </p14:nvContentPartPr>
              <p14:xfrm>
                <a:off x="8024125" y="3262288"/>
                <a:ext cx="237960" cy="1857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0525E68-1144-4C1A-A0BB-1A4CC9789874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006485" y="3244648"/>
                  <a:ext cx="27360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770A0751-52C7-42A9-8D73-4B0F31245FEC}"/>
                  </a:ext>
                </a:extLst>
              </p14:cNvPr>
              <p14:cNvContentPartPr/>
              <p14:nvPr/>
            </p14:nvContentPartPr>
            <p14:xfrm>
              <a:off x="6466405" y="3482248"/>
              <a:ext cx="505800" cy="243432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770A0751-52C7-42A9-8D73-4B0F31245FEC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6448405" y="3464608"/>
                <a:ext cx="541440" cy="24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B7D18F01-6BDF-4869-8662-5B0B96E50FE5}"/>
                  </a:ext>
                </a:extLst>
              </p14:cNvPr>
              <p14:cNvContentPartPr/>
              <p14:nvPr/>
            </p14:nvContentPartPr>
            <p14:xfrm>
              <a:off x="6709045" y="5734768"/>
              <a:ext cx="298440" cy="14940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B7D18F01-6BDF-4869-8662-5B0B96E50FE5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6691405" y="5716768"/>
                <a:ext cx="3340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0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217E1D8A-9629-4679-B461-1D9D13609118}"/>
                  </a:ext>
                </a:extLst>
              </p14:cNvPr>
              <p14:cNvContentPartPr/>
              <p14:nvPr/>
            </p14:nvContentPartPr>
            <p14:xfrm>
              <a:off x="6777085" y="5682568"/>
              <a:ext cx="177840" cy="20340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217E1D8A-9629-4679-B461-1D9D13609118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6759085" y="5664928"/>
                <a:ext cx="2134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2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656E6772-8427-4961-9A5C-440E903A50F5}"/>
                  </a:ext>
                </a:extLst>
              </p14:cNvPr>
              <p14:cNvContentPartPr/>
              <p14:nvPr/>
            </p14:nvContentPartPr>
            <p14:xfrm>
              <a:off x="-3014195" y="5728288"/>
              <a:ext cx="2454480" cy="81108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656E6772-8427-4961-9A5C-440E903A50F5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-3031835" y="5710288"/>
                <a:ext cx="2490120" cy="84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7BF8024B-037C-41A8-AA3B-2577B3EAD484}"/>
                  </a:ext>
                </a:extLst>
              </p14:cNvPr>
              <p14:cNvContentPartPr/>
              <p14:nvPr/>
            </p14:nvContentPartPr>
            <p14:xfrm>
              <a:off x="7681405" y="4564408"/>
              <a:ext cx="233280" cy="21636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7BF8024B-037C-41A8-AA3B-2577B3EAD484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7663405" y="4546768"/>
                <a:ext cx="2689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BCDA655D-DB01-4AEE-871E-D9F554E1CB1E}"/>
                  </a:ext>
                </a:extLst>
              </p14:cNvPr>
              <p14:cNvContentPartPr/>
              <p14:nvPr/>
            </p14:nvContentPartPr>
            <p14:xfrm>
              <a:off x="7559365" y="3458848"/>
              <a:ext cx="313920" cy="183852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BCDA655D-DB01-4AEE-871E-D9F554E1CB1E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7541725" y="3441208"/>
                <a:ext cx="349560" cy="18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435E763B-BF4C-4A50-906A-84613F4C669F}"/>
                  </a:ext>
                </a:extLst>
              </p14:cNvPr>
              <p14:cNvContentPartPr/>
              <p14:nvPr/>
            </p14:nvContentPartPr>
            <p14:xfrm>
              <a:off x="7796245" y="4654408"/>
              <a:ext cx="71640" cy="7560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435E763B-BF4C-4A50-906A-84613F4C669F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7778245" y="4636768"/>
                <a:ext cx="1072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ECEEE4BA-38CC-4326-BBCB-9FA8C9A15396}"/>
                  </a:ext>
                </a:extLst>
              </p14:cNvPr>
              <p14:cNvContentPartPr/>
              <p14:nvPr/>
            </p14:nvContentPartPr>
            <p14:xfrm>
              <a:off x="4642645" y="3554968"/>
              <a:ext cx="1065600" cy="118980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ECEEE4BA-38CC-4326-BBCB-9FA8C9A15396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4625005" y="3536968"/>
                <a:ext cx="1101240" cy="122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5" name="Group 354">
            <a:extLst>
              <a:ext uri="{FF2B5EF4-FFF2-40B4-BE49-F238E27FC236}">
                <a16:creationId xmlns:a16="http://schemas.microsoft.com/office/drawing/2014/main" id="{C32E06DE-AC73-4F20-AE5A-00F2B48D2E4F}"/>
              </a:ext>
            </a:extLst>
          </p:cNvPr>
          <p:cNvGrpSpPr/>
          <p:nvPr/>
        </p:nvGrpSpPr>
        <p:grpSpPr>
          <a:xfrm>
            <a:off x="5696005" y="3452728"/>
            <a:ext cx="2790360" cy="2422800"/>
            <a:chOff x="5696005" y="3452728"/>
            <a:chExt cx="2790360" cy="242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9ECDB9C-1831-4BC1-948A-51C2258CC174}"/>
                    </a:ext>
                  </a:extLst>
                </p14:cNvPr>
                <p14:cNvContentPartPr/>
                <p14:nvPr/>
              </p14:nvContentPartPr>
              <p14:xfrm>
                <a:off x="6806245" y="5734048"/>
                <a:ext cx="146880" cy="1414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9ECDB9C-1831-4BC1-948A-51C2258CC17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6788245" y="5716048"/>
                  <a:ext cx="182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E4E8960-1726-4084-9DD3-117C6523E61C}"/>
                    </a:ext>
                  </a:extLst>
                </p14:cNvPr>
                <p14:cNvContentPartPr/>
                <p14:nvPr/>
              </p14:nvContentPartPr>
              <p14:xfrm>
                <a:off x="7848805" y="5162368"/>
                <a:ext cx="58680" cy="961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E4E8960-1726-4084-9DD3-117C6523E61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831165" y="5144368"/>
                  <a:ext cx="94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FC6EEA6-3E4C-4100-90E9-AC640C762C9C}"/>
                    </a:ext>
                  </a:extLst>
                </p14:cNvPr>
                <p14:cNvContentPartPr/>
                <p14:nvPr/>
              </p14:nvContentPartPr>
              <p14:xfrm>
                <a:off x="5696005" y="3452728"/>
                <a:ext cx="2790360" cy="23709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FC6EEA6-3E4C-4100-90E9-AC640C762C9C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678365" y="3434728"/>
                  <a:ext cx="2826000" cy="240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E1136E35-B6D5-4A2E-8D21-7B58BDE01568}"/>
                  </a:ext>
                </a:extLst>
              </p14:cNvPr>
              <p14:cNvContentPartPr/>
              <p14:nvPr/>
            </p14:nvContentPartPr>
            <p14:xfrm>
              <a:off x="-3163595" y="694768"/>
              <a:ext cx="645480" cy="45612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E1136E35-B6D5-4A2E-8D21-7B58BDE01568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-3181235" y="676768"/>
                <a:ext cx="6811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AF703786-F724-4BA8-B777-9009D5B35FE0}"/>
                  </a:ext>
                </a:extLst>
              </p14:cNvPr>
              <p14:cNvContentPartPr/>
              <p14:nvPr/>
            </p14:nvContentPartPr>
            <p14:xfrm>
              <a:off x="-2450795" y="596488"/>
              <a:ext cx="870480" cy="54540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AF703786-F724-4BA8-B777-9009D5B35FE0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-2468435" y="578848"/>
                <a:ext cx="906120" cy="5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2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B752AB69-3598-4F57-9C3C-14C5A4AFEBD2}"/>
                  </a:ext>
                </a:extLst>
              </p14:cNvPr>
              <p14:cNvContentPartPr/>
              <p14:nvPr/>
            </p14:nvContentPartPr>
            <p14:xfrm>
              <a:off x="-1275755" y="1909408"/>
              <a:ext cx="310320" cy="31860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B752AB69-3598-4F57-9C3C-14C5A4AFEBD2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-1293755" y="1891408"/>
                <a:ext cx="34596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4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8CBB2711-807A-4B33-9B0E-7FF93065446E}"/>
                  </a:ext>
                </a:extLst>
              </p14:cNvPr>
              <p14:cNvContentPartPr/>
              <p14:nvPr/>
            </p14:nvContentPartPr>
            <p14:xfrm>
              <a:off x="-755195" y="1778008"/>
              <a:ext cx="304560" cy="30564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8CBB2711-807A-4B33-9B0E-7FF93065446E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-772835" y="1760008"/>
                <a:ext cx="34020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E902CFE4-6F65-4CDE-B3B7-AA369CE8D9AB}"/>
                  </a:ext>
                </a:extLst>
              </p14:cNvPr>
              <p14:cNvContentPartPr/>
              <p14:nvPr/>
            </p14:nvContentPartPr>
            <p14:xfrm>
              <a:off x="-1374395" y="1387408"/>
              <a:ext cx="325800" cy="27072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E902CFE4-6F65-4CDE-B3B7-AA369CE8D9AB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-1392395" y="1369768"/>
                <a:ext cx="3614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8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1C79A243-FCEE-4114-B687-34937D094097}"/>
                  </a:ext>
                </a:extLst>
              </p14:cNvPr>
              <p14:cNvContentPartPr/>
              <p14:nvPr/>
            </p14:nvContentPartPr>
            <p14:xfrm>
              <a:off x="-783995" y="1142968"/>
              <a:ext cx="177480" cy="39456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1C79A243-FCEE-4114-B687-34937D094097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-801995" y="1124968"/>
                <a:ext cx="21312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0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845C1DEE-8D4A-46C7-940D-294EDB605E6E}"/>
                  </a:ext>
                </a:extLst>
              </p14:cNvPr>
              <p14:cNvContentPartPr/>
              <p14:nvPr/>
            </p14:nvContentPartPr>
            <p14:xfrm>
              <a:off x="-1489955" y="755968"/>
              <a:ext cx="213480" cy="35784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845C1DEE-8D4A-46C7-940D-294EDB605E6E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-1507595" y="737968"/>
                <a:ext cx="24912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3027D69C-7885-4FC1-810C-57D4306B9E46}"/>
                  </a:ext>
                </a:extLst>
              </p14:cNvPr>
              <p14:cNvContentPartPr/>
              <p14:nvPr/>
            </p14:nvContentPartPr>
            <p14:xfrm>
              <a:off x="-934475" y="690088"/>
              <a:ext cx="378000" cy="27324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3027D69C-7885-4FC1-810C-57D4306B9E46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-952115" y="672088"/>
                <a:ext cx="4136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68BCED9E-C6F6-4838-89E7-C74E46561E10}"/>
                  </a:ext>
                </a:extLst>
              </p14:cNvPr>
              <p14:cNvContentPartPr/>
              <p14:nvPr/>
            </p14:nvContentPartPr>
            <p14:xfrm>
              <a:off x="-1275755" y="56848"/>
              <a:ext cx="175320" cy="42804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68BCED9E-C6F6-4838-89E7-C74E46561E10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-1293755" y="38848"/>
                <a:ext cx="21096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6E7B3101-C72F-44F2-B8EE-9E09CA04C349}"/>
                  </a:ext>
                </a:extLst>
              </p14:cNvPr>
              <p14:cNvContentPartPr/>
              <p14:nvPr/>
            </p14:nvContentPartPr>
            <p14:xfrm>
              <a:off x="-737915" y="33448"/>
              <a:ext cx="70200" cy="45036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6E7B3101-C72F-44F2-B8EE-9E09CA04C349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-755555" y="15448"/>
                <a:ext cx="10584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367863A0-16BF-4B81-AA80-47C904BDEB92}"/>
                  </a:ext>
                </a:extLst>
              </p14:cNvPr>
              <p14:cNvContentPartPr/>
              <p14:nvPr/>
            </p14:nvContentPartPr>
            <p14:xfrm>
              <a:off x="-3685955" y="5961568"/>
              <a:ext cx="422640" cy="28008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367863A0-16BF-4B81-AA80-47C904BDEB92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-3703955" y="5943928"/>
                <a:ext cx="4582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1C1BD6CA-E14F-4077-9AFE-7AAA717FD681}"/>
                  </a:ext>
                </a:extLst>
              </p14:cNvPr>
              <p14:cNvContentPartPr/>
              <p14:nvPr/>
            </p14:nvContentPartPr>
            <p14:xfrm>
              <a:off x="-3096421" y="5889568"/>
              <a:ext cx="398160" cy="39744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1C1BD6CA-E14F-4077-9AFE-7AAA717FD681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-3114421" y="5871568"/>
                <a:ext cx="43380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7CA1DC33-6616-427B-8BA5-006444EE4B79}"/>
                  </a:ext>
                </a:extLst>
              </p14:cNvPr>
              <p14:cNvContentPartPr/>
              <p14:nvPr/>
            </p14:nvContentPartPr>
            <p14:xfrm>
              <a:off x="-3617341" y="5039248"/>
              <a:ext cx="393120" cy="38448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7CA1DC33-6616-427B-8BA5-006444EE4B79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-3635341" y="5021248"/>
                <a:ext cx="42876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E240AA56-D7BE-4E47-8ECF-034469D63D47}"/>
                  </a:ext>
                </a:extLst>
              </p14:cNvPr>
              <p14:cNvContentPartPr/>
              <p14:nvPr/>
            </p14:nvContentPartPr>
            <p14:xfrm>
              <a:off x="-2927221" y="4891288"/>
              <a:ext cx="118080" cy="49464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E240AA56-D7BE-4E47-8ECF-034469D63D47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-2945221" y="4873648"/>
                <a:ext cx="15372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6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2381AFBC-C817-4378-AC9B-37627AFCFB0E}"/>
                  </a:ext>
                </a:extLst>
              </p14:cNvPr>
              <p14:cNvContentPartPr/>
              <p14:nvPr/>
            </p14:nvContentPartPr>
            <p14:xfrm>
              <a:off x="-3638941" y="3932968"/>
              <a:ext cx="178200" cy="58500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2381AFBC-C817-4378-AC9B-37627AFCFB0E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-3656941" y="3914968"/>
                <a:ext cx="213840" cy="6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8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4E274F1D-39E4-4265-A915-2C906EF74D6B}"/>
                  </a:ext>
                </a:extLst>
              </p14:cNvPr>
              <p14:cNvContentPartPr/>
              <p14:nvPr/>
            </p14:nvContentPartPr>
            <p14:xfrm>
              <a:off x="-3152581" y="3938008"/>
              <a:ext cx="232560" cy="29880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4E274F1D-39E4-4265-A915-2C906EF74D6B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-3170581" y="3920368"/>
                <a:ext cx="2682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CA4B92EA-3847-43C4-BFA1-38E2BE111BEE}"/>
                  </a:ext>
                </a:extLst>
              </p14:cNvPr>
              <p14:cNvContentPartPr/>
              <p14:nvPr/>
            </p14:nvContentPartPr>
            <p14:xfrm>
              <a:off x="-3592861" y="3060688"/>
              <a:ext cx="248040" cy="43236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CA4B92EA-3847-43C4-BFA1-38E2BE111BEE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-3610501" y="3042688"/>
                <a:ext cx="28368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2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269C9492-4B42-453C-AB4B-47D45FA53D96}"/>
                  </a:ext>
                </a:extLst>
              </p14:cNvPr>
              <p14:cNvContentPartPr/>
              <p14:nvPr/>
            </p14:nvContentPartPr>
            <p14:xfrm>
              <a:off x="-3216301" y="2950888"/>
              <a:ext cx="121320" cy="49284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269C9492-4B42-453C-AB4B-47D45FA53D96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-3234301" y="2933248"/>
                <a:ext cx="156960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4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DCA9233B-0C4D-40F2-939F-EC4003409424}"/>
                  </a:ext>
                </a:extLst>
              </p14:cNvPr>
              <p14:cNvContentPartPr/>
              <p14:nvPr/>
            </p14:nvContentPartPr>
            <p14:xfrm>
              <a:off x="-3216301" y="34888"/>
              <a:ext cx="617760" cy="40392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DCA9233B-0C4D-40F2-939F-EC4003409424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-3234301" y="16888"/>
                <a:ext cx="65340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50616819-2678-4C17-ABF1-E2A7B449EDF6}"/>
                  </a:ext>
                </a:extLst>
              </p14:cNvPr>
              <p14:cNvContentPartPr/>
              <p14:nvPr/>
            </p14:nvContentPartPr>
            <p14:xfrm>
              <a:off x="-2527981" y="147928"/>
              <a:ext cx="583200" cy="27072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50616819-2678-4C17-ABF1-E2A7B449EDF6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-2545981" y="129928"/>
                <a:ext cx="6188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27162341-E68B-400A-B153-0B13F13B8F1B}"/>
                  </a:ext>
                </a:extLst>
              </p14:cNvPr>
              <p14:cNvContentPartPr/>
              <p14:nvPr/>
            </p14:nvContentPartPr>
            <p14:xfrm>
              <a:off x="-3613021" y="-140432"/>
              <a:ext cx="1747800" cy="173844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27162341-E68B-400A-B153-0B13F13B8F1B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-3631021" y="-158072"/>
                <a:ext cx="1783440" cy="177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0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CD1866BB-CD1B-4259-AC76-40E81587E2C1}"/>
                  </a:ext>
                </a:extLst>
              </p14:cNvPr>
              <p14:cNvContentPartPr/>
              <p14:nvPr/>
            </p14:nvContentPartPr>
            <p14:xfrm>
              <a:off x="-3655861" y="5981368"/>
              <a:ext cx="89640" cy="14544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CD1866BB-CD1B-4259-AC76-40E81587E2C1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-3673861" y="5963368"/>
                <a:ext cx="12528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4" name="Group 383">
            <a:extLst>
              <a:ext uri="{FF2B5EF4-FFF2-40B4-BE49-F238E27FC236}">
                <a16:creationId xmlns:a16="http://schemas.microsoft.com/office/drawing/2014/main" id="{8177E59A-3211-45B1-9A4B-714FAF6047A1}"/>
              </a:ext>
            </a:extLst>
          </p:cNvPr>
          <p:cNvGrpSpPr/>
          <p:nvPr/>
        </p:nvGrpSpPr>
        <p:grpSpPr>
          <a:xfrm>
            <a:off x="2315459" y="2764408"/>
            <a:ext cx="276480" cy="826560"/>
            <a:chOff x="2315459" y="2764408"/>
            <a:chExt cx="276480" cy="82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6EB77B3A-FD35-419E-9DC4-ABE9F11BD197}"/>
                    </a:ext>
                  </a:extLst>
                </p14:cNvPr>
                <p14:cNvContentPartPr/>
                <p14:nvPr/>
              </p14:nvContentPartPr>
              <p14:xfrm>
                <a:off x="2539019" y="2764408"/>
                <a:ext cx="8280" cy="946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6EB77B3A-FD35-419E-9DC4-ABE9F11BD197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521019" y="2746768"/>
                  <a:ext cx="43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28696BD-27B2-445D-8084-3641B71E964B}"/>
                    </a:ext>
                  </a:extLst>
                </p14:cNvPr>
                <p14:cNvContentPartPr/>
                <p14:nvPr/>
              </p14:nvContentPartPr>
              <p14:xfrm>
                <a:off x="2315459" y="2839288"/>
                <a:ext cx="276480" cy="7516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28696BD-27B2-445D-8084-3641B71E964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297819" y="2821648"/>
                  <a:ext cx="312120" cy="78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6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3CB76CCD-B8CB-4CFF-A192-143005CD2BC5}"/>
                  </a:ext>
                </a:extLst>
              </p14:cNvPr>
              <p14:cNvContentPartPr/>
              <p14:nvPr/>
            </p14:nvContentPartPr>
            <p14:xfrm>
              <a:off x="3467099" y="2862688"/>
              <a:ext cx="169560" cy="700560"/>
            </p14:xfrm>
          </p:contentPart>
        </mc:Choice>
        <mc:Fallback xmlns=""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3CB76CCD-B8CB-4CFF-A192-143005CD2BC5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3449459" y="2845048"/>
                <a:ext cx="20520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8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109E772F-7E86-4DFB-9664-98F6D56E8F02}"/>
                  </a:ext>
                </a:extLst>
              </p14:cNvPr>
              <p14:cNvContentPartPr/>
              <p14:nvPr/>
            </p14:nvContentPartPr>
            <p14:xfrm>
              <a:off x="4052459" y="2845408"/>
              <a:ext cx="291240" cy="80532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109E772F-7E86-4DFB-9664-98F6D56E8F02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4034819" y="2827408"/>
                <a:ext cx="326880" cy="84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0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373244DF-C5C3-4608-A6E5-F60B2F6E2680}"/>
                  </a:ext>
                </a:extLst>
              </p14:cNvPr>
              <p14:cNvContentPartPr/>
              <p14:nvPr/>
            </p14:nvContentPartPr>
            <p14:xfrm>
              <a:off x="1347059" y="6236248"/>
              <a:ext cx="2880" cy="360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373244DF-C5C3-4608-A6E5-F60B2F6E2680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1329059" y="6218248"/>
                <a:ext cx="385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1DB9D6CA-FAB7-4586-A4FA-9625F7158AE2}"/>
                  </a:ext>
                </a:extLst>
              </p14:cNvPr>
              <p14:cNvContentPartPr/>
              <p14:nvPr/>
            </p14:nvContentPartPr>
            <p14:xfrm>
              <a:off x="5133539" y="3515008"/>
              <a:ext cx="360" cy="360"/>
            </p14:xfrm>
          </p:contentPart>
        </mc:Choice>
        <mc:Fallback xmlns=""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1DB9D6CA-FAB7-4586-A4FA-9625F7158AE2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5115539" y="3497368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6" name="Group 405">
            <a:extLst>
              <a:ext uri="{FF2B5EF4-FFF2-40B4-BE49-F238E27FC236}">
                <a16:creationId xmlns:a16="http://schemas.microsoft.com/office/drawing/2014/main" id="{81143991-09DE-46BA-8073-D6A4F1321246}"/>
              </a:ext>
            </a:extLst>
          </p:cNvPr>
          <p:cNvGrpSpPr/>
          <p:nvPr/>
        </p:nvGrpSpPr>
        <p:grpSpPr>
          <a:xfrm>
            <a:off x="2436779" y="3762688"/>
            <a:ext cx="493920" cy="306360"/>
            <a:chOff x="2436779" y="3762688"/>
            <a:chExt cx="49392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85288A0A-909C-4C2D-B75F-AA3F945E10CE}"/>
                    </a:ext>
                  </a:extLst>
                </p14:cNvPr>
                <p14:cNvContentPartPr/>
                <p14:nvPr/>
              </p14:nvContentPartPr>
              <p14:xfrm>
                <a:off x="2436779" y="3827128"/>
                <a:ext cx="84600" cy="2419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85288A0A-909C-4C2D-B75F-AA3F945E10CE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2419139" y="3809488"/>
                  <a:ext cx="1202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CFE2B14C-29F1-4D4D-93D2-545B6B3858F8}"/>
                    </a:ext>
                  </a:extLst>
                </p14:cNvPr>
                <p14:cNvContentPartPr/>
                <p14:nvPr/>
              </p14:nvContentPartPr>
              <p14:xfrm>
                <a:off x="2743859" y="3780688"/>
                <a:ext cx="186840" cy="16164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CFE2B14C-29F1-4D4D-93D2-545B6B3858F8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2726219" y="3762688"/>
                  <a:ext cx="222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CF52488-0E72-4C2B-98A6-E759BA10BE64}"/>
                    </a:ext>
                  </a:extLst>
                </p14:cNvPr>
                <p14:cNvContentPartPr/>
                <p14:nvPr/>
              </p14:nvContentPartPr>
              <p14:xfrm>
                <a:off x="2882459" y="4052488"/>
                <a:ext cx="360" cy="3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CF52488-0E72-4C2B-98A6-E759BA10BE6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864819" y="40348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C3FCE7C-3048-4925-9CD9-CA6F49054007}"/>
                    </a:ext>
                  </a:extLst>
                </p14:cNvPr>
                <p14:cNvContentPartPr/>
                <p14:nvPr/>
              </p14:nvContentPartPr>
              <p14:xfrm>
                <a:off x="2788499" y="3762688"/>
                <a:ext cx="95040" cy="2728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C3FCE7C-3048-4925-9CD9-CA6F4905400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2770499" y="3744688"/>
                  <a:ext cx="13068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9D080EA4-04AB-42C1-BEFF-2AA4A0F71561}"/>
              </a:ext>
            </a:extLst>
          </p:cNvPr>
          <p:cNvGrpSpPr/>
          <p:nvPr/>
        </p:nvGrpSpPr>
        <p:grpSpPr>
          <a:xfrm>
            <a:off x="3386459" y="3706168"/>
            <a:ext cx="1054080" cy="358200"/>
            <a:chOff x="3386459" y="3706168"/>
            <a:chExt cx="105408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3970104-3AE0-4976-8EDE-674BF58E7145}"/>
                    </a:ext>
                  </a:extLst>
                </p14:cNvPr>
                <p14:cNvContentPartPr/>
                <p14:nvPr/>
              </p14:nvContentPartPr>
              <p14:xfrm>
                <a:off x="3386459" y="3805888"/>
                <a:ext cx="64800" cy="1652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3970104-3AE0-4976-8EDE-674BF58E714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368459" y="3788248"/>
                  <a:ext cx="100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9B42D24-E130-4925-A8BB-2203A6762291}"/>
                    </a:ext>
                  </a:extLst>
                </p14:cNvPr>
                <p14:cNvContentPartPr/>
                <p14:nvPr/>
              </p14:nvContentPartPr>
              <p14:xfrm>
                <a:off x="3559619" y="3746488"/>
                <a:ext cx="140040" cy="2224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9B42D24-E130-4925-A8BB-2203A6762291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541619" y="3728488"/>
                  <a:ext cx="1756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781B9FB-9C98-4A96-B8DA-3996718DD4FB}"/>
                    </a:ext>
                  </a:extLst>
                </p14:cNvPr>
                <p14:cNvContentPartPr/>
                <p14:nvPr/>
              </p14:nvContentPartPr>
              <p14:xfrm>
                <a:off x="4022219" y="3775288"/>
                <a:ext cx="74160" cy="2664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781B9FB-9C98-4A96-B8DA-3996718DD4FB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004579" y="3757288"/>
                  <a:ext cx="1098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99C0E25-5B94-4550-95E8-1B93EFC32BA0}"/>
                    </a:ext>
                  </a:extLst>
                </p14:cNvPr>
                <p14:cNvContentPartPr/>
                <p14:nvPr/>
              </p14:nvContentPartPr>
              <p14:xfrm>
                <a:off x="4352339" y="3728848"/>
                <a:ext cx="88200" cy="1929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99C0E25-5B94-4550-95E8-1B93EFC32BA0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334699" y="3711208"/>
                  <a:ext cx="123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B24C779A-1A79-40DE-82C9-76D4B2B402B9}"/>
                    </a:ext>
                  </a:extLst>
                </p14:cNvPr>
                <p14:cNvContentPartPr/>
                <p14:nvPr/>
              </p14:nvContentPartPr>
              <p14:xfrm>
                <a:off x="3599939" y="3741088"/>
                <a:ext cx="139680" cy="2163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B24C779A-1A79-40DE-82C9-76D4B2B402B9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3582299" y="3723088"/>
                  <a:ext cx="175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03B4B1D5-5876-4CC6-A06F-FBD29F40E67B}"/>
                    </a:ext>
                  </a:extLst>
                </p14:cNvPr>
                <p14:cNvContentPartPr/>
                <p14:nvPr/>
              </p14:nvContentPartPr>
              <p14:xfrm>
                <a:off x="4248659" y="3706168"/>
                <a:ext cx="145080" cy="3582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03B4B1D5-5876-4CC6-A06F-FBD29F40E67B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230659" y="3688528"/>
                  <a:ext cx="180720" cy="39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031AD014-30D2-47BD-956F-174A7C748957}"/>
              </a:ext>
            </a:extLst>
          </p:cNvPr>
          <p:cNvGrpSpPr/>
          <p:nvPr/>
        </p:nvGrpSpPr>
        <p:grpSpPr>
          <a:xfrm>
            <a:off x="5000339" y="3544528"/>
            <a:ext cx="319320" cy="618480"/>
            <a:chOff x="5000339" y="3544528"/>
            <a:chExt cx="319320" cy="6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548DCB83-4330-4DA6-833B-BD08706E6ED2}"/>
                    </a:ext>
                  </a:extLst>
                </p14:cNvPr>
                <p14:cNvContentPartPr/>
                <p14:nvPr/>
              </p14:nvContentPartPr>
              <p14:xfrm>
                <a:off x="5122019" y="3544528"/>
                <a:ext cx="17640" cy="1274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548DCB83-4330-4DA6-833B-BD08706E6ED2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5104379" y="3526528"/>
                  <a:ext cx="53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6A881C9-5BC8-4B0B-A248-E2C1040716CF}"/>
                    </a:ext>
                  </a:extLst>
                </p14:cNvPr>
                <p14:cNvContentPartPr/>
                <p14:nvPr/>
              </p14:nvContentPartPr>
              <p14:xfrm>
                <a:off x="5156939" y="3781048"/>
                <a:ext cx="162720" cy="2142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6A881C9-5BC8-4B0B-A248-E2C1040716CF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139299" y="3763408"/>
                  <a:ext cx="1983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FA194619-4EEE-43C9-81AB-5242DC0FD58C}"/>
                    </a:ext>
                  </a:extLst>
                </p14:cNvPr>
                <p14:cNvContentPartPr/>
                <p14:nvPr/>
              </p14:nvContentPartPr>
              <p14:xfrm>
                <a:off x="5000339" y="3898048"/>
                <a:ext cx="67320" cy="2649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FA194619-4EEE-43C9-81AB-5242DC0FD58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982339" y="3880048"/>
                  <a:ext cx="1029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0CEFB72F-A243-4B2E-8B16-ABA366995FA1}"/>
              </a:ext>
            </a:extLst>
          </p:cNvPr>
          <p:cNvGrpSpPr/>
          <p:nvPr/>
        </p:nvGrpSpPr>
        <p:grpSpPr>
          <a:xfrm>
            <a:off x="1096645" y="2829208"/>
            <a:ext cx="904680" cy="1364400"/>
            <a:chOff x="1096645" y="2829208"/>
            <a:chExt cx="904680" cy="13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41ED1A74-A245-4047-8CBA-1BFCBA4C074A}"/>
                    </a:ext>
                  </a:extLst>
                </p14:cNvPr>
                <p14:cNvContentPartPr/>
                <p14:nvPr/>
              </p14:nvContentPartPr>
              <p14:xfrm>
                <a:off x="1096645" y="3660448"/>
                <a:ext cx="824760" cy="2322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41ED1A74-A245-4047-8CBA-1BFCBA4C074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79005" y="3642448"/>
                  <a:ext cx="860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9AE9CF7-4238-4C9C-99A3-6559FC889EC7}"/>
                    </a:ext>
                  </a:extLst>
                </p14:cNvPr>
                <p14:cNvContentPartPr/>
                <p14:nvPr/>
              </p14:nvContentPartPr>
              <p14:xfrm>
                <a:off x="1825645" y="2829208"/>
                <a:ext cx="175680" cy="9378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9AE9CF7-4238-4C9C-99A3-6559FC889EC7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807645" y="2811208"/>
                  <a:ext cx="211320" cy="9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B5F47B5-782F-4BA8-8CFA-F0742D8865BE}"/>
                    </a:ext>
                  </a:extLst>
                </p14:cNvPr>
                <p14:cNvContentPartPr/>
                <p14:nvPr/>
              </p14:nvContentPartPr>
              <p14:xfrm>
                <a:off x="1133579" y="3652888"/>
                <a:ext cx="722880" cy="1918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B5F47B5-782F-4BA8-8CFA-F0742D8865BE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15579" y="3635248"/>
                  <a:ext cx="758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19965B3-5B2A-4C94-A8BA-3A8E337610EF}"/>
                    </a:ext>
                  </a:extLst>
                </p14:cNvPr>
                <p14:cNvContentPartPr/>
                <p14:nvPr/>
              </p14:nvContentPartPr>
              <p14:xfrm>
                <a:off x="1557299" y="3746488"/>
                <a:ext cx="360" cy="3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19965B3-5B2A-4C94-A8BA-3A8E337610E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539659" y="372848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8E56D7B-5C17-452C-8DE5-3BF62818AB7B}"/>
                    </a:ext>
                  </a:extLst>
                </p14:cNvPr>
                <p14:cNvContentPartPr/>
                <p14:nvPr/>
              </p14:nvContentPartPr>
              <p14:xfrm>
                <a:off x="1525979" y="3954568"/>
                <a:ext cx="190440" cy="1270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8E56D7B-5C17-452C-8DE5-3BF62818AB7B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508339" y="3936568"/>
                  <a:ext cx="226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43E46D79-ECC7-4ACA-8210-917A23451488}"/>
                    </a:ext>
                  </a:extLst>
                </p14:cNvPr>
                <p14:cNvContentPartPr/>
                <p14:nvPr/>
              </p14:nvContentPartPr>
              <p14:xfrm>
                <a:off x="1673579" y="3848008"/>
                <a:ext cx="171000" cy="1076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43E46D79-ECC7-4ACA-8210-917A23451488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1655579" y="3830368"/>
                  <a:ext cx="2066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83B9C95C-7C92-45C9-9C1B-CCAD7C2CE804}"/>
                    </a:ext>
                  </a:extLst>
                </p14:cNvPr>
                <p14:cNvContentPartPr/>
                <p14:nvPr/>
              </p14:nvContentPartPr>
              <p14:xfrm>
                <a:off x="1534619" y="3921088"/>
                <a:ext cx="87120" cy="2725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83B9C95C-7C92-45C9-9C1B-CCAD7C2CE804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516979" y="3903448"/>
                  <a:ext cx="122760" cy="30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1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4A9F386E-70B8-4E9E-9273-BA94B8AE2BA8}"/>
                  </a:ext>
                </a:extLst>
              </p14:cNvPr>
              <p14:cNvContentPartPr/>
              <p14:nvPr/>
            </p14:nvContentPartPr>
            <p14:xfrm>
              <a:off x="6306059" y="4797688"/>
              <a:ext cx="2880" cy="36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4A9F386E-70B8-4E9E-9273-BA94B8AE2BA8}"/>
                  </a:ext>
                </a:extLst>
              </p:cNvPr>
              <p:cNvPicPr/>
              <p:nvPr/>
            </p:nvPicPr>
            <p:blipFill>
              <a:blip r:embed="rId642"/>
              <a:stretch>
                <a:fillRect/>
              </a:stretch>
            </p:blipFill>
            <p:spPr>
              <a:xfrm>
                <a:off x="6288059" y="4780048"/>
                <a:ext cx="385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6" name="Group 415">
            <a:extLst>
              <a:ext uri="{FF2B5EF4-FFF2-40B4-BE49-F238E27FC236}">
                <a16:creationId xmlns:a16="http://schemas.microsoft.com/office/drawing/2014/main" id="{6AA92219-F7BC-4ED6-A69E-3E3232BC3306}"/>
              </a:ext>
            </a:extLst>
          </p:cNvPr>
          <p:cNvGrpSpPr/>
          <p:nvPr/>
        </p:nvGrpSpPr>
        <p:grpSpPr>
          <a:xfrm>
            <a:off x="5853179" y="3613288"/>
            <a:ext cx="364320" cy="374760"/>
            <a:chOff x="5853179" y="3613288"/>
            <a:chExt cx="3643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137F538-8EBC-4165-BE84-7258B4C91055}"/>
                    </a:ext>
                  </a:extLst>
                </p14:cNvPr>
                <p14:cNvContentPartPr/>
                <p14:nvPr/>
              </p14:nvContentPartPr>
              <p14:xfrm>
                <a:off x="5853179" y="3684928"/>
                <a:ext cx="194400" cy="2412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137F538-8EBC-4165-BE84-7258B4C91055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5835179" y="3666928"/>
                  <a:ext cx="2300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1C43A5B9-4E34-4681-9EBB-B65830C0DD6C}"/>
                    </a:ext>
                  </a:extLst>
                </p14:cNvPr>
                <p14:cNvContentPartPr/>
                <p14:nvPr/>
              </p14:nvContentPartPr>
              <p14:xfrm>
                <a:off x="6169259" y="3613288"/>
                <a:ext cx="48240" cy="37476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1C43A5B9-4E34-4681-9EBB-B65830C0DD6C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6151619" y="3595648"/>
                  <a:ext cx="83880" cy="41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7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290FB660-F7A8-4C5F-B6B6-549EFD5A6EB0}"/>
                  </a:ext>
                </a:extLst>
              </p14:cNvPr>
              <p14:cNvContentPartPr/>
              <p14:nvPr/>
            </p14:nvContentPartPr>
            <p14:xfrm>
              <a:off x="7303259" y="5658808"/>
              <a:ext cx="360" cy="36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290FB660-F7A8-4C5F-B6B6-549EFD5A6EB0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7285619" y="5640808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0" name="Group 419">
            <a:extLst>
              <a:ext uri="{FF2B5EF4-FFF2-40B4-BE49-F238E27FC236}">
                <a16:creationId xmlns:a16="http://schemas.microsoft.com/office/drawing/2014/main" id="{D7A146A4-867A-45F7-9D20-3ECA8BD47DB7}"/>
              </a:ext>
            </a:extLst>
          </p:cNvPr>
          <p:cNvGrpSpPr/>
          <p:nvPr/>
        </p:nvGrpSpPr>
        <p:grpSpPr>
          <a:xfrm>
            <a:off x="6747779" y="3585208"/>
            <a:ext cx="563040" cy="271800"/>
            <a:chOff x="6747779" y="3585208"/>
            <a:chExt cx="56304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86217DE0-1F65-4CA8-9408-76BDF5B59DBF}"/>
                    </a:ext>
                  </a:extLst>
                </p14:cNvPr>
                <p14:cNvContentPartPr/>
                <p14:nvPr/>
              </p14:nvContentPartPr>
              <p14:xfrm>
                <a:off x="6747779" y="3684208"/>
                <a:ext cx="198360" cy="1728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86217DE0-1F65-4CA8-9408-76BDF5B59DBF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729779" y="3666568"/>
                  <a:ext cx="234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D0900C7-5FA6-45B0-B44F-81E0793C735E}"/>
                    </a:ext>
                  </a:extLst>
                </p14:cNvPr>
                <p14:cNvContentPartPr/>
                <p14:nvPr/>
              </p14:nvContentPartPr>
              <p14:xfrm>
                <a:off x="7158539" y="3585208"/>
                <a:ext cx="152280" cy="2062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D0900C7-5FA6-45B0-B44F-81E0793C735E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7140899" y="3567208"/>
                  <a:ext cx="18792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43663EFA-921F-43C4-8AE6-EE3A2E71F45C}"/>
              </a:ext>
            </a:extLst>
          </p:cNvPr>
          <p:cNvGrpSpPr/>
          <p:nvPr/>
        </p:nvGrpSpPr>
        <p:grpSpPr>
          <a:xfrm>
            <a:off x="7692779" y="2897608"/>
            <a:ext cx="436320" cy="399600"/>
            <a:chOff x="7692779" y="2897608"/>
            <a:chExt cx="43632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A828711C-FD5E-4659-AF0A-2D7C6F40D5BF}"/>
                    </a:ext>
                  </a:extLst>
                </p14:cNvPr>
                <p14:cNvContentPartPr/>
                <p14:nvPr/>
              </p14:nvContentPartPr>
              <p14:xfrm>
                <a:off x="7692779" y="3064288"/>
                <a:ext cx="203400" cy="2329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A828711C-FD5E-4659-AF0A-2D7C6F40D5BF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7675139" y="3046648"/>
                  <a:ext cx="239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A2C2E3DE-4417-4DF8-A8AC-16BA264A3DBC}"/>
                    </a:ext>
                  </a:extLst>
                </p14:cNvPr>
                <p14:cNvContentPartPr/>
                <p14:nvPr/>
              </p14:nvContentPartPr>
              <p14:xfrm>
                <a:off x="7917059" y="2897608"/>
                <a:ext cx="212040" cy="2948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A2C2E3DE-4417-4DF8-A8AC-16BA264A3DBC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899419" y="2879608"/>
                  <a:ext cx="247680" cy="33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6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5C892968-9E90-4D81-914A-FF2A7964C450}"/>
                  </a:ext>
                </a:extLst>
              </p14:cNvPr>
              <p14:cNvContentPartPr/>
              <p14:nvPr/>
            </p14:nvContentPartPr>
            <p14:xfrm>
              <a:off x="-3609421" y="2055928"/>
              <a:ext cx="606960" cy="47592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5C892968-9E90-4D81-914A-FF2A7964C450}"/>
                  </a:ext>
                </a:extLst>
              </p:cNvPr>
              <p:cNvPicPr/>
              <p:nvPr/>
            </p:nvPicPr>
            <p:blipFill>
              <a:blip r:embed="rId657"/>
              <a:stretch>
                <a:fillRect/>
              </a:stretch>
            </p:blipFill>
            <p:spPr>
              <a:xfrm>
                <a:off x="-3627421" y="2037928"/>
                <a:ext cx="642600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8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DA016653-4E6A-4A5A-A9B5-F3D143ACD849}"/>
                  </a:ext>
                </a:extLst>
              </p14:cNvPr>
              <p14:cNvContentPartPr/>
              <p14:nvPr/>
            </p14:nvContentPartPr>
            <p14:xfrm>
              <a:off x="-3042781" y="1797808"/>
              <a:ext cx="430920" cy="16992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DA016653-4E6A-4A5A-A9B5-F3D143ACD849}"/>
                  </a:ext>
                </a:extLst>
              </p:cNvPr>
              <p:cNvPicPr/>
              <p:nvPr/>
            </p:nvPicPr>
            <p:blipFill>
              <a:blip r:embed="rId659"/>
              <a:stretch>
                <a:fillRect/>
              </a:stretch>
            </p:blipFill>
            <p:spPr>
              <a:xfrm>
                <a:off x="-3060421" y="1780168"/>
                <a:ext cx="4665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0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AD44D73C-B5B2-45B5-AD60-49EF026BE051}"/>
                  </a:ext>
                </a:extLst>
              </p14:cNvPr>
              <p14:cNvContentPartPr/>
              <p14:nvPr/>
            </p14:nvContentPartPr>
            <p14:xfrm>
              <a:off x="-2041621" y="1435648"/>
              <a:ext cx="118440" cy="32436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AD44D73C-B5B2-45B5-AD60-49EF026BE051}"/>
                  </a:ext>
                </a:extLst>
              </p:cNvPr>
              <p:cNvPicPr/>
              <p:nvPr/>
            </p:nvPicPr>
            <p:blipFill>
              <a:blip r:embed="rId661"/>
              <a:stretch>
                <a:fillRect/>
              </a:stretch>
            </p:blipFill>
            <p:spPr>
              <a:xfrm>
                <a:off x="-2059261" y="1418008"/>
                <a:ext cx="1540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2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37004DFE-0E39-4B8E-ACA9-C5B54C27B7E8}"/>
                  </a:ext>
                </a:extLst>
              </p14:cNvPr>
              <p14:cNvContentPartPr/>
              <p14:nvPr/>
            </p14:nvContentPartPr>
            <p14:xfrm>
              <a:off x="-2458141" y="1661008"/>
              <a:ext cx="326520" cy="8712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37004DFE-0E39-4B8E-ACA9-C5B54C27B7E8}"/>
                  </a:ext>
                </a:extLst>
              </p:cNvPr>
              <p:cNvPicPr/>
              <p:nvPr/>
            </p:nvPicPr>
            <p:blipFill>
              <a:blip r:embed="rId663"/>
              <a:stretch>
                <a:fillRect/>
              </a:stretch>
            </p:blipFill>
            <p:spPr>
              <a:xfrm>
                <a:off x="-2476141" y="1643368"/>
                <a:ext cx="36216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4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DC445771-E896-40F4-BD3A-853AECED00B8}"/>
                  </a:ext>
                </a:extLst>
              </p14:cNvPr>
              <p14:cNvContentPartPr/>
              <p14:nvPr/>
            </p14:nvContentPartPr>
            <p14:xfrm>
              <a:off x="-3993541" y="1307488"/>
              <a:ext cx="2373840" cy="150804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DC445771-E896-40F4-BD3A-853AECED00B8}"/>
                  </a:ext>
                </a:extLst>
              </p:cNvPr>
              <p:cNvPicPr/>
              <p:nvPr/>
            </p:nvPicPr>
            <p:blipFill>
              <a:blip r:embed="rId665"/>
              <a:stretch>
                <a:fillRect/>
              </a:stretch>
            </p:blipFill>
            <p:spPr>
              <a:xfrm>
                <a:off x="-4011181" y="1289848"/>
                <a:ext cx="2409480" cy="15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02208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A17B461-AE9A-4C98-AA59-772A95031181}"/>
              </a:ext>
            </a:extLst>
          </p:cNvPr>
          <p:cNvGrpSpPr/>
          <p:nvPr/>
        </p:nvGrpSpPr>
        <p:grpSpPr>
          <a:xfrm>
            <a:off x="299965" y="156762"/>
            <a:ext cx="8886600" cy="5291280"/>
            <a:chOff x="299965" y="156762"/>
            <a:chExt cx="8886600" cy="529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D84FA62-5EC8-4F00-8D5A-4A116DA77152}"/>
                    </a:ext>
                  </a:extLst>
                </p14:cNvPr>
                <p14:cNvContentPartPr/>
                <p14:nvPr/>
              </p14:nvContentPartPr>
              <p14:xfrm>
                <a:off x="578965" y="462762"/>
                <a:ext cx="77040" cy="351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D84FA62-5EC8-4F00-8D5A-4A116DA7715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0965" y="445122"/>
                  <a:ext cx="1126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CF5E3C7-5559-4D06-96E4-B99B2E4F3077}"/>
                    </a:ext>
                  </a:extLst>
                </p14:cNvPr>
                <p14:cNvContentPartPr/>
                <p14:nvPr/>
              </p14:nvContentPartPr>
              <p14:xfrm>
                <a:off x="401845" y="428202"/>
                <a:ext cx="451440" cy="546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CF5E3C7-5559-4D06-96E4-B99B2E4F30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4205" y="410202"/>
                  <a:ext cx="48708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9C57D5-318D-4D67-B952-E2DDBD0FEDA5}"/>
                    </a:ext>
                  </a:extLst>
                </p14:cNvPr>
                <p14:cNvContentPartPr/>
                <p14:nvPr/>
              </p14:nvContentPartPr>
              <p14:xfrm>
                <a:off x="2188525" y="901962"/>
                <a:ext cx="137880" cy="32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9C57D5-318D-4D67-B952-E2DDBD0FED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70525" y="883962"/>
                  <a:ext cx="173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F10B58-382C-4D3A-B5EE-4B70B7053AE4}"/>
                    </a:ext>
                  </a:extLst>
                </p14:cNvPr>
                <p14:cNvContentPartPr/>
                <p14:nvPr/>
              </p14:nvContentPartPr>
              <p14:xfrm>
                <a:off x="1058845" y="531522"/>
                <a:ext cx="397440" cy="291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F10B58-382C-4D3A-B5EE-4B70B7053A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1205" y="513522"/>
                  <a:ext cx="433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AAC259-BD95-407F-92A0-33FD12CF2205}"/>
                    </a:ext>
                  </a:extLst>
                </p14:cNvPr>
                <p14:cNvContentPartPr/>
                <p14:nvPr/>
              </p14:nvContentPartPr>
              <p14:xfrm>
                <a:off x="1637725" y="504522"/>
                <a:ext cx="128520" cy="167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AAC259-BD95-407F-92A0-33FD12CF22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19725" y="486522"/>
                  <a:ext cx="164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1D92AF-9BE0-4C11-AF9B-FF1F0D25A7E8}"/>
                    </a:ext>
                  </a:extLst>
                </p14:cNvPr>
                <p14:cNvContentPartPr/>
                <p14:nvPr/>
              </p14:nvContentPartPr>
              <p14:xfrm>
                <a:off x="2256925" y="432882"/>
                <a:ext cx="303120" cy="149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1D92AF-9BE0-4C11-AF9B-FF1F0D25A7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38925" y="414882"/>
                  <a:ext cx="338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167003-4AC5-4E0F-9F80-BF8E12634172}"/>
                    </a:ext>
                  </a:extLst>
                </p14:cNvPr>
                <p14:cNvContentPartPr/>
                <p14:nvPr/>
              </p14:nvContentPartPr>
              <p14:xfrm>
                <a:off x="2673445" y="168642"/>
                <a:ext cx="209160" cy="52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167003-4AC5-4E0F-9F80-BF8E126341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55805" y="151002"/>
                  <a:ext cx="2448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223A2AD-0453-4FCC-A891-1FC93BA2F9DF}"/>
                    </a:ext>
                  </a:extLst>
                </p14:cNvPr>
                <p14:cNvContentPartPr/>
                <p14:nvPr/>
              </p14:nvContentPartPr>
              <p14:xfrm>
                <a:off x="1898005" y="503442"/>
                <a:ext cx="328680" cy="147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23A2AD-0453-4FCC-A891-1FC93BA2F9D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80005" y="485802"/>
                  <a:ext cx="3643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D093AEF-DAA8-4552-89C1-2C2474B86E90}"/>
                    </a:ext>
                  </a:extLst>
                </p14:cNvPr>
                <p14:cNvContentPartPr/>
                <p14:nvPr/>
              </p14:nvContentPartPr>
              <p14:xfrm>
                <a:off x="2991685" y="601722"/>
                <a:ext cx="40320" cy="86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D093AEF-DAA8-4552-89C1-2C2474B86E9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73685" y="584082"/>
                  <a:ext cx="75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B0AC5E-B07D-4893-81FA-76D94F94D6BE}"/>
                    </a:ext>
                  </a:extLst>
                </p14:cNvPr>
                <p14:cNvContentPartPr/>
                <p14:nvPr/>
              </p14:nvContentPartPr>
              <p14:xfrm>
                <a:off x="2876125" y="422802"/>
                <a:ext cx="3600" cy="3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B0AC5E-B07D-4893-81FA-76D94F94D6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58485" y="404802"/>
                  <a:ext cx="39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9D5AF95-A872-479A-A211-EB2B15B6E1AF}"/>
                    </a:ext>
                  </a:extLst>
                </p14:cNvPr>
                <p14:cNvContentPartPr/>
                <p14:nvPr/>
              </p14:nvContentPartPr>
              <p14:xfrm>
                <a:off x="3427285" y="313002"/>
                <a:ext cx="448920" cy="719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9D5AF95-A872-479A-A211-EB2B15B6E1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09285" y="295362"/>
                  <a:ext cx="48456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F979C92-EB4D-4531-9A38-8EF3411C9257}"/>
                    </a:ext>
                  </a:extLst>
                </p14:cNvPr>
                <p14:cNvContentPartPr/>
                <p14:nvPr/>
              </p14:nvContentPartPr>
              <p14:xfrm>
                <a:off x="3018685" y="402642"/>
                <a:ext cx="367200" cy="303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F979C92-EB4D-4531-9A38-8EF3411C92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00685" y="385002"/>
                  <a:ext cx="402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12EBE5E-7817-494A-A528-8C08DE666B81}"/>
                    </a:ext>
                  </a:extLst>
                </p14:cNvPr>
                <p14:cNvContentPartPr/>
                <p14:nvPr/>
              </p14:nvContentPartPr>
              <p14:xfrm>
                <a:off x="546925" y="1202562"/>
                <a:ext cx="312120" cy="377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12EBE5E-7817-494A-A528-8C08DE666B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9285" y="1184922"/>
                  <a:ext cx="347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3C2401-460C-4065-ABB8-2D4DA53A8994}"/>
                    </a:ext>
                  </a:extLst>
                </p14:cNvPr>
                <p14:cNvContentPartPr/>
                <p14:nvPr/>
              </p14:nvContentPartPr>
              <p14:xfrm>
                <a:off x="1040845" y="1179162"/>
                <a:ext cx="227880" cy="276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3C2401-460C-4065-ABB8-2D4DA53A89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3205" y="1161522"/>
                  <a:ext cx="263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B0D577-599D-48E5-9E84-0DA1DCA80C03}"/>
                    </a:ext>
                  </a:extLst>
                </p14:cNvPr>
                <p14:cNvContentPartPr/>
                <p14:nvPr/>
              </p14:nvContentPartPr>
              <p14:xfrm>
                <a:off x="1423525" y="1242882"/>
                <a:ext cx="487800" cy="19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B0D577-599D-48E5-9E84-0DA1DCA80C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05885" y="1224882"/>
                  <a:ext cx="523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4E9CD42-8AF5-4C26-AB15-C96E962686B2}"/>
                    </a:ext>
                  </a:extLst>
                </p14:cNvPr>
                <p14:cNvContentPartPr/>
                <p14:nvPr/>
              </p14:nvContentPartPr>
              <p14:xfrm>
                <a:off x="2418565" y="1000242"/>
                <a:ext cx="412560" cy="48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4E9CD42-8AF5-4C26-AB15-C96E962686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00565" y="982242"/>
                  <a:ext cx="4482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24157B-8683-4A30-8EBD-6793D1A5D13C}"/>
                    </a:ext>
                  </a:extLst>
                </p14:cNvPr>
                <p14:cNvContentPartPr/>
                <p14:nvPr/>
              </p14:nvContentPartPr>
              <p14:xfrm>
                <a:off x="2094565" y="1103562"/>
                <a:ext cx="269640" cy="517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24157B-8683-4A30-8EBD-6793D1A5D1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76565" y="1085922"/>
                  <a:ext cx="30528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3EA748C-2912-44D4-A81B-728B43CA70F1}"/>
                    </a:ext>
                  </a:extLst>
                </p14:cNvPr>
                <p14:cNvContentPartPr/>
                <p14:nvPr/>
              </p14:nvContentPartPr>
              <p14:xfrm>
                <a:off x="3046045" y="1081242"/>
                <a:ext cx="178920" cy="394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3EA748C-2912-44D4-A81B-728B43CA70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28045" y="1063242"/>
                  <a:ext cx="2145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716B9D7-B349-4B4B-8296-9D3ED756169C}"/>
                    </a:ext>
                  </a:extLst>
                </p14:cNvPr>
                <p14:cNvContentPartPr/>
                <p14:nvPr/>
              </p14:nvContentPartPr>
              <p14:xfrm>
                <a:off x="4504405" y="544482"/>
                <a:ext cx="238680" cy="22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716B9D7-B349-4B4B-8296-9D3ED756169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86405" y="526842"/>
                  <a:ext cx="2743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406740-2859-48BB-B851-F4BCFB0D1D72}"/>
                    </a:ext>
                  </a:extLst>
                </p14:cNvPr>
                <p14:cNvContentPartPr/>
                <p14:nvPr/>
              </p14:nvContentPartPr>
              <p14:xfrm>
                <a:off x="4962685" y="301122"/>
                <a:ext cx="136080" cy="486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406740-2859-48BB-B851-F4BCFB0D1D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44685" y="283122"/>
                  <a:ext cx="17172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C09CE29-D10A-4AB4-BFBF-B62F9FF5BD2F}"/>
                    </a:ext>
                  </a:extLst>
                </p14:cNvPr>
                <p14:cNvContentPartPr/>
                <p14:nvPr/>
              </p14:nvContentPartPr>
              <p14:xfrm>
                <a:off x="4929925" y="635922"/>
                <a:ext cx="108000" cy="3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C09CE29-D10A-4AB4-BFBF-B62F9FF5BD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11925" y="618282"/>
                  <a:ext cx="143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F1EEAC-F049-4424-B32B-D67B4A90CF88}"/>
                    </a:ext>
                  </a:extLst>
                </p14:cNvPr>
                <p14:cNvContentPartPr/>
                <p14:nvPr/>
              </p14:nvContentPartPr>
              <p14:xfrm>
                <a:off x="5363725" y="295002"/>
                <a:ext cx="122040" cy="524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F1EEAC-F049-4424-B32B-D67B4A90CF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6085" y="277362"/>
                  <a:ext cx="15768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485B30-B858-47BB-A955-2673A865D23D}"/>
                    </a:ext>
                  </a:extLst>
                </p14:cNvPr>
                <p14:cNvContentPartPr/>
                <p14:nvPr/>
              </p14:nvContentPartPr>
              <p14:xfrm>
                <a:off x="5207485" y="603162"/>
                <a:ext cx="315000" cy="10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485B30-B858-47BB-A955-2673A865D23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89845" y="585522"/>
                  <a:ext cx="350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D12318-F1AE-463B-8C66-F2455504551A}"/>
                    </a:ext>
                  </a:extLst>
                </p14:cNvPr>
                <p14:cNvContentPartPr/>
                <p14:nvPr/>
              </p14:nvContentPartPr>
              <p14:xfrm>
                <a:off x="6411325" y="260802"/>
                <a:ext cx="328680" cy="423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D12318-F1AE-463B-8C66-F2455504551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93685" y="243162"/>
                  <a:ext cx="3643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E9FDEB-0FFD-4D3A-A789-72EC3E929C12}"/>
                    </a:ext>
                  </a:extLst>
                </p14:cNvPr>
                <p14:cNvContentPartPr/>
                <p14:nvPr/>
              </p14:nvContentPartPr>
              <p14:xfrm>
                <a:off x="6359485" y="458442"/>
                <a:ext cx="366120" cy="115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E9FDEB-0FFD-4D3A-A789-72EC3E929C1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41845" y="440442"/>
                  <a:ext cx="401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3BD536-7F23-44D9-ABC8-E1D7C8CE57EA}"/>
                    </a:ext>
                  </a:extLst>
                </p14:cNvPr>
                <p14:cNvContentPartPr/>
                <p14:nvPr/>
              </p14:nvContentPartPr>
              <p14:xfrm>
                <a:off x="6718045" y="156762"/>
                <a:ext cx="976680" cy="37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3BD536-7F23-44D9-ABC8-E1D7C8CE57E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00045" y="138762"/>
                  <a:ext cx="10123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937B5D9-4842-4AAF-9D97-AAE21EE228F9}"/>
                    </a:ext>
                  </a:extLst>
                </p14:cNvPr>
                <p14:cNvContentPartPr/>
                <p14:nvPr/>
              </p14:nvContentPartPr>
              <p14:xfrm>
                <a:off x="4183645" y="1058202"/>
                <a:ext cx="400320" cy="470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937B5D9-4842-4AAF-9D97-AAE21EE228F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66005" y="1040562"/>
                  <a:ext cx="43596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33D9BE-7AF7-499C-BF2A-9620007A1862}"/>
                    </a:ext>
                  </a:extLst>
                </p14:cNvPr>
                <p14:cNvContentPartPr/>
                <p14:nvPr/>
              </p14:nvContentPartPr>
              <p14:xfrm>
                <a:off x="4589005" y="1230282"/>
                <a:ext cx="246240" cy="176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33D9BE-7AF7-499C-BF2A-9620007A186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71365" y="1212642"/>
                  <a:ext cx="281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07CA9C-392D-4522-9D1B-EF16FA432DAE}"/>
                    </a:ext>
                  </a:extLst>
                </p14:cNvPr>
                <p14:cNvContentPartPr/>
                <p14:nvPr/>
              </p14:nvContentPartPr>
              <p14:xfrm>
                <a:off x="4038925" y="1148202"/>
                <a:ext cx="708480" cy="210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07CA9C-392D-4522-9D1B-EF16FA432D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20925" y="1130202"/>
                  <a:ext cx="744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B2A94B3-6551-4E67-8A7A-329D5E769847}"/>
                    </a:ext>
                  </a:extLst>
                </p14:cNvPr>
                <p14:cNvContentPartPr/>
                <p14:nvPr/>
              </p14:nvContentPartPr>
              <p14:xfrm>
                <a:off x="5416285" y="1168002"/>
                <a:ext cx="329040" cy="164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B2A94B3-6551-4E67-8A7A-329D5E7698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98645" y="1150002"/>
                  <a:ext cx="364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86DFCD7-49A8-4515-8D30-44E4C902C298}"/>
                    </a:ext>
                  </a:extLst>
                </p14:cNvPr>
                <p14:cNvContentPartPr/>
                <p14:nvPr/>
              </p14:nvContentPartPr>
              <p14:xfrm>
                <a:off x="5936845" y="1025802"/>
                <a:ext cx="260640" cy="284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86DFCD7-49A8-4515-8D30-44E4C902C2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19205" y="1008162"/>
                  <a:ext cx="2962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F364D9-EABB-4641-8C04-FEAC930F1FEC}"/>
                    </a:ext>
                  </a:extLst>
                </p14:cNvPr>
                <p14:cNvContentPartPr/>
                <p14:nvPr/>
              </p14:nvContentPartPr>
              <p14:xfrm>
                <a:off x="6466045" y="966402"/>
                <a:ext cx="375480" cy="197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F364D9-EABB-4641-8C04-FEAC930F1FE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48045" y="948762"/>
                  <a:ext cx="4111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EB8FF45-7CA1-4857-9D78-A86643A8A92C}"/>
                    </a:ext>
                  </a:extLst>
                </p14:cNvPr>
                <p14:cNvContentPartPr/>
                <p14:nvPr/>
              </p14:nvContentPartPr>
              <p14:xfrm>
                <a:off x="7085245" y="885762"/>
                <a:ext cx="216720" cy="266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EB8FF45-7CA1-4857-9D78-A86643A8A9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67245" y="867762"/>
                  <a:ext cx="2523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8CBDFD3-BDD1-49EC-A800-540583E4747E}"/>
                    </a:ext>
                  </a:extLst>
                </p14:cNvPr>
                <p14:cNvContentPartPr/>
                <p14:nvPr/>
              </p14:nvContentPartPr>
              <p14:xfrm>
                <a:off x="7421125" y="862002"/>
                <a:ext cx="90360" cy="301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8CBDFD3-BDD1-49EC-A800-540583E4747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03485" y="844002"/>
                  <a:ext cx="1260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B110E0-05E4-4EA6-AE10-6479A5FF88B2}"/>
                    </a:ext>
                  </a:extLst>
                </p14:cNvPr>
                <p14:cNvContentPartPr/>
                <p14:nvPr/>
              </p14:nvContentPartPr>
              <p14:xfrm>
                <a:off x="7586005" y="676602"/>
                <a:ext cx="423720" cy="534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B110E0-05E4-4EA6-AE10-6479A5FF88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68365" y="658962"/>
                  <a:ext cx="45936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BC48608-73D2-4CD0-AB55-763A8E848D62}"/>
                    </a:ext>
                  </a:extLst>
                </p14:cNvPr>
                <p14:cNvContentPartPr/>
                <p14:nvPr/>
              </p14:nvContentPartPr>
              <p14:xfrm>
                <a:off x="7390165" y="740322"/>
                <a:ext cx="514080" cy="225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BC48608-73D2-4CD0-AB55-763A8E848D6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2525" y="722322"/>
                  <a:ext cx="5497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1AAC3BD-DA12-4455-9122-C98409CE095B}"/>
                    </a:ext>
                  </a:extLst>
                </p14:cNvPr>
                <p14:cNvContentPartPr/>
                <p14:nvPr/>
              </p14:nvContentPartPr>
              <p14:xfrm>
                <a:off x="685885" y="1822482"/>
                <a:ext cx="436680" cy="656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1AAC3BD-DA12-4455-9122-C98409CE095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7885" y="1804482"/>
                  <a:ext cx="47232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99BA0E4-ECC9-4ED6-AC84-842A59270A73}"/>
                    </a:ext>
                  </a:extLst>
                </p14:cNvPr>
                <p14:cNvContentPartPr/>
                <p14:nvPr/>
              </p14:nvContentPartPr>
              <p14:xfrm>
                <a:off x="1214725" y="2013282"/>
                <a:ext cx="406080" cy="193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99BA0E4-ECC9-4ED6-AC84-842A59270A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7085" y="1995282"/>
                  <a:ext cx="441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FF6AA0E-0CD5-4BF4-826B-FD0FFAFF88E2}"/>
                    </a:ext>
                  </a:extLst>
                </p14:cNvPr>
                <p14:cNvContentPartPr/>
                <p14:nvPr/>
              </p14:nvContentPartPr>
              <p14:xfrm>
                <a:off x="1747525" y="1942002"/>
                <a:ext cx="380520" cy="191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FF6AA0E-0CD5-4BF4-826B-FD0FFAFF88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29885" y="1924002"/>
                  <a:ext cx="416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9A0C7F4-A970-418D-9BEF-0966859A0D73}"/>
                    </a:ext>
                  </a:extLst>
                </p14:cNvPr>
                <p14:cNvContentPartPr/>
                <p14:nvPr/>
              </p14:nvContentPartPr>
              <p14:xfrm>
                <a:off x="2164405" y="1658682"/>
                <a:ext cx="376560" cy="502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9A0C7F4-A970-418D-9BEF-0966859A0D7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46405" y="1640682"/>
                  <a:ext cx="4122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416B370-34E6-45A5-A5A6-F89310AF5A5E}"/>
                    </a:ext>
                  </a:extLst>
                </p14:cNvPr>
                <p14:cNvContentPartPr/>
                <p14:nvPr/>
              </p14:nvContentPartPr>
              <p14:xfrm>
                <a:off x="2256925" y="1898082"/>
                <a:ext cx="222120" cy="66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416B370-34E6-45A5-A5A6-F89310AF5A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38925" y="1880442"/>
                  <a:ext cx="257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18FA8D1-093A-4DEC-815B-44A72E0A0DAF}"/>
                    </a:ext>
                  </a:extLst>
                </p14:cNvPr>
                <p14:cNvContentPartPr/>
                <p14:nvPr/>
              </p14:nvContentPartPr>
              <p14:xfrm>
                <a:off x="2783605" y="1935882"/>
                <a:ext cx="77400" cy="135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18FA8D1-093A-4DEC-815B-44A72E0A0D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65605" y="1918242"/>
                  <a:ext cx="113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8292F82-589E-44B3-972E-D852C98E6F1E}"/>
                    </a:ext>
                  </a:extLst>
                </p14:cNvPr>
                <p14:cNvContentPartPr/>
                <p14:nvPr/>
              </p14:nvContentPartPr>
              <p14:xfrm>
                <a:off x="2678845" y="1739322"/>
                <a:ext cx="648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8292F82-589E-44B3-972E-D852C98E6F1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61205" y="1721682"/>
                  <a:ext cx="42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80BEB1-6EB4-4DCD-859D-713456D26E9B}"/>
                    </a:ext>
                  </a:extLst>
                </p14:cNvPr>
                <p14:cNvContentPartPr/>
                <p14:nvPr/>
              </p14:nvContentPartPr>
              <p14:xfrm>
                <a:off x="3032365" y="1730322"/>
                <a:ext cx="585360" cy="318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80BEB1-6EB4-4DCD-859D-713456D26E9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14725" y="1712682"/>
                  <a:ext cx="6210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14F574D-C0A8-472D-960A-84CF5552FBAA}"/>
                    </a:ext>
                  </a:extLst>
                </p14:cNvPr>
                <p14:cNvContentPartPr/>
                <p14:nvPr/>
              </p14:nvContentPartPr>
              <p14:xfrm>
                <a:off x="3107605" y="1745082"/>
                <a:ext cx="639720" cy="360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14F574D-C0A8-472D-960A-84CF5552FB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89965" y="1727442"/>
                  <a:ext cx="6753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60BE7D1-32A5-4B7F-BCBC-8D18062E720D}"/>
                    </a:ext>
                  </a:extLst>
                </p14:cNvPr>
                <p14:cNvContentPartPr/>
                <p14:nvPr/>
              </p14:nvContentPartPr>
              <p14:xfrm>
                <a:off x="3928765" y="1543122"/>
                <a:ext cx="263160" cy="503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60BE7D1-32A5-4B7F-BCBC-8D18062E72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11125" y="1525122"/>
                  <a:ext cx="29880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4FD625-ED91-44AB-AA93-F8C41134F58B}"/>
                    </a:ext>
                  </a:extLst>
                </p14:cNvPr>
                <p14:cNvContentPartPr/>
                <p14:nvPr/>
              </p14:nvContentPartPr>
              <p14:xfrm>
                <a:off x="5098405" y="1537722"/>
                <a:ext cx="447840" cy="592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4FD625-ED91-44AB-AA93-F8C41134F58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80405" y="1519722"/>
                  <a:ext cx="48348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EB92BB9-3D00-4E5D-BBD0-CEAD6A7F2F2D}"/>
                    </a:ext>
                  </a:extLst>
                </p14:cNvPr>
                <p14:cNvContentPartPr/>
                <p14:nvPr/>
              </p14:nvContentPartPr>
              <p14:xfrm>
                <a:off x="5584045" y="1742922"/>
                <a:ext cx="857160" cy="31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EB92BB9-3D00-4E5D-BBD0-CEAD6A7F2F2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66405" y="1725282"/>
                  <a:ext cx="8928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7FCFD3-EA02-4452-A995-221066FFDC54}"/>
                    </a:ext>
                  </a:extLst>
                </p14:cNvPr>
                <p14:cNvContentPartPr/>
                <p14:nvPr/>
              </p14:nvContentPartPr>
              <p14:xfrm>
                <a:off x="6516085" y="1705482"/>
                <a:ext cx="352440" cy="345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7FCFD3-EA02-4452-A995-221066FFDC5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98085" y="1687482"/>
                  <a:ext cx="388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9B705E5-F79E-44CE-A306-4A3D39820E5A}"/>
                    </a:ext>
                  </a:extLst>
                </p14:cNvPr>
                <p14:cNvContentPartPr/>
                <p14:nvPr/>
              </p14:nvContentPartPr>
              <p14:xfrm>
                <a:off x="6909205" y="1450602"/>
                <a:ext cx="333000" cy="56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9B705E5-F79E-44CE-A306-4A3D39820E5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91205" y="1432962"/>
                  <a:ext cx="36864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C1C012A-E0A7-475C-AC3A-95264F7F983C}"/>
                    </a:ext>
                  </a:extLst>
                </p14:cNvPr>
                <p14:cNvContentPartPr/>
                <p14:nvPr/>
              </p14:nvContentPartPr>
              <p14:xfrm>
                <a:off x="7798045" y="1670562"/>
                <a:ext cx="2520" cy="3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C1C012A-E0A7-475C-AC3A-95264F7F983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80405" y="1652922"/>
                  <a:ext cx="38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CE2E43-E921-4E00-9733-BA3C6F49AE7C}"/>
                    </a:ext>
                  </a:extLst>
                </p14:cNvPr>
                <p14:cNvContentPartPr/>
                <p14:nvPr/>
              </p14:nvContentPartPr>
              <p14:xfrm>
                <a:off x="7452085" y="1491642"/>
                <a:ext cx="163440" cy="455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CE2E43-E921-4E00-9733-BA3C6F49AE7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34445" y="1473642"/>
                  <a:ext cx="19908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9EB04D-FB8D-4BE6-9706-51FB71E43B97}"/>
                    </a:ext>
                  </a:extLst>
                </p14:cNvPr>
                <p14:cNvContentPartPr/>
                <p14:nvPr/>
              </p14:nvContentPartPr>
              <p14:xfrm>
                <a:off x="299965" y="3060882"/>
                <a:ext cx="780480" cy="205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9EB04D-FB8D-4BE6-9706-51FB71E43B9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2325" y="3043242"/>
                  <a:ext cx="8161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8671A5C-8B07-4D8F-9BB5-D54D4A519C64}"/>
                    </a:ext>
                  </a:extLst>
                </p14:cNvPr>
                <p14:cNvContentPartPr/>
                <p14:nvPr/>
              </p14:nvContentPartPr>
              <p14:xfrm>
                <a:off x="879565" y="2860362"/>
                <a:ext cx="385200" cy="601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8671A5C-8B07-4D8F-9BB5-D54D4A519C6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1565" y="2842362"/>
                  <a:ext cx="42084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65A0BA-A171-4F2A-9354-696E57107AB7}"/>
                    </a:ext>
                  </a:extLst>
                </p14:cNvPr>
                <p14:cNvContentPartPr/>
                <p14:nvPr/>
              </p14:nvContentPartPr>
              <p14:xfrm>
                <a:off x="1556365" y="3022002"/>
                <a:ext cx="492840" cy="355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65A0BA-A171-4F2A-9354-696E57107AB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38725" y="3004362"/>
                  <a:ext cx="5284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9793048-92C0-4A88-B467-B8AF0D0A2EFB}"/>
                    </a:ext>
                  </a:extLst>
                </p14:cNvPr>
                <p14:cNvContentPartPr/>
                <p14:nvPr/>
              </p14:nvContentPartPr>
              <p14:xfrm>
                <a:off x="2233525" y="2905722"/>
                <a:ext cx="490680" cy="296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9793048-92C0-4A88-B467-B8AF0D0A2E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15525" y="2887722"/>
                  <a:ext cx="5263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AA2054-172E-471C-B971-2A236C291A55}"/>
                    </a:ext>
                  </a:extLst>
                </p14:cNvPr>
                <p14:cNvContentPartPr/>
                <p14:nvPr/>
              </p14:nvContentPartPr>
              <p14:xfrm>
                <a:off x="3136405" y="2860362"/>
                <a:ext cx="420120" cy="262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AA2054-172E-471C-B971-2A236C291A5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18765" y="2842362"/>
                  <a:ext cx="4557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8F956ED-C07E-41C4-B940-132F644617CF}"/>
                    </a:ext>
                  </a:extLst>
                </p14:cNvPr>
                <p14:cNvContentPartPr/>
                <p14:nvPr/>
              </p14:nvContentPartPr>
              <p14:xfrm>
                <a:off x="3749845" y="2816442"/>
                <a:ext cx="677520" cy="272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8F956ED-C07E-41C4-B940-132F644617C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31845" y="2798802"/>
                  <a:ext cx="7131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C7B8672-E026-4C33-8DFC-B1346BF16F87}"/>
                    </a:ext>
                  </a:extLst>
                </p14:cNvPr>
                <p14:cNvContentPartPr/>
                <p14:nvPr/>
              </p14:nvContentPartPr>
              <p14:xfrm>
                <a:off x="4565605" y="2456082"/>
                <a:ext cx="332640" cy="559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C7B8672-E026-4C33-8DFC-B1346BF16F8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47605" y="2438082"/>
                  <a:ext cx="36828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AB37AA-8910-4EB0-987E-09C094F225C4}"/>
                    </a:ext>
                  </a:extLst>
                </p14:cNvPr>
                <p14:cNvContentPartPr/>
                <p14:nvPr/>
              </p14:nvContentPartPr>
              <p14:xfrm>
                <a:off x="5537605" y="2329002"/>
                <a:ext cx="412200" cy="593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AB37AA-8910-4EB0-987E-09C094F225C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19965" y="2311002"/>
                  <a:ext cx="44784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3322471-1F85-4799-A705-4FBDF6A71439}"/>
                    </a:ext>
                  </a:extLst>
                </p14:cNvPr>
                <p14:cNvContentPartPr/>
                <p14:nvPr/>
              </p14:nvContentPartPr>
              <p14:xfrm>
                <a:off x="5392885" y="2595402"/>
                <a:ext cx="769680" cy="201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3322471-1F85-4799-A705-4FBDF6A714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74885" y="2577762"/>
                  <a:ext cx="805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E67F980-E1A1-4D81-A821-7E61071BA8DC}"/>
                    </a:ext>
                  </a:extLst>
                </p14:cNvPr>
                <p14:cNvContentPartPr/>
                <p14:nvPr/>
              </p14:nvContentPartPr>
              <p14:xfrm>
                <a:off x="6735685" y="2406042"/>
                <a:ext cx="212040" cy="489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E67F980-E1A1-4D81-A821-7E61071BA8D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18045" y="2388402"/>
                  <a:ext cx="24768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20C48CF-2CF0-49E3-8AAC-ACCF674663C8}"/>
                    </a:ext>
                  </a:extLst>
                </p14:cNvPr>
                <p14:cNvContentPartPr/>
                <p14:nvPr/>
              </p14:nvContentPartPr>
              <p14:xfrm>
                <a:off x="7255885" y="2612322"/>
                <a:ext cx="352800" cy="287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20C48CF-2CF0-49E3-8AAC-ACCF674663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38245" y="2594682"/>
                  <a:ext cx="3884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8AA1F6B-EE0F-48BB-AFD2-DBB49CD8518F}"/>
                    </a:ext>
                  </a:extLst>
                </p14:cNvPr>
                <p14:cNvContentPartPr/>
                <p14:nvPr/>
              </p14:nvContentPartPr>
              <p14:xfrm>
                <a:off x="7745125" y="2464722"/>
                <a:ext cx="216720" cy="529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8AA1F6B-EE0F-48BB-AFD2-DBB49CD8518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27485" y="2446722"/>
                  <a:ext cx="25236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2AC43D1-5CA2-458C-B32C-DA41D3F8D9B5}"/>
                    </a:ext>
                  </a:extLst>
                </p14:cNvPr>
                <p14:cNvContentPartPr/>
                <p14:nvPr/>
              </p14:nvContentPartPr>
              <p14:xfrm>
                <a:off x="7568725" y="2753082"/>
                <a:ext cx="413280" cy="84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2AC43D1-5CA2-458C-B32C-DA41D3F8D9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50725" y="2735082"/>
                  <a:ext cx="448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2DA7DF2-B549-40A4-B643-D136D7AB0B41}"/>
                    </a:ext>
                  </a:extLst>
                </p14:cNvPr>
                <p14:cNvContentPartPr/>
                <p14:nvPr/>
              </p14:nvContentPartPr>
              <p14:xfrm>
                <a:off x="8176405" y="2865762"/>
                <a:ext cx="151920" cy="192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2DA7DF2-B549-40A4-B643-D136D7AB0B4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58765" y="2847762"/>
                  <a:ext cx="187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D127976-CFE4-455F-AF43-370FC3223883}"/>
                    </a:ext>
                  </a:extLst>
                </p14:cNvPr>
                <p14:cNvContentPartPr/>
                <p14:nvPr/>
              </p14:nvContentPartPr>
              <p14:xfrm>
                <a:off x="8118805" y="2663802"/>
                <a:ext cx="4680" cy="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D127976-CFE4-455F-AF43-370FC32238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01165" y="2646162"/>
                  <a:ext cx="4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FDDC41D-29B7-4F3F-A2FB-189C8A33F527}"/>
                    </a:ext>
                  </a:extLst>
                </p14:cNvPr>
                <p14:cNvContentPartPr/>
                <p14:nvPr/>
              </p14:nvContentPartPr>
              <p14:xfrm>
                <a:off x="8430925" y="2698722"/>
                <a:ext cx="755640" cy="409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FDDC41D-29B7-4F3F-A2FB-189C8A33F52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12925" y="2680722"/>
                  <a:ext cx="7912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8F3C534-DA18-4B29-849A-CF7F1746C26D}"/>
                    </a:ext>
                  </a:extLst>
                </p14:cNvPr>
                <p14:cNvContentPartPr/>
                <p14:nvPr/>
              </p14:nvContentPartPr>
              <p14:xfrm>
                <a:off x="6677725" y="2718882"/>
                <a:ext cx="240120" cy="54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8F3C534-DA18-4B29-849A-CF7F1746C26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59725" y="2701242"/>
                  <a:ext cx="275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6ACA731-30A8-49AB-A788-7AECD450884E}"/>
                    </a:ext>
                  </a:extLst>
                </p14:cNvPr>
                <p14:cNvContentPartPr/>
                <p14:nvPr/>
              </p14:nvContentPartPr>
              <p14:xfrm>
                <a:off x="474925" y="3892482"/>
                <a:ext cx="415800" cy="414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6ACA731-30A8-49AB-A788-7AECD450884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6925" y="3874842"/>
                  <a:ext cx="45144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C3B054-47B7-4396-945E-62012660BE08}"/>
                    </a:ext>
                  </a:extLst>
                </p14:cNvPr>
                <p14:cNvContentPartPr/>
                <p14:nvPr/>
              </p14:nvContentPartPr>
              <p14:xfrm>
                <a:off x="1059205" y="3744162"/>
                <a:ext cx="300240" cy="313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C3B054-47B7-4396-945E-62012660BE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1565" y="3726162"/>
                  <a:ext cx="335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0B2D1A3-19E8-45E0-9912-541CE73ECC6E}"/>
                    </a:ext>
                  </a:extLst>
                </p14:cNvPr>
                <p14:cNvContentPartPr/>
                <p14:nvPr/>
              </p14:nvContentPartPr>
              <p14:xfrm>
                <a:off x="1897645" y="3844242"/>
                <a:ext cx="300960" cy="175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0B2D1A3-19E8-45E0-9912-541CE73ECC6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79645" y="3826602"/>
                  <a:ext cx="336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8A6F6D6-A6EE-4FF4-8FE8-E210058DAB4C}"/>
                    </a:ext>
                  </a:extLst>
                </p14:cNvPr>
                <p14:cNvContentPartPr/>
                <p14:nvPr/>
              </p14:nvContentPartPr>
              <p14:xfrm>
                <a:off x="2550325" y="3493962"/>
                <a:ext cx="313920" cy="717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8A6F6D6-A6EE-4FF4-8FE8-E210058DAB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32685" y="3476322"/>
                  <a:ext cx="34956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AD98BA5-A570-4C72-8C15-15B39FFB9C7B}"/>
                    </a:ext>
                  </a:extLst>
                </p14:cNvPr>
                <p14:cNvContentPartPr/>
                <p14:nvPr/>
              </p14:nvContentPartPr>
              <p14:xfrm>
                <a:off x="2493805" y="3938922"/>
                <a:ext cx="412560" cy="117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AD98BA5-A570-4C72-8C15-15B39FFB9C7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75805" y="3921282"/>
                  <a:ext cx="4482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530ED62-534A-48D2-8C1B-75DDF10E643D}"/>
                    </a:ext>
                  </a:extLst>
                </p14:cNvPr>
                <p14:cNvContentPartPr/>
                <p14:nvPr/>
              </p14:nvContentPartPr>
              <p14:xfrm>
                <a:off x="3977365" y="3556602"/>
                <a:ext cx="457920" cy="834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530ED62-534A-48D2-8C1B-75DDF10E643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59365" y="3538602"/>
                  <a:ext cx="493560" cy="86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CEE8D86-00FF-4E21-B4C3-4EB1AE69D005}"/>
                    </a:ext>
                  </a:extLst>
                </p14:cNvPr>
                <p14:cNvContentPartPr/>
                <p14:nvPr/>
              </p14:nvContentPartPr>
              <p14:xfrm>
                <a:off x="4600525" y="3697362"/>
                <a:ext cx="430920" cy="207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CEE8D86-00FF-4E21-B4C3-4EB1AE69D0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82525" y="3679722"/>
                  <a:ext cx="466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B9F1AA9-18EC-4672-ADDC-8FB5CE304863}"/>
                    </a:ext>
                  </a:extLst>
                </p14:cNvPr>
                <p14:cNvContentPartPr/>
                <p14:nvPr/>
              </p14:nvContentPartPr>
              <p14:xfrm>
                <a:off x="5121085" y="3669282"/>
                <a:ext cx="365400" cy="167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B9F1AA9-18EC-4672-ADDC-8FB5CE30486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03445" y="3651282"/>
                  <a:ext cx="401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48336C1-1EAB-434B-96E4-1582764CB265}"/>
                    </a:ext>
                  </a:extLst>
                </p14:cNvPr>
                <p14:cNvContentPartPr/>
                <p14:nvPr/>
              </p14:nvContentPartPr>
              <p14:xfrm>
                <a:off x="5531845" y="3310722"/>
                <a:ext cx="510840" cy="570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48336C1-1EAB-434B-96E4-1582764CB26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13845" y="3293082"/>
                  <a:ext cx="54648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E7E78F2-9616-460E-B620-997275284DA2}"/>
                    </a:ext>
                  </a:extLst>
                </p14:cNvPr>
                <p14:cNvContentPartPr/>
                <p14:nvPr/>
              </p14:nvContentPartPr>
              <p14:xfrm>
                <a:off x="5590165" y="3587202"/>
                <a:ext cx="368640" cy="110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E7E78F2-9616-460E-B620-997275284DA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72165" y="3569202"/>
                  <a:ext cx="404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B5FE954-200D-4B47-8E65-5FE1742ADEEA}"/>
                    </a:ext>
                  </a:extLst>
                </p14:cNvPr>
                <p14:cNvContentPartPr/>
                <p14:nvPr/>
              </p14:nvContentPartPr>
              <p14:xfrm>
                <a:off x="6278485" y="3663162"/>
                <a:ext cx="106560" cy="154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B5FE954-200D-4B47-8E65-5FE1742ADEE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60485" y="3645162"/>
                  <a:ext cx="142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8F788F2-AA37-434D-AEA7-AD90B689ED51}"/>
                    </a:ext>
                  </a:extLst>
                </p14:cNvPr>
                <p14:cNvContentPartPr/>
                <p14:nvPr/>
              </p14:nvContentPartPr>
              <p14:xfrm>
                <a:off x="6157165" y="3439602"/>
                <a:ext cx="19080" cy="10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8F788F2-AA37-434D-AEA7-AD90B689ED5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139165" y="3421962"/>
                  <a:ext cx="5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EE52515-F30D-4973-A077-7B60FEBF09D2}"/>
                    </a:ext>
                  </a:extLst>
                </p14:cNvPr>
                <p14:cNvContentPartPr/>
                <p14:nvPr/>
              </p14:nvContentPartPr>
              <p14:xfrm>
                <a:off x="6579085" y="3393882"/>
                <a:ext cx="615960" cy="4287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EE52515-F30D-4973-A077-7B60FEBF09D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61085" y="3375882"/>
                  <a:ext cx="6516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FBE6AB7-E938-4135-8729-CA5A7352026E}"/>
                    </a:ext>
                  </a:extLst>
                </p14:cNvPr>
                <p14:cNvContentPartPr/>
                <p14:nvPr/>
              </p14:nvContentPartPr>
              <p14:xfrm>
                <a:off x="6585205" y="3416202"/>
                <a:ext cx="739440" cy="407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FBE6AB7-E938-4135-8729-CA5A735202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67205" y="3398202"/>
                  <a:ext cx="7750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6A6FEAE-6AA5-49CD-87B4-B64037E4AE77}"/>
                    </a:ext>
                  </a:extLst>
                </p14:cNvPr>
                <p14:cNvContentPartPr/>
                <p14:nvPr/>
              </p14:nvContentPartPr>
              <p14:xfrm>
                <a:off x="7482325" y="3223962"/>
                <a:ext cx="245520" cy="585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6A6FEAE-6AA5-49CD-87B4-B64037E4AE7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464325" y="3206322"/>
                  <a:ext cx="2811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35A5C2B-32DD-4F3E-B2CB-F8F74EDB0F9C}"/>
                    </a:ext>
                  </a:extLst>
                </p14:cNvPr>
                <p14:cNvContentPartPr/>
                <p14:nvPr/>
              </p14:nvContentPartPr>
              <p14:xfrm>
                <a:off x="1874965" y="4713282"/>
                <a:ext cx="705600" cy="402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35A5C2B-32DD-4F3E-B2CB-F8F74EDB0F9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57325" y="4695282"/>
                  <a:ext cx="7412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363F97C-68FE-48D3-BB99-CF9DD5762D89}"/>
                    </a:ext>
                  </a:extLst>
                </p14:cNvPr>
                <p14:cNvContentPartPr/>
                <p14:nvPr/>
              </p14:nvContentPartPr>
              <p14:xfrm>
                <a:off x="2609725" y="4696722"/>
                <a:ext cx="783000" cy="432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363F97C-68FE-48D3-BB99-CF9DD5762D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92085" y="4678722"/>
                  <a:ext cx="81864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83DAE9B-2210-40C7-9066-BC695141E6FA}"/>
                    </a:ext>
                  </a:extLst>
                </p14:cNvPr>
                <p14:cNvContentPartPr/>
                <p14:nvPr/>
              </p14:nvContentPartPr>
              <p14:xfrm>
                <a:off x="1874965" y="4338882"/>
                <a:ext cx="921960" cy="1109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83DAE9B-2210-40C7-9066-BC695141E6F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857325" y="4320882"/>
                  <a:ext cx="957600" cy="11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2D500F1-3090-40AB-B60C-19B67743C326}"/>
                    </a:ext>
                  </a:extLst>
                </p14:cNvPr>
                <p14:cNvContentPartPr/>
                <p14:nvPr/>
              </p14:nvContentPartPr>
              <p14:xfrm>
                <a:off x="3691885" y="4803642"/>
                <a:ext cx="372960" cy="394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2D500F1-3090-40AB-B60C-19B67743C32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74245" y="4786002"/>
                  <a:ext cx="4086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868C8E-072F-44A3-9BD6-2C96F44115E7}"/>
                    </a:ext>
                  </a:extLst>
                </p14:cNvPr>
                <p14:cNvContentPartPr/>
                <p14:nvPr/>
              </p14:nvContentPartPr>
              <p14:xfrm>
                <a:off x="4085005" y="4541562"/>
                <a:ext cx="252360" cy="590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868C8E-072F-44A3-9BD6-2C96F44115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67365" y="4523562"/>
                  <a:ext cx="28800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47F496D-8AF0-45E3-A99D-26DF9E11346B}"/>
                    </a:ext>
                  </a:extLst>
                </p14:cNvPr>
                <p14:cNvContentPartPr/>
                <p14:nvPr/>
              </p14:nvContentPartPr>
              <p14:xfrm>
                <a:off x="4993645" y="4737402"/>
                <a:ext cx="36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47F496D-8AF0-45E3-A99D-26DF9E11346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75645" y="47194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B8CCCD0-1F51-4BA6-BAE6-9DA8AA1857BE}"/>
                    </a:ext>
                  </a:extLst>
                </p14:cNvPr>
                <p14:cNvContentPartPr/>
                <p14:nvPr/>
              </p14:nvContentPartPr>
              <p14:xfrm>
                <a:off x="4590085" y="4622202"/>
                <a:ext cx="171360" cy="455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B8CCCD0-1F51-4BA6-BAE6-9DA8AA1857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72085" y="4604562"/>
                  <a:ext cx="207000" cy="49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A5BE993-9D37-473B-9203-35942BB43642}"/>
                  </a:ext>
                </a:extLst>
              </p14:cNvPr>
              <p14:cNvContentPartPr/>
              <p14:nvPr/>
            </p14:nvContentPartPr>
            <p14:xfrm>
              <a:off x="2418925" y="6545322"/>
              <a:ext cx="855720" cy="1641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A5BE993-9D37-473B-9203-35942BB4364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401285" y="6527322"/>
                <a:ext cx="89136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43ED166-3E38-4A45-9E52-25B655959384}"/>
              </a:ext>
            </a:extLst>
          </p:cNvPr>
          <p:cNvGrpSpPr/>
          <p:nvPr/>
        </p:nvGrpSpPr>
        <p:grpSpPr>
          <a:xfrm>
            <a:off x="832765" y="5523642"/>
            <a:ext cx="8052120" cy="1194840"/>
            <a:chOff x="832765" y="5523642"/>
            <a:chExt cx="8052120" cy="11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55156DF-EC5F-4C59-9D59-72D5C33F5D05}"/>
                    </a:ext>
                  </a:extLst>
                </p14:cNvPr>
                <p14:cNvContentPartPr/>
                <p14:nvPr/>
              </p14:nvContentPartPr>
              <p14:xfrm>
                <a:off x="832765" y="5771682"/>
                <a:ext cx="671760" cy="471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55156DF-EC5F-4C59-9D59-72D5C33F5D0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5125" y="5753682"/>
                  <a:ext cx="70740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333DD4A-EA26-41F2-AC16-885334850066}"/>
                    </a:ext>
                  </a:extLst>
                </p14:cNvPr>
                <p14:cNvContentPartPr/>
                <p14:nvPr/>
              </p14:nvContentPartPr>
              <p14:xfrm>
                <a:off x="1782445" y="5949522"/>
                <a:ext cx="741240" cy="35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333DD4A-EA26-41F2-AC16-88533485006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64805" y="5931882"/>
                  <a:ext cx="7768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EB0502-978B-477B-BF42-03CFDB516621}"/>
                    </a:ext>
                  </a:extLst>
                </p14:cNvPr>
                <p14:cNvContentPartPr/>
                <p14:nvPr/>
              </p14:nvContentPartPr>
              <p14:xfrm>
                <a:off x="1846165" y="6176322"/>
                <a:ext cx="799200" cy="103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EB0502-978B-477B-BF42-03CFDB51662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828525" y="6158682"/>
                  <a:ext cx="834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8FE2293-F605-444E-ABF6-295C5467F1BE}"/>
                    </a:ext>
                  </a:extLst>
                </p14:cNvPr>
                <p14:cNvContentPartPr/>
                <p14:nvPr/>
              </p14:nvContentPartPr>
              <p14:xfrm>
                <a:off x="2835085" y="5911002"/>
                <a:ext cx="660600" cy="482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8FE2293-F605-444E-ABF6-295C5467F1B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17445" y="5893002"/>
                  <a:ext cx="69624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ECFA16-66C7-4861-A3B6-D3F05736F6A7}"/>
                    </a:ext>
                  </a:extLst>
                </p14:cNvPr>
                <p14:cNvContentPartPr/>
                <p14:nvPr/>
              </p14:nvContentPartPr>
              <p14:xfrm>
                <a:off x="3228925" y="5523642"/>
                <a:ext cx="483840" cy="225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ECFA16-66C7-4861-A3B6-D3F05736F6A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211285" y="5506002"/>
                  <a:ext cx="519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99B92-0229-49EB-A60E-334E0AFA2B43}"/>
                    </a:ext>
                  </a:extLst>
                </p14:cNvPr>
                <p14:cNvContentPartPr/>
                <p14:nvPr/>
              </p14:nvContentPartPr>
              <p14:xfrm>
                <a:off x="4374445" y="5725242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99B92-0229-49EB-A60E-334E0AFA2B4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56445" y="57072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5435925-0F48-4259-8E95-F741AB805D0B}"/>
                    </a:ext>
                  </a:extLst>
                </p14:cNvPr>
                <p14:cNvContentPartPr/>
                <p14:nvPr/>
              </p14:nvContentPartPr>
              <p14:xfrm>
                <a:off x="4425205" y="6094602"/>
                <a:ext cx="129240" cy="19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5435925-0F48-4259-8E95-F741AB805D0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407205" y="6076962"/>
                  <a:ext cx="164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FB6C6A3-C1E9-46FF-B572-F26A0884AC66}"/>
                    </a:ext>
                  </a:extLst>
                </p14:cNvPr>
                <p14:cNvContentPartPr/>
                <p14:nvPr/>
              </p14:nvContentPartPr>
              <p14:xfrm>
                <a:off x="4889605" y="5650362"/>
                <a:ext cx="576000" cy="266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FB6C6A3-C1E9-46FF-B572-F26A0884AC6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871965" y="5632362"/>
                  <a:ext cx="6116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AFC65D2-5ED4-4DE9-A01A-BF3C2A66CEFF}"/>
                    </a:ext>
                  </a:extLst>
                </p14:cNvPr>
                <p14:cNvContentPartPr/>
                <p14:nvPr/>
              </p14:nvContentPartPr>
              <p14:xfrm>
                <a:off x="5562805" y="5638482"/>
                <a:ext cx="694440" cy="254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AFC65D2-5ED4-4DE9-A01A-BF3C2A66CEF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544805" y="5620842"/>
                  <a:ext cx="730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82AB0E-C528-4481-80D1-5D326E5E6FAF}"/>
                    </a:ext>
                  </a:extLst>
                </p14:cNvPr>
                <p14:cNvContentPartPr/>
                <p14:nvPr/>
              </p14:nvContentPartPr>
              <p14:xfrm>
                <a:off x="6614005" y="5557842"/>
                <a:ext cx="88920" cy="314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82AB0E-C528-4481-80D1-5D326E5E6FA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596005" y="5540202"/>
                  <a:ext cx="1245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4AD3E44-4525-4B6E-A6CD-F5013F6EF443}"/>
                    </a:ext>
                  </a:extLst>
                </p14:cNvPr>
                <p14:cNvContentPartPr/>
                <p14:nvPr/>
              </p14:nvContentPartPr>
              <p14:xfrm>
                <a:off x="6868885" y="5719842"/>
                <a:ext cx="133920" cy="183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4AD3E44-4525-4B6E-A6CD-F5013F6EF44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851245" y="5701842"/>
                  <a:ext cx="169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88A63A2-48A7-4F00-9FE5-DD6A64CE1B6B}"/>
                    </a:ext>
                  </a:extLst>
                </p14:cNvPr>
                <p14:cNvContentPartPr/>
                <p14:nvPr/>
              </p14:nvContentPartPr>
              <p14:xfrm>
                <a:off x="7244725" y="5570802"/>
                <a:ext cx="251640" cy="279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88A63A2-48A7-4F00-9FE5-DD6A64CE1B6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226725" y="5552802"/>
                  <a:ext cx="287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A522C5A-6427-4F09-82CB-32EE789E30F4}"/>
                    </a:ext>
                  </a:extLst>
                </p14:cNvPr>
                <p14:cNvContentPartPr/>
                <p14:nvPr/>
              </p14:nvContentPartPr>
              <p14:xfrm>
                <a:off x="7788685" y="5731002"/>
                <a:ext cx="106200" cy="102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522C5A-6427-4F09-82CB-32EE789E30F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771045" y="5713362"/>
                  <a:ext cx="141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5F2C1A1-3830-4B79-BE79-16A9E9954F52}"/>
                    </a:ext>
                  </a:extLst>
                </p14:cNvPr>
                <p14:cNvContentPartPr/>
                <p14:nvPr/>
              </p14:nvContentPartPr>
              <p14:xfrm>
                <a:off x="8037805" y="5562522"/>
                <a:ext cx="320400" cy="390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5F2C1A1-3830-4B79-BE79-16A9E9954F5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019805" y="5544522"/>
                  <a:ext cx="3560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338A041-3934-4660-AB61-FD464F0B91CC}"/>
                    </a:ext>
                  </a:extLst>
                </p14:cNvPr>
                <p14:cNvContentPartPr/>
                <p14:nvPr/>
              </p14:nvContentPartPr>
              <p14:xfrm>
                <a:off x="8598685" y="5781042"/>
                <a:ext cx="286200" cy="31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338A041-3934-4660-AB61-FD464F0B91C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80685" y="5763042"/>
                  <a:ext cx="321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7D4C405-14C0-41EE-B525-D63865DE4355}"/>
                    </a:ext>
                  </a:extLst>
                </p14:cNvPr>
                <p14:cNvContentPartPr/>
                <p14:nvPr/>
              </p14:nvContentPartPr>
              <p14:xfrm>
                <a:off x="3784045" y="6381162"/>
                <a:ext cx="402840" cy="315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7D4C405-14C0-41EE-B525-D63865DE435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766045" y="6363522"/>
                  <a:ext cx="4384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3CEFFBF-555A-44F1-936B-723C1015D95E}"/>
                    </a:ext>
                  </a:extLst>
                </p14:cNvPr>
                <p14:cNvContentPartPr/>
                <p14:nvPr/>
              </p14:nvContentPartPr>
              <p14:xfrm>
                <a:off x="4598005" y="6487362"/>
                <a:ext cx="3240" cy="41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3CEFFBF-555A-44F1-936B-723C1015D95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580365" y="6469722"/>
                  <a:ext cx="38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B09FA0D-5435-4D17-8B04-0AC6C9C5B348}"/>
                    </a:ext>
                  </a:extLst>
                </p14:cNvPr>
                <p14:cNvContentPartPr/>
                <p14:nvPr/>
              </p14:nvContentPartPr>
              <p14:xfrm>
                <a:off x="4976725" y="6221682"/>
                <a:ext cx="390600" cy="382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B09FA0D-5435-4D17-8B04-0AC6C9C5B34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58725" y="6204042"/>
                  <a:ext cx="4262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6DB8A80-9230-48C0-9C21-0B70193EDD47}"/>
                    </a:ext>
                  </a:extLst>
                </p14:cNvPr>
                <p14:cNvContentPartPr/>
                <p14:nvPr/>
              </p14:nvContentPartPr>
              <p14:xfrm>
                <a:off x="5114965" y="6389442"/>
                <a:ext cx="122760" cy="327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6DB8A80-9230-48C0-9C21-0B70193EDD4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97325" y="6371802"/>
                  <a:ext cx="1584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EFAE11F-E2CC-4261-9204-6621E329A75A}"/>
                    </a:ext>
                  </a:extLst>
                </p14:cNvPr>
                <p14:cNvContentPartPr/>
                <p14:nvPr/>
              </p14:nvContentPartPr>
              <p14:xfrm>
                <a:off x="5653165" y="6476562"/>
                <a:ext cx="94680" cy="241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EFAE11F-E2CC-4261-9204-6621E329A75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635165" y="6458562"/>
                  <a:ext cx="1303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A3415C9-CB22-4960-8D89-439E0914EE17}"/>
                    </a:ext>
                  </a:extLst>
                </p14:cNvPr>
                <p14:cNvContentPartPr/>
                <p14:nvPr/>
              </p14:nvContentPartPr>
              <p14:xfrm>
                <a:off x="4589005" y="6476562"/>
                <a:ext cx="28440" cy="209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A3415C9-CB22-4960-8D89-439E0914EE1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571365" y="6458562"/>
                  <a:ext cx="64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10852C2-530A-4AE8-876D-CDE88C4633BA}"/>
                    </a:ext>
                  </a:extLst>
                </p14:cNvPr>
                <p14:cNvContentPartPr/>
                <p14:nvPr/>
              </p14:nvContentPartPr>
              <p14:xfrm>
                <a:off x="6184165" y="6217362"/>
                <a:ext cx="317520" cy="449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10852C2-530A-4AE8-876D-CDE88C4633B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66165" y="6199362"/>
                  <a:ext cx="35316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7A802BB-BD2E-44B5-9A32-BF70ED44AE53}"/>
                    </a:ext>
                  </a:extLst>
                </p14:cNvPr>
                <p14:cNvContentPartPr/>
                <p14:nvPr/>
              </p14:nvContentPartPr>
              <p14:xfrm>
                <a:off x="6805165" y="6418242"/>
                <a:ext cx="48240" cy="221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7A802BB-BD2E-44B5-9A32-BF70ED44AE5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787525" y="6400602"/>
                  <a:ext cx="8388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7E5144B-76D5-4383-A997-880CA1BCC873}"/>
              </a:ext>
            </a:extLst>
          </p:cNvPr>
          <p:cNvGrpSpPr/>
          <p:nvPr/>
        </p:nvGrpSpPr>
        <p:grpSpPr>
          <a:xfrm>
            <a:off x="7285405" y="6141042"/>
            <a:ext cx="634320" cy="523080"/>
            <a:chOff x="7285405" y="6141042"/>
            <a:chExt cx="634320" cy="5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6E733CB-9F27-467C-93CB-6B4BC16BC687}"/>
                    </a:ext>
                  </a:extLst>
                </p14:cNvPr>
                <p14:cNvContentPartPr/>
                <p14:nvPr/>
              </p14:nvContentPartPr>
              <p14:xfrm>
                <a:off x="7637845" y="6141042"/>
                <a:ext cx="281880" cy="456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6E733CB-9F27-467C-93CB-6B4BC16BC68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619845" y="6123042"/>
                  <a:ext cx="31752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DE0FFDB-F078-4A01-A970-364E5390CE24}"/>
                    </a:ext>
                  </a:extLst>
                </p14:cNvPr>
                <p14:cNvContentPartPr/>
                <p14:nvPr/>
              </p14:nvContentPartPr>
              <p14:xfrm>
                <a:off x="7285405" y="6187482"/>
                <a:ext cx="128520" cy="476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DE0FFDB-F078-4A01-A970-364E5390CE2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267765" y="6169842"/>
                  <a:ext cx="164160" cy="51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3752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F2690B14-5C44-4437-8BC1-45DD19411607}"/>
              </a:ext>
            </a:extLst>
          </p:cNvPr>
          <p:cNvGrpSpPr/>
          <p:nvPr/>
        </p:nvGrpSpPr>
        <p:grpSpPr>
          <a:xfrm>
            <a:off x="544045" y="215442"/>
            <a:ext cx="8325360" cy="2916360"/>
            <a:chOff x="544045" y="215442"/>
            <a:chExt cx="8325360" cy="29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A517DE3-FEC4-4EF6-AC66-5C25BAAC077D}"/>
                    </a:ext>
                  </a:extLst>
                </p14:cNvPr>
                <p14:cNvContentPartPr/>
                <p14:nvPr/>
              </p14:nvContentPartPr>
              <p14:xfrm>
                <a:off x="861925" y="315522"/>
                <a:ext cx="531720" cy="292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A517DE3-FEC4-4EF6-AC66-5C25BAAC07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4285" y="297522"/>
                  <a:ext cx="5673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72232E-80B1-499A-BA63-593EFFB6E201}"/>
                    </a:ext>
                  </a:extLst>
                </p14:cNvPr>
                <p14:cNvContentPartPr/>
                <p14:nvPr/>
              </p14:nvContentPartPr>
              <p14:xfrm>
                <a:off x="1579765" y="370962"/>
                <a:ext cx="525960" cy="10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72232E-80B1-499A-BA63-593EFFB6E2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62125" y="352962"/>
                  <a:ext cx="561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569F9E-D6DE-411B-A433-4E9B53D46D6A}"/>
                    </a:ext>
                  </a:extLst>
                </p14:cNvPr>
                <p14:cNvContentPartPr/>
                <p14:nvPr/>
              </p14:nvContentPartPr>
              <p14:xfrm>
                <a:off x="1672285" y="558522"/>
                <a:ext cx="542880" cy="66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569F9E-D6DE-411B-A433-4E9B53D46D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54645" y="540522"/>
                  <a:ext cx="578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F76684-FC50-4734-9C7B-15573176E6E2}"/>
                    </a:ext>
                  </a:extLst>
                </p14:cNvPr>
                <p14:cNvContentPartPr/>
                <p14:nvPr/>
              </p14:nvContentPartPr>
              <p14:xfrm>
                <a:off x="2627365" y="215442"/>
                <a:ext cx="708120" cy="47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F76684-FC50-4734-9C7B-15573176E6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9365" y="197802"/>
                  <a:ext cx="7437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F0A3A6-0417-41AD-9631-8F2C93A5D393}"/>
                    </a:ext>
                  </a:extLst>
                </p14:cNvPr>
                <p14:cNvContentPartPr/>
                <p14:nvPr/>
              </p14:nvContentPartPr>
              <p14:xfrm>
                <a:off x="3524125" y="278442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F0A3A6-0417-41AD-9631-8F2C93A5D3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6485" y="2604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25ABFF-7084-4CE4-B416-8FFD04901DF0}"/>
                    </a:ext>
                  </a:extLst>
                </p14:cNvPr>
                <p14:cNvContentPartPr/>
                <p14:nvPr/>
              </p14:nvContentPartPr>
              <p14:xfrm>
                <a:off x="3696205" y="584442"/>
                <a:ext cx="179640" cy="25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25ABFF-7084-4CE4-B416-8FFD04901D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78205" y="566802"/>
                  <a:ext cx="2152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984EFA6-2F1C-475A-90E2-A1183F73EEB3}"/>
                    </a:ext>
                  </a:extLst>
                </p14:cNvPr>
                <p14:cNvContentPartPr/>
                <p14:nvPr/>
              </p14:nvContentPartPr>
              <p14:xfrm>
                <a:off x="4403965" y="289602"/>
                <a:ext cx="576000" cy="609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984EFA6-2F1C-475A-90E2-A1183F73EE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85965" y="271962"/>
                  <a:ext cx="61164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5CBCB42-F165-4B7C-B782-55A4D7879596}"/>
                    </a:ext>
                  </a:extLst>
                </p14:cNvPr>
                <p14:cNvContentPartPr/>
                <p14:nvPr/>
              </p14:nvContentPartPr>
              <p14:xfrm>
                <a:off x="5266165" y="514962"/>
                <a:ext cx="677520" cy="75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5CBCB42-F165-4B7C-B782-55A4D78795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48165" y="496962"/>
                  <a:ext cx="713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DCA704-7A6B-443C-95BE-471A9BAC014E}"/>
                    </a:ext>
                  </a:extLst>
                </p14:cNvPr>
                <p14:cNvContentPartPr/>
                <p14:nvPr/>
              </p14:nvContentPartPr>
              <p14:xfrm>
                <a:off x="5323765" y="717282"/>
                <a:ext cx="779400" cy="109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DCA704-7A6B-443C-95BE-471A9BAC01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05765" y="699642"/>
                  <a:ext cx="815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74E137D-EDD8-4FC6-B766-CD56B99C2A78}"/>
                    </a:ext>
                  </a:extLst>
                </p14:cNvPr>
                <p14:cNvContentPartPr/>
                <p14:nvPr/>
              </p14:nvContentPartPr>
              <p14:xfrm>
                <a:off x="6434725" y="389322"/>
                <a:ext cx="500760" cy="484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74E137D-EDD8-4FC6-B766-CD56B99C2A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17085" y="371682"/>
                  <a:ext cx="53640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A83EC6-C90F-45E9-A4A3-8A6DCDF7426F}"/>
                    </a:ext>
                  </a:extLst>
                </p14:cNvPr>
                <p14:cNvContentPartPr/>
                <p14:nvPr/>
              </p14:nvContentPartPr>
              <p14:xfrm>
                <a:off x="7094245" y="249642"/>
                <a:ext cx="494640" cy="167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A83EC6-C90F-45E9-A4A3-8A6DCDF742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76605" y="231642"/>
                  <a:ext cx="530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0B41E6-D91E-4C42-90BA-5F80F391E1A4}"/>
                    </a:ext>
                  </a:extLst>
                </p14:cNvPr>
                <p14:cNvContentPartPr/>
                <p14:nvPr/>
              </p14:nvContentPartPr>
              <p14:xfrm>
                <a:off x="5584045" y="1259082"/>
                <a:ext cx="727560" cy="211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0B41E6-D91E-4C42-90BA-5F80F391E1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66405" y="1241082"/>
                  <a:ext cx="7632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BFC368-09E9-4123-B8F9-A8DF69FE28F8}"/>
                    </a:ext>
                  </a:extLst>
                </p14:cNvPr>
                <p14:cNvContentPartPr/>
                <p14:nvPr/>
              </p14:nvContentPartPr>
              <p14:xfrm>
                <a:off x="6808765" y="1006362"/>
                <a:ext cx="655560" cy="733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BFC368-09E9-4123-B8F9-A8DF69FE28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91125" y="988362"/>
                  <a:ext cx="69120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7F952C-0131-45B7-B614-4F8A812CDE23}"/>
                    </a:ext>
                  </a:extLst>
                </p14:cNvPr>
                <p14:cNvContentPartPr/>
                <p14:nvPr/>
              </p14:nvContentPartPr>
              <p14:xfrm>
                <a:off x="7916125" y="1139202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7F952C-0131-45B7-B614-4F8A812CDE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98485" y="11215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A5AF7E-F90C-434C-A9A7-DBC8E01263EE}"/>
                    </a:ext>
                  </a:extLst>
                </p14:cNvPr>
                <p14:cNvContentPartPr/>
                <p14:nvPr/>
              </p14:nvContentPartPr>
              <p14:xfrm>
                <a:off x="7975525" y="1583802"/>
                <a:ext cx="107640" cy="23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A5AF7E-F90C-434C-A9A7-DBC8E01263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57525" y="1565802"/>
                  <a:ext cx="1432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964FFF9-59B8-423D-8521-F9E6F3BD3F50}"/>
                    </a:ext>
                  </a:extLst>
                </p14:cNvPr>
                <p14:cNvContentPartPr/>
                <p14:nvPr/>
              </p14:nvContentPartPr>
              <p14:xfrm>
                <a:off x="544045" y="1583802"/>
                <a:ext cx="450000" cy="633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964FFF9-59B8-423D-8521-F9E6F3BD3F5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6045" y="1565802"/>
                  <a:ext cx="48564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BCE916C-F87D-4F88-B3E6-F488901D2872}"/>
                    </a:ext>
                  </a:extLst>
                </p14:cNvPr>
                <p14:cNvContentPartPr/>
                <p14:nvPr/>
              </p14:nvContentPartPr>
              <p14:xfrm>
                <a:off x="1185925" y="1910682"/>
                <a:ext cx="253080" cy="270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BCE916C-F87D-4F88-B3E6-F488901D287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68285" y="1892682"/>
                  <a:ext cx="288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159E1E-95E6-4310-9CA3-BE73D57B1680}"/>
                    </a:ext>
                  </a:extLst>
                </p14:cNvPr>
                <p14:cNvContentPartPr/>
                <p14:nvPr/>
              </p14:nvContentPartPr>
              <p14:xfrm>
                <a:off x="1626205" y="1670562"/>
                <a:ext cx="389880" cy="449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159E1E-95E6-4310-9CA3-BE73D57B168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08205" y="1652922"/>
                  <a:ext cx="4255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29A370-ECCB-4A0A-ADBF-DBF7CA8FAC46}"/>
                    </a:ext>
                  </a:extLst>
                </p14:cNvPr>
                <p14:cNvContentPartPr/>
                <p14:nvPr/>
              </p14:nvContentPartPr>
              <p14:xfrm>
                <a:off x="2117965" y="1774242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29A370-ECCB-4A0A-ADBF-DBF7CA8FAC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00325" y="17562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1DA137-25F9-4A35-8CB4-71FC9EBE443C}"/>
                    </a:ext>
                  </a:extLst>
                </p14:cNvPr>
                <p14:cNvContentPartPr/>
                <p14:nvPr/>
              </p14:nvContentPartPr>
              <p14:xfrm>
                <a:off x="2290045" y="1970802"/>
                <a:ext cx="115200" cy="334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1DA137-25F9-4A35-8CB4-71FC9EBE443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72405" y="1952802"/>
                  <a:ext cx="1508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B7B20F1-5CC7-4358-B376-225518C79C88}"/>
                    </a:ext>
                  </a:extLst>
                </p14:cNvPr>
                <p14:cNvContentPartPr/>
                <p14:nvPr/>
              </p14:nvContentPartPr>
              <p14:xfrm>
                <a:off x="1608565" y="1857402"/>
                <a:ext cx="414360" cy="11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B7B20F1-5CC7-4358-B376-225518C79C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90925" y="1839402"/>
                  <a:ext cx="450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30FDF33-FA37-4E14-AF20-5A0E2C2009AE}"/>
                    </a:ext>
                  </a:extLst>
                </p14:cNvPr>
                <p14:cNvContentPartPr/>
                <p14:nvPr/>
              </p14:nvContentPartPr>
              <p14:xfrm>
                <a:off x="2991685" y="1855962"/>
                <a:ext cx="474480" cy="522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30FDF33-FA37-4E14-AF20-5A0E2C2009A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73685" y="1838322"/>
                  <a:ext cx="51012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12F165-5A59-44EE-8156-1DA2DED51751}"/>
                    </a:ext>
                  </a:extLst>
                </p14:cNvPr>
                <p14:cNvContentPartPr/>
                <p14:nvPr/>
              </p14:nvContentPartPr>
              <p14:xfrm>
                <a:off x="3691885" y="2051442"/>
                <a:ext cx="87480" cy="166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12F165-5A59-44EE-8156-1DA2DED5175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74245" y="2033802"/>
                  <a:ext cx="123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3F55ED8-C399-4C25-9B35-8467636EF1CA}"/>
                    </a:ext>
                  </a:extLst>
                </p14:cNvPr>
                <p14:cNvContentPartPr/>
                <p14:nvPr/>
              </p14:nvContentPartPr>
              <p14:xfrm>
                <a:off x="3617005" y="188980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3F55ED8-C399-4C25-9B35-8467636EF1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99005" y="18721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3211CC-E761-4754-A385-E4486A22AE8B}"/>
                    </a:ext>
                  </a:extLst>
                </p14:cNvPr>
                <p14:cNvContentPartPr/>
                <p14:nvPr/>
              </p14:nvContentPartPr>
              <p14:xfrm>
                <a:off x="3871165" y="1710882"/>
                <a:ext cx="417240" cy="513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3211CC-E761-4754-A385-E4486A22AE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53165" y="1692882"/>
                  <a:ext cx="45288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7B0A263-4223-4D67-A00C-D6610459BBD3}"/>
                    </a:ext>
                  </a:extLst>
                </p14:cNvPr>
                <p14:cNvContentPartPr/>
                <p14:nvPr/>
              </p14:nvContentPartPr>
              <p14:xfrm>
                <a:off x="3911485" y="1955322"/>
                <a:ext cx="392760" cy="108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7B0A263-4223-4D67-A00C-D6610459BB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93485" y="1937682"/>
                  <a:ext cx="428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D929F6D-4A43-49CB-B62E-F85F38A392DF}"/>
                    </a:ext>
                  </a:extLst>
                </p14:cNvPr>
                <p14:cNvContentPartPr/>
                <p14:nvPr/>
              </p14:nvContentPartPr>
              <p14:xfrm>
                <a:off x="5109565" y="1800882"/>
                <a:ext cx="645480" cy="50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D929F6D-4A43-49CB-B62E-F85F38A392D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91925" y="1782882"/>
                  <a:ext cx="6811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B51A98-59DA-4DBF-BE96-85C3F33BA094}"/>
                    </a:ext>
                  </a:extLst>
                </p14:cNvPr>
                <p14:cNvContentPartPr/>
                <p14:nvPr/>
              </p14:nvContentPartPr>
              <p14:xfrm>
                <a:off x="5925685" y="1986282"/>
                <a:ext cx="198720" cy="371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B51A98-59DA-4DBF-BE96-85C3F33BA09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07685" y="1968642"/>
                  <a:ext cx="2343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66CF54-E8BD-4609-B37D-4BC572D4D3C6}"/>
                    </a:ext>
                  </a:extLst>
                </p14:cNvPr>
                <p14:cNvContentPartPr/>
                <p14:nvPr/>
              </p14:nvContentPartPr>
              <p14:xfrm>
                <a:off x="6168325" y="1728162"/>
                <a:ext cx="505080" cy="537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66CF54-E8BD-4609-B37D-4BC572D4D3C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150685" y="1710162"/>
                  <a:ext cx="54072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7E2AB0-4474-4576-A830-D485B8624B25}"/>
                    </a:ext>
                  </a:extLst>
                </p14:cNvPr>
                <p14:cNvContentPartPr/>
                <p14:nvPr/>
              </p14:nvContentPartPr>
              <p14:xfrm>
                <a:off x="6527245" y="1675962"/>
                <a:ext cx="512280" cy="44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7E2AB0-4474-4576-A830-D485B8624B2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509605" y="1657962"/>
                  <a:ext cx="5479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B52EC9-E069-46B2-85F3-57AEF3BB7547}"/>
                    </a:ext>
                  </a:extLst>
                </p14:cNvPr>
                <p14:cNvContentPartPr/>
                <p14:nvPr/>
              </p14:nvContentPartPr>
              <p14:xfrm>
                <a:off x="6318805" y="1996002"/>
                <a:ext cx="481680" cy="84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B52EC9-E069-46B2-85F3-57AEF3BB754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00805" y="1978362"/>
                  <a:ext cx="517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5CBE1B9-5D0C-4212-A75F-CF41CBFE1862}"/>
                    </a:ext>
                  </a:extLst>
                </p14:cNvPr>
                <p14:cNvContentPartPr/>
                <p14:nvPr/>
              </p14:nvContentPartPr>
              <p14:xfrm>
                <a:off x="7329325" y="2032362"/>
                <a:ext cx="617040" cy="25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5CBE1B9-5D0C-4212-A75F-CF41CBFE18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11685" y="2014362"/>
                  <a:ext cx="652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4BFF4F-C436-4244-9D13-843E4ED78DE1}"/>
                    </a:ext>
                  </a:extLst>
                </p14:cNvPr>
                <p14:cNvContentPartPr/>
                <p14:nvPr/>
              </p14:nvContentPartPr>
              <p14:xfrm>
                <a:off x="8187925" y="2010762"/>
                <a:ext cx="681480" cy="345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4BFF4F-C436-4244-9D13-843E4ED78DE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170285" y="1993122"/>
                  <a:ext cx="7171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4B1FEA-94EB-4768-B6BD-FA4FA2C1B789}"/>
                    </a:ext>
                  </a:extLst>
                </p14:cNvPr>
                <p14:cNvContentPartPr/>
                <p14:nvPr/>
              </p14:nvContentPartPr>
              <p14:xfrm>
                <a:off x="682645" y="2807442"/>
                <a:ext cx="750960" cy="28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4B1FEA-94EB-4768-B6BD-FA4FA2C1B78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65005" y="2789802"/>
                  <a:ext cx="7866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099D56D-8327-4189-9106-26BE718D092A}"/>
                    </a:ext>
                  </a:extLst>
                </p14:cNvPr>
                <p14:cNvContentPartPr/>
                <p14:nvPr/>
              </p14:nvContentPartPr>
              <p14:xfrm>
                <a:off x="2031565" y="2725002"/>
                <a:ext cx="461160" cy="394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099D56D-8327-4189-9106-26BE718D092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013565" y="2707362"/>
                  <a:ext cx="49680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2613C09-1C5E-4B61-B9C5-C0E36012695C}"/>
                    </a:ext>
                  </a:extLst>
                </p14:cNvPr>
                <p14:cNvContentPartPr/>
                <p14:nvPr/>
              </p14:nvContentPartPr>
              <p14:xfrm>
                <a:off x="2563645" y="2754882"/>
                <a:ext cx="219240" cy="213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2613C09-1C5E-4B61-B9C5-C0E36012695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45645" y="2736882"/>
                  <a:ext cx="254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68DD56-2990-4032-9877-DE6ED6BF7C1E}"/>
                    </a:ext>
                  </a:extLst>
                </p14:cNvPr>
                <p14:cNvContentPartPr/>
                <p14:nvPr/>
              </p14:nvContentPartPr>
              <p14:xfrm>
                <a:off x="3145765" y="2766042"/>
                <a:ext cx="282240" cy="120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68DD56-2990-4032-9877-DE6ED6BF7C1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127765" y="2748402"/>
                  <a:ext cx="3178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4A08E9E-4763-41A8-9BAC-652D287C0237}"/>
                    </a:ext>
                  </a:extLst>
                </p14:cNvPr>
                <p14:cNvContentPartPr/>
                <p14:nvPr/>
              </p14:nvContentPartPr>
              <p14:xfrm>
                <a:off x="3575605" y="2490642"/>
                <a:ext cx="270720" cy="64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4A08E9E-4763-41A8-9BAC-652D287C023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57965" y="2473002"/>
                  <a:ext cx="30636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409FAD6-95D9-4C17-881F-F58749EF35A3}"/>
                    </a:ext>
                  </a:extLst>
                </p14:cNvPr>
                <p14:cNvContentPartPr/>
                <p14:nvPr/>
              </p14:nvContentPartPr>
              <p14:xfrm>
                <a:off x="3500725" y="2868282"/>
                <a:ext cx="456120" cy="67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409FAD6-95D9-4C17-881F-F58749EF35A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483085" y="2850282"/>
                  <a:ext cx="49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2822E32-3652-4150-89BF-89C5E90779C3}"/>
                    </a:ext>
                  </a:extLst>
                </p14:cNvPr>
                <p14:cNvContentPartPr/>
                <p14:nvPr/>
              </p14:nvContentPartPr>
              <p14:xfrm>
                <a:off x="4380205" y="2467242"/>
                <a:ext cx="417600" cy="593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2822E32-3652-4150-89BF-89C5E90779C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362565" y="2449602"/>
                  <a:ext cx="45324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7CF9B7E-4813-4DB6-89E7-5737C27FA500}"/>
                    </a:ext>
                  </a:extLst>
                </p14:cNvPr>
                <p14:cNvContentPartPr/>
                <p14:nvPr/>
              </p14:nvContentPartPr>
              <p14:xfrm>
                <a:off x="4878085" y="2854242"/>
                <a:ext cx="151920" cy="134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7CF9B7E-4813-4DB6-89E7-5737C27FA50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860445" y="2836602"/>
                  <a:ext cx="187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C8C8C9B-F8EA-4FF3-928D-98DDD51E1B2E}"/>
                    </a:ext>
                  </a:extLst>
                </p14:cNvPr>
                <p14:cNvContentPartPr/>
                <p14:nvPr/>
              </p14:nvContentPartPr>
              <p14:xfrm>
                <a:off x="4895725" y="2484882"/>
                <a:ext cx="660240" cy="476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C8C8C9B-F8EA-4FF3-928D-98DDD51E1B2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877725" y="2466882"/>
                  <a:ext cx="6958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D241EF-594E-4153-BC35-6B16A41918B3}"/>
                    </a:ext>
                  </a:extLst>
                </p14:cNvPr>
                <p14:cNvContentPartPr/>
                <p14:nvPr/>
              </p14:nvContentPartPr>
              <p14:xfrm>
                <a:off x="5606725" y="2548242"/>
                <a:ext cx="118080" cy="403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D241EF-594E-4153-BC35-6B16A41918B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588725" y="2530242"/>
                  <a:ext cx="1537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7CC4C27-7A9C-4E50-A99B-62113B28BCFF}"/>
                    </a:ext>
                  </a:extLst>
                </p14:cNvPr>
                <p14:cNvContentPartPr/>
                <p14:nvPr/>
              </p14:nvContentPartPr>
              <p14:xfrm>
                <a:off x="5114965" y="2755602"/>
                <a:ext cx="360000" cy="64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7CC4C27-7A9C-4E50-A99B-62113B28BCF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097325" y="2737602"/>
                  <a:ext cx="3956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141546D-6EDC-40E3-9305-5461A1C5AD1E}"/>
                    </a:ext>
                  </a:extLst>
                </p14:cNvPr>
                <p14:cNvContentPartPr/>
                <p14:nvPr/>
              </p14:nvContentPartPr>
              <p14:xfrm>
                <a:off x="6168325" y="2784762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141546D-6EDC-40E3-9305-5461A1C5AD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50685" y="27671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C547C-4F5D-4E3E-A4BD-34DE4D64A4A6}"/>
              </a:ext>
            </a:extLst>
          </p:cNvPr>
          <p:cNvGrpSpPr/>
          <p:nvPr/>
        </p:nvGrpSpPr>
        <p:grpSpPr>
          <a:xfrm>
            <a:off x="376285" y="3693402"/>
            <a:ext cx="8019360" cy="1564200"/>
            <a:chOff x="376285" y="3693402"/>
            <a:chExt cx="8019360" cy="156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95F31D1-E37A-4ADC-822A-D261B350A770}"/>
                    </a:ext>
                  </a:extLst>
                </p14:cNvPr>
                <p14:cNvContentPartPr/>
                <p14:nvPr/>
              </p14:nvContentPartPr>
              <p14:xfrm>
                <a:off x="376285" y="3775482"/>
                <a:ext cx="520200" cy="601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95F31D1-E37A-4ADC-822A-D261B350A77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8285" y="3757482"/>
                  <a:ext cx="55584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7DE28C0-DDFC-4A26-8766-D259A523E2A3}"/>
                    </a:ext>
                  </a:extLst>
                </p14:cNvPr>
                <p14:cNvContentPartPr/>
                <p14:nvPr/>
              </p14:nvContentPartPr>
              <p14:xfrm>
                <a:off x="1180525" y="3919122"/>
                <a:ext cx="299160" cy="232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7DE28C0-DDFC-4A26-8766-D259A523E2A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62885" y="3901122"/>
                  <a:ext cx="334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D9D8141-5AC3-42CE-BDC2-D3AF3B055801}"/>
                    </a:ext>
                  </a:extLst>
                </p14:cNvPr>
                <p14:cNvContentPartPr/>
                <p14:nvPr/>
              </p14:nvContentPartPr>
              <p14:xfrm>
                <a:off x="1962445" y="3999762"/>
                <a:ext cx="324360" cy="170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D9D8141-5AC3-42CE-BDC2-D3AF3B05580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44805" y="3981762"/>
                  <a:ext cx="360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1027AC-2D3C-4883-8B49-33EECAE94051}"/>
                    </a:ext>
                  </a:extLst>
                </p14:cNvPr>
                <p14:cNvContentPartPr/>
                <p14:nvPr/>
              </p14:nvContentPartPr>
              <p14:xfrm>
                <a:off x="2395885" y="4007682"/>
                <a:ext cx="385560" cy="83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1027AC-2D3C-4883-8B49-33EECAE940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77885" y="3989682"/>
                  <a:ext cx="421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B154894-13D1-4D56-8BA3-8172A58ECF6C}"/>
                    </a:ext>
                  </a:extLst>
                </p14:cNvPr>
                <p14:cNvContentPartPr/>
                <p14:nvPr/>
              </p14:nvContentPartPr>
              <p14:xfrm>
                <a:off x="2573005" y="3693402"/>
                <a:ext cx="321120" cy="782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B154894-13D1-4D56-8BA3-8172A58ECF6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55005" y="3675762"/>
                  <a:ext cx="35676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8A1243-CED0-4768-81DF-FF626165CDDB}"/>
                    </a:ext>
                  </a:extLst>
                </p14:cNvPr>
                <p14:cNvContentPartPr/>
                <p14:nvPr/>
              </p14:nvContentPartPr>
              <p14:xfrm>
                <a:off x="3375805" y="3847842"/>
                <a:ext cx="519120" cy="643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8A1243-CED0-4768-81DF-FF626165CDD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57805" y="3829842"/>
                  <a:ext cx="55476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54DBF9B-3A96-4705-9BE5-4339DC08A84C}"/>
                    </a:ext>
                  </a:extLst>
                </p14:cNvPr>
                <p14:cNvContentPartPr/>
                <p14:nvPr/>
              </p14:nvContentPartPr>
              <p14:xfrm>
                <a:off x="3975205" y="3933162"/>
                <a:ext cx="417600" cy="234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54DBF9B-3A96-4705-9BE5-4339DC08A84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57205" y="3915522"/>
                  <a:ext cx="453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3B8327-87FA-443C-BE07-2641A5573CF6}"/>
                    </a:ext>
                  </a:extLst>
                </p14:cNvPr>
                <p14:cNvContentPartPr/>
                <p14:nvPr/>
              </p14:nvContentPartPr>
              <p14:xfrm>
                <a:off x="4420525" y="3899682"/>
                <a:ext cx="317160" cy="108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3B8327-87FA-443C-BE07-2641A5573C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02885" y="3882042"/>
                  <a:ext cx="352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46FD257-2424-4E72-8C7A-E712260A2B0C}"/>
                    </a:ext>
                  </a:extLst>
                </p14:cNvPr>
                <p14:cNvContentPartPr/>
                <p14:nvPr/>
              </p14:nvContentPartPr>
              <p14:xfrm>
                <a:off x="4959445" y="3929202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46FD257-2424-4E72-8C7A-E712260A2B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41445" y="39112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875ED76-3D7C-464E-A1B8-7134583F3B6B}"/>
                    </a:ext>
                  </a:extLst>
                </p14:cNvPr>
                <p14:cNvContentPartPr/>
                <p14:nvPr/>
              </p14:nvContentPartPr>
              <p14:xfrm>
                <a:off x="1463125" y="4581162"/>
                <a:ext cx="1415880" cy="676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875ED76-3D7C-464E-A1B8-7134583F3B6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45485" y="4563522"/>
                  <a:ext cx="1451520" cy="71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57B31F4-D7A5-4025-AD00-5123E5DA876F}"/>
                    </a:ext>
                  </a:extLst>
                </p14:cNvPr>
                <p14:cNvContentPartPr/>
                <p14:nvPr/>
              </p14:nvContentPartPr>
              <p14:xfrm>
                <a:off x="3188605" y="4800042"/>
                <a:ext cx="150480" cy="256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57B31F4-D7A5-4025-AD00-5123E5DA876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70965" y="4782042"/>
                  <a:ext cx="1861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6D67B9-0241-48F6-B951-D6312783B86F}"/>
                    </a:ext>
                  </a:extLst>
                </p14:cNvPr>
                <p14:cNvContentPartPr/>
                <p14:nvPr/>
              </p14:nvContentPartPr>
              <p14:xfrm>
                <a:off x="3402805" y="4592682"/>
                <a:ext cx="289080" cy="456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6D67B9-0241-48F6-B951-D6312783B86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385165" y="4575042"/>
                  <a:ext cx="3247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7BF82B1-FF87-419A-90FE-A4B8B4C0A13B}"/>
                    </a:ext>
                  </a:extLst>
                </p14:cNvPr>
                <p14:cNvContentPartPr/>
                <p14:nvPr/>
              </p14:nvContentPartPr>
              <p14:xfrm>
                <a:off x="3895645" y="4592682"/>
                <a:ext cx="39600" cy="412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7BF82B1-FF87-419A-90FE-A4B8B4C0A13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877645" y="4575042"/>
                  <a:ext cx="752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9616635-E844-4255-9D8B-E70F1394FCBB}"/>
                    </a:ext>
                  </a:extLst>
                </p14:cNvPr>
                <p14:cNvContentPartPr/>
                <p14:nvPr/>
              </p14:nvContentPartPr>
              <p14:xfrm>
                <a:off x="4501885" y="4550922"/>
                <a:ext cx="901080" cy="310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9616635-E844-4255-9D8B-E70F1394FCB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483885" y="4533282"/>
                  <a:ext cx="9367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60A2DA7-CE01-42A7-A0E4-C88ADCC6B1F8}"/>
                    </a:ext>
                  </a:extLst>
                </p14:cNvPr>
                <p14:cNvContentPartPr/>
                <p14:nvPr/>
              </p14:nvContentPartPr>
              <p14:xfrm>
                <a:off x="5712925" y="4131162"/>
                <a:ext cx="372960" cy="667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60A2DA7-CE01-42A7-A0E4-C88ADCC6B1F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694925" y="4113162"/>
                  <a:ext cx="40860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8C9B1CE-80CF-402C-8739-E8394537F407}"/>
                    </a:ext>
                  </a:extLst>
                </p14:cNvPr>
                <p14:cNvContentPartPr/>
                <p14:nvPr/>
              </p14:nvContentPartPr>
              <p14:xfrm>
                <a:off x="6342205" y="4354722"/>
                <a:ext cx="816840" cy="347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8C9B1CE-80CF-402C-8739-E8394537F40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24565" y="4337082"/>
                  <a:ext cx="8524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7063D95-BA4C-4174-968D-63AFB7F91FAD}"/>
                    </a:ext>
                  </a:extLst>
                </p14:cNvPr>
                <p14:cNvContentPartPr/>
                <p14:nvPr/>
              </p14:nvContentPartPr>
              <p14:xfrm>
                <a:off x="7378285" y="4228002"/>
                <a:ext cx="537840" cy="500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7063D95-BA4C-4174-968D-63AFB7F91FA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60285" y="4210362"/>
                  <a:ext cx="57348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3CB01A7-8963-41EF-A734-23E64778E781}"/>
                    </a:ext>
                  </a:extLst>
                </p14:cNvPr>
                <p14:cNvContentPartPr/>
                <p14:nvPr/>
              </p14:nvContentPartPr>
              <p14:xfrm>
                <a:off x="7794805" y="3744162"/>
                <a:ext cx="600840" cy="194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3CB01A7-8963-41EF-A734-23E64778E78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77165" y="3726162"/>
                  <a:ext cx="6364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E6E18FB-7D4A-4496-8454-50B6B45D905F}"/>
              </a:ext>
            </a:extLst>
          </p:cNvPr>
          <p:cNvGrpSpPr/>
          <p:nvPr/>
        </p:nvGrpSpPr>
        <p:grpSpPr>
          <a:xfrm>
            <a:off x="5311885" y="5201802"/>
            <a:ext cx="3389760" cy="931320"/>
            <a:chOff x="5311885" y="5201802"/>
            <a:chExt cx="3389760" cy="93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8559F4-47B9-4980-942A-EDDA1FF38C96}"/>
                    </a:ext>
                  </a:extLst>
                </p14:cNvPr>
                <p14:cNvContentPartPr/>
                <p14:nvPr/>
              </p14:nvContentPartPr>
              <p14:xfrm>
                <a:off x="5311885" y="5344722"/>
                <a:ext cx="2457720" cy="644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8559F4-47B9-4980-942A-EDDA1FF38C9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293885" y="5327082"/>
                  <a:ext cx="249336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2D260E-B08B-4D0E-8EC5-717CCD6523D8}"/>
                    </a:ext>
                  </a:extLst>
                </p14:cNvPr>
                <p14:cNvContentPartPr/>
                <p14:nvPr/>
              </p14:nvContentPartPr>
              <p14:xfrm>
                <a:off x="8286565" y="5494482"/>
                <a:ext cx="47880" cy="398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2D260E-B08B-4D0E-8EC5-717CCD6523D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68925" y="5476842"/>
                  <a:ext cx="8352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20F211E-1F39-4F3F-9DB7-359248035547}"/>
                    </a:ext>
                  </a:extLst>
                </p14:cNvPr>
                <p14:cNvContentPartPr/>
                <p14:nvPr/>
              </p14:nvContentPartPr>
              <p14:xfrm>
                <a:off x="7791565" y="5201802"/>
                <a:ext cx="910080" cy="931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20F211E-1F39-4F3F-9DB7-35924803554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73565" y="5183802"/>
                  <a:ext cx="945720" cy="9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09A0040-2A52-4114-B52E-501F29601EB3}"/>
              </a:ext>
            </a:extLst>
          </p:cNvPr>
          <p:cNvGrpSpPr/>
          <p:nvPr/>
        </p:nvGrpSpPr>
        <p:grpSpPr>
          <a:xfrm>
            <a:off x="8135725" y="4229082"/>
            <a:ext cx="546840" cy="666360"/>
            <a:chOff x="8135725" y="4229082"/>
            <a:chExt cx="546840" cy="6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D7A5CF8-44B5-4056-9045-9141DB24B765}"/>
                    </a:ext>
                  </a:extLst>
                </p14:cNvPr>
                <p14:cNvContentPartPr/>
                <p14:nvPr/>
              </p14:nvContentPartPr>
              <p14:xfrm>
                <a:off x="8145085" y="4252482"/>
                <a:ext cx="356040" cy="64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D7A5CF8-44B5-4056-9045-9141DB24B76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27085" y="4234842"/>
                  <a:ext cx="39168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58B9958-CB69-4D9B-B5FF-2289EDFE390E}"/>
                    </a:ext>
                  </a:extLst>
                </p14:cNvPr>
                <p14:cNvContentPartPr/>
                <p14:nvPr/>
              </p14:nvContentPartPr>
              <p14:xfrm>
                <a:off x="8280445" y="4252482"/>
                <a:ext cx="147960" cy="642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58B9958-CB69-4D9B-B5FF-2289EDFE390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62805" y="4234842"/>
                  <a:ext cx="18360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EDF041B-D9D8-40E0-B2CD-A13FC8E43471}"/>
                    </a:ext>
                  </a:extLst>
                </p14:cNvPr>
                <p14:cNvContentPartPr/>
                <p14:nvPr/>
              </p14:nvContentPartPr>
              <p14:xfrm>
                <a:off x="8384485" y="4229082"/>
                <a:ext cx="64800" cy="617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EDF041B-D9D8-40E0-B2CD-A13FC8E4347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66845" y="4211442"/>
                  <a:ext cx="10044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4094C61-731D-4FAD-867F-E4CD7FE1BE4C}"/>
                    </a:ext>
                  </a:extLst>
                </p14:cNvPr>
                <p14:cNvContentPartPr/>
                <p14:nvPr/>
              </p14:nvContentPartPr>
              <p14:xfrm>
                <a:off x="8135725" y="4437522"/>
                <a:ext cx="546840" cy="220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4094C61-731D-4FAD-867F-E4CD7FE1BE4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17725" y="4419522"/>
                  <a:ext cx="58248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DD00D6E-B32F-4DFE-BB7D-2750A92FDDBF}"/>
              </a:ext>
            </a:extLst>
          </p:cNvPr>
          <p:cNvGrpSpPr/>
          <p:nvPr/>
        </p:nvGrpSpPr>
        <p:grpSpPr>
          <a:xfrm>
            <a:off x="329845" y="4598802"/>
            <a:ext cx="679320" cy="736560"/>
            <a:chOff x="329845" y="4598802"/>
            <a:chExt cx="679320" cy="73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9EEE33E-2B81-4883-89BD-45C972F5A3C4}"/>
                    </a:ext>
                  </a:extLst>
                </p14:cNvPr>
                <p14:cNvContentPartPr/>
                <p14:nvPr/>
              </p14:nvContentPartPr>
              <p14:xfrm>
                <a:off x="329845" y="4668282"/>
                <a:ext cx="585000" cy="650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9EEE33E-2B81-4883-89BD-45C972F5A3C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11845" y="4650642"/>
                  <a:ext cx="62064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C451C56-8115-402A-8B8B-AE5907F1D3BF}"/>
                    </a:ext>
                  </a:extLst>
                </p14:cNvPr>
                <p14:cNvContentPartPr/>
                <p14:nvPr/>
              </p14:nvContentPartPr>
              <p14:xfrm>
                <a:off x="363325" y="4598802"/>
                <a:ext cx="645840" cy="736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C451C56-8115-402A-8B8B-AE5907F1D3B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5685" y="4581162"/>
                  <a:ext cx="681480" cy="77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824197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73D5017-7CEF-42F7-A669-29804B41AFFE}"/>
                  </a:ext>
                </a:extLst>
              </p14:cNvPr>
              <p14:cNvContentPartPr/>
              <p14:nvPr/>
            </p14:nvContentPartPr>
            <p14:xfrm>
              <a:off x="590125" y="146824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73D5017-7CEF-42F7-A669-29804B41AF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2485" y="145024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661E60EF-5F12-47C1-AE97-476CD096A4A7}"/>
              </a:ext>
            </a:extLst>
          </p:cNvPr>
          <p:cNvGrpSpPr/>
          <p:nvPr/>
        </p:nvGrpSpPr>
        <p:grpSpPr>
          <a:xfrm>
            <a:off x="323365" y="320562"/>
            <a:ext cx="417600" cy="560160"/>
            <a:chOff x="323365" y="320562"/>
            <a:chExt cx="41760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FC39681-7EE6-460A-864A-8C4B10DF1183}"/>
                    </a:ext>
                  </a:extLst>
                </p14:cNvPr>
                <p14:cNvContentPartPr/>
                <p14:nvPr/>
              </p14:nvContentPartPr>
              <p14:xfrm>
                <a:off x="391045" y="365202"/>
                <a:ext cx="182160" cy="459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FC39681-7EE6-460A-864A-8C4B10DF11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3045" y="347562"/>
                  <a:ext cx="21780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7AFECFE-9A5B-42A7-8835-A4DAD9F7E9C4}"/>
                    </a:ext>
                  </a:extLst>
                </p14:cNvPr>
                <p14:cNvContentPartPr/>
                <p14:nvPr/>
              </p14:nvContentPartPr>
              <p14:xfrm>
                <a:off x="323365" y="320562"/>
                <a:ext cx="330120" cy="560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7AFECFE-9A5B-42A7-8835-A4DAD9F7E9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5725" y="302562"/>
                  <a:ext cx="36576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00320C6-4714-4EDE-BD72-57AEE0D5CBFD}"/>
                    </a:ext>
                  </a:extLst>
                </p14:cNvPr>
                <p14:cNvContentPartPr/>
                <p14:nvPr/>
              </p14:nvContentPartPr>
              <p14:xfrm>
                <a:off x="465925" y="486162"/>
                <a:ext cx="275040" cy="383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00320C6-4714-4EDE-BD72-57AEE0D5CBF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8285" y="468522"/>
                  <a:ext cx="3106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CA4B02-D4EA-415B-8440-1A6F6E3F07A2}"/>
                    </a:ext>
                  </a:extLst>
                </p14:cNvPr>
                <p14:cNvContentPartPr/>
                <p14:nvPr/>
              </p14:nvContentPartPr>
              <p14:xfrm>
                <a:off x="445405" y="433962"/>
                <a:ext cx="180000" cy="401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CA4B02-D4EA-415B-8440-1A6F6E3F07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7405" y="416322"/>
                  <a:ext cx="215640" cy="43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6AB279-F4A2-4081-BB72-4AA41F0FB25E}"/>
              </a:ext>
            </a:extLst>
          </p:cNvPr>
          <p:cNvGrpSpPr/>
          <p:nvPr/>
        </p:nvGrpSpPr>
        <p:grpSpPr>
          <a:xfrm>
            <a:off x="1217245" y="399402"/>
            <a:ext cx="1434240" cy="634320"/>
            <a:chOff x="1217245" y="399402"/>
            <a:chExt cx="1434240" cy="63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16E5071-1FF1-48B7-941F-0A629A8B8F64}"/>
                    </a:ext>
                  </a:extLst>
                </p14:cNvPr>
                <p14:cNvContentPartPr/>
                <p14:nvPr/>
              </p14:nvContentPartPr>
              <p14:xfrm>
                <a:off x="1217245" y="500922"/>
                <a:ext cx="291600" cy="532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16E5071-1FF1-48B7-941F-0A629A8B8F6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99245" y="483282"/>
                  <a:ext cx="32724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67B3DE-57D9-42D3-97F8-EF155B55E6E0}"/>
                    </a:ext>
                  </a:extLst>
                </p14:cNvPr>
                <p14:cNvContentPartPr/>
                <p14:nvPr/>
              </p14:nvContentPartPr>
              <p14:xfrm>
                <a:off x="1626205" y="399402"/>
                <a:ext cx="384480" cy="437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67B3DE-57D9-42D3-97F8-EF155B55E6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8205" y="381402"/>
                  <a:ext cx="4201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67B0F8-0ADB-4F93-8BD8-0D6364AD187B}"/>
                    </a:ext>
                  </a:extLst>
                </p14:cNvPr>
                <p14:cNvContentPartPr/>
                <p14:nvPr/>
              </p14:nvContentPartPr>
              <p14:xfrm>
                <a:off x="1585165" y="477882"/>
                <a:ext cx="498600" cy="262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67B0F8-0ADB-4F93-8BD8-0D6364AD18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67525" y="459882"/>
                  <a:ext cx="534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D7E558-1C56-4935-B85A-A63D58B89878}"/>
                    </a:ext>
                  </a:extLst>
                </p14:cNvPr>
                <p14:cNvContentPartPr/>
                <p14:nvPr/>
              </p14:nvContentPartPr>
              <p14:xfrm>
                <a:off x="2337925" y="437922"/>
                <a:ext cx="313560" cy="414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D7E558-1C56-4935-B85A-A63D58B898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20285" y="420282"/>
                  <a:ext cx="34920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3F0A96-90D8-4FAE-8EA3-0F88484F4768}"/>
              </a:ext>
            </a:extLst>
          </p:cNvPr>
          <p:cNvGrpSpPr/>
          <p:nvPr/>
        </p:nvGrpSpPr>
        <p:grpSpPr>
          <a:xfrm>
            <a:off x="3221005" y="388602"/>
            <a:ext cx="1713600" cy="480960"/>
            <a:chOff x="3221005" y="388602"/>
            <a:chExt cx="171360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A11CEA-6479-4BF4-A531-12D3E4314275}"/>
                    </a:ext>
                  </a:extLst>
                </p14:cNvPr>
                <p14:cNvContentPartPr/>
                <p14:nvPr/>
              </p14:nvContentPartPr>
              <p14:xfrm>
                <a:off x="3221005" y="421002"/>
                <a:ext cx="281520" cy="417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A11CEA-6479-4BF4-A531-12D3E43142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03005" y="403002"/>
                  <a:ext cx="3171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52A10E-C541-42F4-BFBF-68D90E8461E4}"/>
                    </a:ext>
                  </a:extLst>
                </p14:cNvPr>
                <p14:cNvContentPartPr/>
                <p14:nvPr/>
              </p14:nvContentPartPr>
              <p14:xfrm>
                <a:off x="3703405" y="613242"/>
                <a:ext cx="135720" cy="256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52A10E-C541-42F4-BFBF-68D90E8461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85405" y="595242"/>
                  <a:ext cx="1713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AE41EA-A613-4B0F-B92C-C27BF8EBEA02}"/>
                    </a:ext>
                  </a:extLst>
                </p14:cNvPr>
                <p14:cNvContentPartPr/>
                <p14:nvPr/>
              </p14:nvContentPartPr>
              <p14:xfrm>
                <a:off x="3564445" y="497682"/>
                <a:ext cx="1368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AE41EA-A613-4B0F-B92C-C27BF8EBEA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46805" y="479682"/>
                  <a:ext cx="49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1F5944-43D1-49B2-92C3-98FAD2750C08}"/>
                    </a:ext>
                  </a:extLst>
                </p14:cNvPr>
                <p14:cNvContentPartPr/>
                <p14:nvPr/>
              </p14:nvContentPartPr>
              <p14:xfrm>
                <a:off x="3899965" y="424242"/>
                <a:ext cx="604080" cy="353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1F5944-43D1-49B2-92C3-98FAD2750C0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82325" y="406602"/>
                  <a:ext cx="6397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050EE3-74E5-44A4-92EB-8524C20DF6F0}"/>
                    </a:ext>
                  </a:extLst>
                </p14:cNvPr>
                <p14:cNvContentPartPr/>
                <p14:nvPr/>
              </p14:nvContentPartPr>
              <p14:xfrm>
                <a:off x="4015885" y="388602"/>
                <a:ext cx="918720" cy="317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050EE3-74E5-44A4-92EB-8524C20DF6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98245" y="370602"/>
                  <a:ext cx="95436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E7C01F8-CD64-4D74-911A-49836361B2EB}"/>
                  </a:ext>
                </a:extLst>
              </p14:cNvPr>
              <p14:cNvContentPartPr/>
              <p14:nvPr/>
            </p14:nvContentPartPr>
            <p14:xfrm>
              <a:off x="5370565" y="479682"/>
              <a:ext cx="819720" cy="235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E7C01F8-CD64-4D74-911A-49836361B2E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52925" y="462042"/>
                <a:ext cx="8553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329FE5F-9237-49E5-BF4B-96DB9144C964}"/>
                  </a:ext>
                </a:extLst>
              </p14:cNvPr>
              <p14:cNvContentPartPr/>
              <p14:nvPr/>
            </p14:nvContentPartPr>
            <p14:xfrm>
              <a:off x="6802645" y="308682"/>
              <a:ext cx="599400" cy="548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329FE5F-9237-49E5-BF4B-96DB9144C96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84645" y="290682"/>
                <a:ext cx="63504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908602C-8B56-4852-AE4D-533513A34214}"/>
                  </a:ext>
                </a:extLst>
              </p14:cNvPr>
              <p14:cNvContentPartPr/>
              <p14:nvPr/>
            </p14:nvContentPartPr>
            <p14:xfrm>
              <a:off x="-1788035" y="2239362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908602C-8B56-4852-AE4D-533513A342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805675" y="222136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F1DB529-5D69-46B8-8FB7-5ADADEDD7256}"/>
              </a:ext>
            </a:extLst>
          </p:cNvPr>
          <p:cNvGrpSpPr/>
          <p:nvPr/>
        </p:nvGrpSpPr>
        <p:grpSpPr>
          <a:xfrm>
            <a:off x="1084765" y="1207962"/>
            <a:ext cx="7641360" cy="2946600"/>
            <a:chOff x="1084765" y="1207962"/>
            <a:chExt cx="7641360" cy="29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2FD7B4-C29A-4958-B2FE-14BA2802D73F}"/>
                    </a:ext>
                  </a:extLst>
                </p14:cNvPr>
                <p14:cNvContentPartPr/>
                <p14:nvPr/>
              </p14:nvContentPartPr>
              <p14:xfrm>
                <a:off x="1084765" y="1373922"/>
                <a:ext cx="393840" cy="685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2FD7B4-C29A-4958-B2FE-14BA2802D73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7125" y="1356282"/>
                  <a:ext cx="42948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7244678-0310-4B76-A807-5C98C397F4B0}"/>
                    </a:ext>
                  </a:extLst>
                </p14:cNvPr>
                <p14:cNvContentPartPr/>
                <p14:nvPr/>
              </p14:nvContentPartPr>
              <p14:xfrm>
                <a:off x="1666525" y="1622322"/>
                <a:ext cx="781560" cy="42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7244678-0310-4B76-A807-5C98C397F4B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48525" y="1604322"/>
                  <a:ext cx="817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ED3B1E-D5A1-4959-875A-5DC511C19651}"/>
                    </a:ext>
                  </a:extLst>
                </p14:cNvPr>
                <p14:cNvContentPartPr/>
                <p14:nvPr/>
              </p14:nvContentPartPr>
              <p14:xfrm>
                <a:off x="1805485" y="1801962"/>
                <a:ext cx="896040" cy="117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ED3B1E-D5A1-4959-875A-5DC511C1965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87485" y="1783962"/>
                  <a:ext cx="931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74555A-76EF-451D-A076-7F8B9AA0CE74}"/>
                    </a:ext>
                  </a:extLst>
                </p14:cNvPr>
                <p14:cNvContentPartPr/>
                <p14:nvPr/>
              </p14:nvContentPartPr>
              <p14:xfrm>
                <a:off x="3323965" y="1207962"/>
                <a:ext cx="547560" cy="78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74555A-76EF-451D-A076-7F8B9AA0CE7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06325" y="1190322"/>
                  <a:ext cx="58320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1A1937-D001-4FCB-A0DE-B35FF7A3AC1D}"/>
                    </a:ext>
                  </a:extLst>
                </p14:cNvPr>
                <p14:cNvContentPartPr/>
                <p14:nvPr/>
              </p14:nvContentPartPr>
              <p14:xfrm>
                <a:off x="3310285" y="1295082"/>
                <a:ext cx="428040" cy="669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1A1937-D001-4FCB-A0DE-B35FF7A3AC1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92285" y="1277082"/>
                  <a:ext cx="46368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A28C81-F122-42E1-B47C-A0041539C45C}"/>
                    </a:ext>
                  </a:extLst>
                </p14:cNvPr>
                <p14:cNvContentPartPr/>
                <p14:nvPr/>
              </p14:nvContentPartPr>
              <p14:xfrm>
                <a:off x="4004005" y="1739322"/>
                <a:ext cx="455040" cy="19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A28C81-F122-42E1-B47C-A0041539C45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86005" y="1721682"/>
                  <a:ext cx="490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28D6600-D29C-4667-B33A-6C047F4BC7F4}"/>
                    </a:ext>
                  </a:extLst>
                </p14:cNvPr>
                <p14:cNvContentPartPr/>
                <p14:nvPr/>
              </p14:nvContentPartPr>
              <p14:xfrm>
                <a:off x="5017045" y="1531242"/>
                <a:ext cx="447480" cy="28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8D6600-D29C-4667-B33A-6C047F4BC7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99405" y="1513242"/>
                  <a:ext cx="4831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BECD1E-39B3-49DD-A442-5F1B6B7F0DFC}"/>
                    </a:ext>
                  </a:extLst>
                </p14:cNvPr>
                <p14:cNvContentPartPr/>
                <p14:nvPr/>
              </p14:nvContentPartPr>
              <p14:xfrm>
                <a:off x="4742365" y="1707642"/>
                <a:ext cx="184320" cy="206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BECD1E-39B3-49DD-A442-5F1B6B7F0DF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24365" y="1690002"/>
                  <a:ext cx="2199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EB62A92-7D4B-4633-82DA-F904760BA128}"/>
                    </a:ext>
                  </a:extLst>
                </p14:cNvPr>
                <p14:cNvContentPartPr/>
                <p14:nvPr/>
              </p14:nvContentPartPr>
              <p14:xfrm>
                <a:off x="5601325" y="1611882"/>
                <a:ext cx="489240" cy="29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EB62A92-7D4B-4633-82DA-F904760BA12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83685" y="1594242"/>
                  <a:ext cx="524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545041-2F35-4FB4-B3D2-6DA809A8CF14}"/>
                    </a:ext>
                  </a:extLst>
                </p14:cNvPr>
                <p14:cNvContentPartPr/>
                <p14:nvPr/>
              </p14:nvContentPartPr>
              <p14:xfrm>
                <a:off x="6389725" y="1295082"/>
                <a:ext cx="496800" cy="74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545041-2F35-4FB4-B3D2-6DA809A8CF1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72085" y="1277082"/>
                  <a:ext cx="53244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F6375B8-DBAE-44E4-BA7D-704AE69C4231}"/>
                    </a:ext>
                  </a:extLst>
                </p14:cNvPr>
                <p14:cNvContentPartPr/>
                <p14:nvPr/>
              </p14:nvContentPartPr>
              <p14:xfrm>
                <a:off x="6364885" y="1277442"/>
                <a:ext cx="527040" cy="678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F6375B8-DBAE-44E4-BA7D-704AE69C423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47245" y="1259802"/>
                  <a:ext cx="56268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5FAECD-E911-420C-ADB9-6297EBF8771B}"/>
                    </a:ext>
                  </a:extLst>
                </p14:cNvPr>
                <p14:cNvContentPartPr/>
                <p14:nvPr/>
              </p14:nvContentPartPr>
              <p14:xfrm>
                <a:off x="7123045" y="1716642"/>
                <a:ext cx="478440" cy="28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5FAECD-E911-420C-ADB9-6297EBF8771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105405" y="1699002"/>
                  <a:ext cx="5140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D59EDE-FEF1-4A0C-B286-B1CF6F486F6A}"/>
                    </a:ext>
                  </a:extLst>
                </p14:cNvPr>
                <p14:cNvContentPartPr/>
                <p14:nvPr/>
              </p14:nvContentPartPr>
              <p14:xfrm>
                <a:off x="7892725" y="1745442"/>
                <a:ext cx="65160" cy="15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D59EDE-FEF1-4A0C-B286-B1CF6F486F6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875085" y="1727802"/>
                  <a:ext cx="100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8CC604-657C-4426-B24C-B4706CDF104E}"/>
                    </a:ext>
                  </a:extLst>
                </p14:cNvPr>
                <p14:cNvContentPartPr/>
                <p14:nvPr/>
              </p14:nvContentPartPr>
              <p14:xfrm>
                <a:off x="7829005" y="1577682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8CC604-657C-4426-B24C-B4706CDF10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11365" y="15600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7C4639D-C63E-4FC3-919B-630B7A6FDA74}"/>
                    </a:ext>
                  </a:extLst>
                </p14:cNvPr>
                <p14:cNvContentPartPr/>
                <p14:nvPr/>
              </p14:nvContentPartPr>
              <p14:xfrm>
                <a:off x="8026285" y="1548882"/>
                <a:ext cx="358560" cy="201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7C4639D-C63E-4FC3-919B-630B7A6FDA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08645" y="1531242"/>
                  <a:ext cx="394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3AB36D-FBDF-406F-974B-3B4AE4F68A02}"/>
                    </a:ext>
                  </a:extLst>
                </p14:cNvPr>
                <p14:cNvContentPartPr/>
                <p14:nvPr/>
              </p14:nvContentPartPr>
              <p14:xfrm>
                <a:off x="2858845" y="2050362"/>
                <a:ext cx="5678280" cy="226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3AB36D-FBDF-406F-974B-3B4AE4F68A0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40845" y="2032722"/>
                  <a:ext cx="5713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D1DA4D3-285F-4658-A804-0F47733701E1}"/>
                    </a:ext>
                  </a:extLst>
                </p14:cNvPr>
                <p14:cNvContentPartPr/>
                <p14:nvPr/>
              </p14:nvContentPartPr>
              <p14:xfrm>
                <a:off x="4832005" y="2461842"/>
                <a:ext cx="503280" cy="594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D1DA4D3-285F-4658-A804-0F47733701E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14005" y="2444202"/>
                  <a:ext cx="53892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A82F124-F103-4FD1-BF3F-940E92D43670}"/>
                    </a:ext>
                  </a:extLst>
                </p14:cNvPr>
                <p14:cNvContentPartPr/>
                <p14:nvPr/>
              </p14:nvContentPartPr>
              <p14:xfrm>
                <a:off x="6254005" y="1341162"/>
                <a:ext cx="2472120" cy="2526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A82F124-F103-4FD1-BF3F-940E92D4367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36365" y="1323162"/>
                  <a:ext cx="2507760" cy="25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B7CDEC1-969E-4338-A48C-8D7A764E0EDE}"/>
                    </a:ext>
                  </a:extLst>
                </p14:cNvPr>
                <p14:cNvContentPartPr/>
                <p14:nvPr/>
              </p14:nvContentPartPr>
              <p14:xfrm>
                <a:off x="8091805" y="3476682"/>
                <a:ext cx="458280" cy="407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B7CDEC1-969E-4338-A48C-8D7A764E0ED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74165" y="3459042"/>
                  <a:ext cx="4939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1528F07-BEF1-4211-811D-E8843154E4EB}"/>
                    </a:ext>
                  </a:extLst>
                </p14:cNvPr>
                <p14:cNvContentPartPr/>
                <p14:nvPr/>
              </p14:nvContentPartPr>
              <p14:xfrm>
                <a:off x="7928725" y="3230442"/>
                <a:ext cx="771840" cy="924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1528F07-BEF1-4211-811D-E8843154E4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10725" y="3212802"/>
                  <a:ext cx="807480" cy="9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98075BD-A9B7-4DF8-885B-4DFEC6DDB159}"/>
              </a:ext>
            </a:extLst>
          </p:cNvPr>
          <p:cNvGrpSpPr/>
          <p:nvPr/>
        </p:nvGrpSpPr>
        <p:grpSpPr>
          <a:xfrm>
            <a:off x="399685" y="3951882"/>
            <a:ext cx="1054440" cy="482040"/>
            <a:chOff x="399685" y="3951882"/>
            <a:chExt cx="105444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5BCD8B0-9EF3-44A8-8BA4-DF365BBFE806}"/>
                    </a:ext>
                  </a:extLst>
                </p14:cNvPr>
                <p14:cNvContentPartPr/>
                <p14:nvPr/>
              </p14:nvContentPartPr>
              <p14:xfrm>
                <a:off x="399685" y="4121442"/>
                <a:ext cx="193680" cy="312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5BCD8B0-9EF3-44A8-8BA4-DF365BBFE80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1685" y="4103802"/>
                  <a:ext cx="2293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2401DB7-7A0D-4D69-AF3D-C3AB12005667}"/>
                    </a:ext>
                  </a:extLst>
                </p14:cNvPr>
                <p14:cNvContentPartPr/>
                <p14:nvPr/>
              </p14:nvContentPartPr>
              <p14:xfrm>
                <a:off x="702805" y="4015602"/>
                <a:ext cx="361800" cy="331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2401DB7-7A0D-4D69-AF3D-C3AB1200566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4805" y="3997962"/>
                  <a:ext cx="3974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896345-29CE-41B6-A3BF-8C9420FDFF0E}"/>
                    </a:ext>
                  </a:extLst>
                </p14:cNvPr>
                <p14:cNvContentPartPr/>
                <p14:nvPr/>
              </p14:nvContentPartPr>
              <p14:xfrm>
                <a:off x="1229485" y="3951882"/>
                <a:ext cx="360" cy="8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896345-29CE-41B6-A3BF-8C9420FDFF0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11485" y="3933882"/>
                  <a:ext cx="36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FBD98B7-0F07-4B8A-9F31-D0FAEF562B5E}"/>
                    </a:ext>
                  </a:extLst>
                </p14:cNvPr>
                <p14:cNvContentPartPr/>
                <p14:nvPr/>
              </p14:nvContentPartPr>
              <p14:xfrm>
                <a:off x="1392205" y="4177242"/>
                <a:ext cx="61920" cy="203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FBD98B7-0F07-4B8A-9F31-D0FAEF562B5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74565" y="4159242"/>
                  <a:ext cx="9756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483DFA4-4CC8-482F-878F-503E67477361}"/>
              </a:ext>
            </a:extLst>
          </p:cNvPr>
          <p:cNvGrpSpPr/>
          <p:nvPr/>
        </p:nvGrpSpPr>
        <p:grpSpPr>
          <a:xfrm>
            <a:off x="474205" y="4667922"/>
            <a:ext cx="1860480" cy="834480"/>
            <a:chOff x="474205" y="4667922"/>
            <a:chExt cx="1860480" cy="83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9E4CB6-7C85-4216-9FB9-A0AB0E64733E}"/>
                    </a:ext>
                  </a:extLst>
                </p14:cNvPr>
                <p14:cNvContentPartPr/>
                <p14:nvPr/>
              </p14:nvContentPartPr>
              <p14:xfrm>
                <a:off x="474205" y="4667922"/>
                <a:ext cx="596520" cy="834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9E4CB6-7C85-4216-9FB9-A0AB0E6473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6205" y="4649922"/>
                  <a:ext cx="632160" cy="8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4A3C2C6-E045-4E85-877D-45FD90283220}"/>
                    </a:ext>
                  </a:extLst>
                </p14:cNvPr>
                <p14:cNvContentPartPr/>
                <p14:nvPr/>
              </p14:nvContentPartPr>
              <p14:xfrm>
                <a:off x="1234885" y="4967442"/>
                <a:ext cx="1099800" cy="379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4A3C2C6-E045-4E85-877D-45FD902832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16885" y="4949802"/>
                  <a:ext cx="1135440" cy="41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9727424-05E8-443E-9946-410B478E470A}"/>
                  </a:ext>
                </a:extLst>
              </p14:cNvPr>
              <p14:cNvContentPartPr/>
              <p14:nvPr/>
            </p14:nvContentPartPr>
            <p14:xfrm>
              <a:off x="3075205" y="4732002"/>
              <a:ext cx="177480" cy="540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9727424-05E8-443E-9946-410B478E470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057205" y="4714002"/>
                <a:ext cx="21312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A39BA80-D3F8-492D-810C-F75668EBFC7E}"/>
                  </a:ext>
                </a:extLst>
              </p14:cNvPr>
              <p14:cNvContentPartPr/>
              <p14:nvPr/>
            </p14:nvContentPartPr>
            <p14:xfrm>
              <a:off x="3711325" y="4965642"/>
              <a:ext cx="453600" cy="493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A39BA80-D3F8-492D-810C-F75668EBFC7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693325" y="4948002"/>
                <a:ext cx="4892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8DEA9C6-F729-42A4-A9E3-97139D079612}"/>
                  </a:ext>
                </a:extLst>
              </p14:cNvPr>
              <p14:cNvContentPartPr/>
              <p14:nvPr/>
            </p14:nvContentPartPr>
            <p14:xfrm>
              <a:off x="4666765" y="4927482"/>
              <a:ext cx="440280" cy="29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8DEA9C6-F729-42A4-A9E3-97139D07961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648765" y="4909482"/>
                <a:ext cx="4759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2604171-49A9-4788-B1CE-3C231A13C99B}"/>
                  </a:ext>
                </a:extLst>
              </p14:cNvPr>
              <p14:cNvContentPartPr/>
              <p14:nvPr/>
            </p14:nvContentPartPr>
            <p14:xfrm>
              <a:off x="5412685" y="4714362"/>
              <a:ext cx="54000" cy="367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2604171-49A9-4788-B1CE-3C231A13C99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395045" y="4696722"/>
                <a:ext cx="896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18E7E2A-F3A3-4C30-93A9-CECA0B7F58FA}"/>
                  </a:ext>
                </a:extLst>
              </p14:cNvPr>
              <p14:cNvContentPartPr/>
              <p14:nvPr/>
            </p14:nvContentPartPr>
            <p14:xfrm>
              <a:off x="5522845" y="4529322"/>
              <a:ext cx="300960" cy="6800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18E7E2A-F3A3-4C30-93A9-CECA0B7F58F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504845" y="4511682"/>
                <a:ext cx="33660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D445574-59EE-4858-963D-5117C0604C39}"/>
                  </a:ext>
                </a:extLst>
              </p14:cNvPr>
              <p14:cNvContentPartPr/>
              <p14:nvPr/>
            </p14:nvContentPartPr>
            <p14:xfrm>
              <a:off x="4620325" y="4494762"/>
              <a:ext cx="191160" cy="772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D445574-59EE-4858-963D-5117C0604C3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602325" y="4476762"/>
                <a:ext cx="226800" cy="8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314141D-07AC-4602-B82C-D35A186C543D}"/>
                  </a:ext>
                </a:extLst>
              </p14:cNvPr>
              <p14:cNvContentPartPr/>
              <p14:nvPr/>
            </p14:nvContentPartPr>
            <p14:xfrm>
              <a:off x="3046405" y="5362722"/>
              <a:ext cx="3028680" cy="1490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314141D-07AC-4602-B82C-D35A186C543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028405" y="5345082"/>
                <a:ext cx="30643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34167D6-6707-4B24-9C08-D542674C9179}"/>
                  </a:ext>
                </a:extLst>
              </p14:cNvPr>
              <p14:cNvContentPartPr/>
              <p14:nvPr/>
            </p14:nvContentPartPr>
            <p14:xfrm>
              <a:off x="6315925" y="5174802"/>
              <a:ext cx="671760" cy="234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34167D6-6707-4B24-9C08-D542674C917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297925" y="5157162"/>
                <a:ext cx="7074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BC4FD5C-9606-45CB-9D50-5EA934D92C86}"/>
                  </a:ext>
                </a:extLst>
              </p14:cNvPr>
              <p14:cNvContentPartPr/>
              <p14:nvPr/>
            </p14:nvContentPartPr>
            <p14:xfrm>
              <a:off x="7455685" y="4859082"/>
              <a:ext cx="567720" cy="454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BC4FD5C-9606-45CB-9D50-5EA934D92C8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438045" y="4841082"/>
                <a:ext cx="60336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449F781-E8A1-4CB0-BCAA-E8BFEF601B3B}"/>
                  </a:ext>
                </a:extLst>
              </p14:cNvPr>
              <p14:cNvContentPartPr/>
              <p14:nvPr/>
            </p14:nvContentPartPr>
            <p14:xfrm>
              <a:off x="7189285" y="5435802"/>
              <a:ext cx="1004040" cy="1162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449F781-E8A1-4CB0-BCAA-E8BFEF601B3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71645" y="5418162"/>
                <a:ext cx="10396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4781925-B440-459D-B732-1F0E18D5FDA9}"/>
                  </a:ext>
                </a:extLst>
              </p14:cNvPr>
              <p14:cNvContentPartPr/>
              <p14:nvPr/>
            </p14:nvContentPartPr>
            <p14:xfrm>
              <a:off x="7497085" y="5710482"/>
              <a:ext cx="539280" cy="4903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4781925-B440-459D-B732-1F0E18D5FDA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479445" y="5692482"/>
                <a:ext cx="57492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A8CB14B-794A-4F95-8CE9-92BB6156688D}"/>
                  </a:ext>
                </a:extLst>
              </p14:cNvPr>
              <p14:cNvContentPartPr/>
              <p14:nvPr/>
            </p14:nvContentPartPr>
            <p14:xfrm>
              <a:off x="7675285" y="5893002"/>
              <a:ext cx="12960" cy="619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A8CB14B-794A-4F95-8CE9-92BB6156688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657285" y="5875002"/>
                <a:ext cx="4860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C0AA7BD-F7E3-48E8-80DD-A56165494B93}"/>
                  </a:ext>
                </a:extLst>
              </p14:cNvPr>
              <p14:cNvContentPartPr/>
              <p14:nvPr/>
            </p14:nvContentPartPr>
            <p14:xfrm>
              <a:off x="1246045" y="6082362"/>
              <a:ext cx="1116000" cy="2998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C0AA7BD-F7E3-48E8-80DD-A56165494B9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228405" y="6064362"/>
                <a:ext cx="115164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5BF121D4-93A2-4DD2-87E3-44C55929F3D1}"/>
              </a:ext>
            </a:extLst>
          </p:cNvPr>
          <p:cNvGrpSpPr/>
          <p:nvPr/>
        </p:nvGrpSpPr>
        <p:grpSpPr>
          <a:xfrm>
            <a:off x="3051805" y="5580882"/>
            <a:ext cx="1872720" cy="1331640"/>
            <a:chOff x="3051805" y="5580882"/>
            <a:chExt cx="1872720" cy="13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D6327AC-D2C8-4A6B-AC78-0AC6FA56A549}"/>
                    </a:ext>
                  </a:extLst>
                </p14:cNvPr>
                <p14:cNvContentPartPr/>
                <p14:nvPr/>
              </p14:nvContentPartPr>
              <p14:xfrm>
                <a:off x="4404685" y="5580882"/>
                <a:ext cx="519840" cy="577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D6327AC-D2C8-4A6B-AC78-0AC6FA56A5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86685" y="5562882"/>
                  <a:ext cx="55548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7742EA5-CEDB-4003-BB72-7D9E133D42D0}"/>
                    </a:ext>
                  </a:extLst>
                </p14:cNvPr>
                <p14:cNvContentPartPr/>
                <p14:nvPr/>
              </p14:nvContentPartPr>
              <p14:xfrm>
                <a:off x="4690525" y="5864202"/>
                <a:ext cx="80640" cy="798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7742EA5-CEDB-4003-BB72-7D9E133D42D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72525" y="5846202"/>
                  <a:ext cx="116280" cy="83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771189-A95D-4A10-9724-4AE6E6F56DDF}"/>
                    </a:ext>
                  </a:extLst>
                </p14:cNvPr>
                <p14:cNvContentPartPr/>
                <p14:nvPr/>
              </p14:nvContentPartPr>
              <p14:xfrm>
                <a:off x="3051805" y="6150042"/>
                <a:ext cx="395280" cy="43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771189-A95D-4A10-9724-4AE6E6F56DD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33805" y="6132402"/>
                  <a:ext cx="43092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28A70CB-1693-4130-AEEE-D18A653910AA}"/>
                    </a:ext>
                  </a:extLst>
                </p14:cNvPr>
                <p14:cNvContentPartPr/>
                <p14:nvPr/>
              </p14:nvContentPartPr>
              <p14:xfrm>
                <a:off x="3642205" y="6337242"/>
                <a:ext cx="360" cy="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28A70CB-1693-4130-AEEE-D18A653910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24205" y="63196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0314094-9614-420F-B622-BB866E78939D}"/>
                    </a:ext>
                  </a:extLst>
                </p14:cNvPr>
                <p14:cNvContentPartPr/>
                <p14:nvPr/>
              </p14:nvContentPartPr>
              <p14:xfrm>
                <a:off x="3911125" y="5927562"/>
                <a:ext cx="234720" cy="538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0314094-9614-420F-B622-BB866E78939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93485" y="5909922"/>
                  <a:ext cx="2703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AB0349D-8E46-4BD5-8E43-83D470E5ADDD}"/>
                    </a:ext>
                  </a:extLst>
                </p14:cNvPr>
                <p14:cNvContentPartPr/>
                <p14:nvPr/>
              </p14:nvContentPartPr>
              <p14:xfrm>
                <a:off x="4238005" y="5731362"/>
                <a:ext cx="83880" cy="144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AB0349D-8E46-4BD5-8E43-83D470E5ADD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220005" y="5713362"/>
                  <a:ext cx="119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78E8D6A-A719-42DE-BD05-48DA44E7F9F3}"/>
                    </a:ext>
                  </a:extLst>
                </p14:cNvPr>
                <p14:cNvContentPartPr/>
                <p14:nvPr/>
              </p14:nvContentPartPr>
              <p14:xfrm>
                <a:off x="3173125" y="6642522"/>
                <a:ext cx="1508040" cy="270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78E8D6A-A719-42DE-BD05-48DA44E7F9F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155485" y="6624882"/>
                  <a:ext cx="1543680" cy="30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08627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DEC615E5-BBB6-459D-A44E-B8F2D58171CA}"/>
              </a:ext>
            </a:extLst>
          </p:cNvPr>
          <p:cNvGrpSpPr/>
          <p:nvPr/>
        </p:nvGrpSpPr>
        <p:grpSpPr>
          <a:xfrm>
            <a:off x="405085" y="156762"/>
            <a:ext cx="8777880" cy="3353040"/>
            <a:chOff x="405085" y="156762"/>
            <a:chExt cx="8777880" cy="335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3B8F0AD-1143-4640-B5A0-7B19962E1ADF}"/>
                    </a:ext>
                  </a:extLst>
                </p14:cNvPr>
                <p14:cNvContentPartPr/>
                <p14:nvPr/>
              </p14:nvContentPartPr>
              <p14:xfrm>
                <a:off x="792805" y="422802"/>
                <a:ext cx="171720" cy="572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3B8F0AD-1143-4640-B5A0-7B19962E1AD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5165" y="404802"/>
                  <a:ext cx="20736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6F321B7-B81E-4513-8FF1-A57883898DEE}"/>
                    </a:ext>
                  </a:extLst>
                </p14:cNvPr>
                <p14:cNvContentPartPr/>
                <p14:nvPr/>
              </p14:nvContentPartPr>
              <p14:xfrm>
                <a:off x="601645" y="512082"/>
                <a:ext cx="510480" cy="101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6F321B7-B81E-4513-8FF1-A57883898D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3645" y="494442"/>
                  <a:ext cx="546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08D51F-848B-4988-BC35-264F61D340D2}"/>
                    </a:ext>
                  </a:extLst>
                </p14:cNvPr>
                <p14:cNvContentPartPr/>
                <p14:nvPr/>
              </p14:nvContentPartPr>
              <p14:xfrm>
                <a:off x="764005" y="1026162"/>
                <a:ext cx="321480" cy="61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08D51F-848B-4988-BC35-264F61D340D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6005" y="1008522"/>
                  <a:ext cx="357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0744D4-3FC0-4F4B-8000-9D6D7777C025}"/>
                    </a:ext>
                  </a:extLst>
                </p14:cNvPr>
                <p14:cNvContentPartPr/>
                <p14:nvPr/>
              </p14:nvContentPartPr>
              <p14:xfrm>
                <a:off x="1828885" y="330642"/>
                <a:ext cx="297360" cy="63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0744D4-3FC0-4F4B-8000-9D6D7777C0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10885" y="312642"/>
                  <a:ext cx="33300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AD1D7C-BBC7-4AB3-A4D2-A94F4D255D06}"/>
                    </a:ext>
                  </a:extLst>
                </p14:cNvPr>
                <p14:cNvContentPartPr/>
                <p14:nvPr/>
              </p14:nvContentPartPr>
              <p14:xfrm>
                <a:off x="2423245" y="643122"/>
                <a:ext cx="271440" cy="285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AD1D7C-BBC7-4AB3-A4D2-A94F4D255D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05605" y="625122"/>
                  <a:ext cx="3070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5CA13C-C40A-49D0-BA38-7771E3B3536C}"/>
                    </a:ext>
                  </a:extLst>
                </p14:cNvPr>
                <p14:cNvContentPartPr/>
                <p14:nvPr/>
              </p14:nvContentPartPr>
              <p14:xfrm>
                <a:off x="2817805" y="558522"/>
                <a:ext cx="604080" cy="348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5CA13C-C40A-49D0-BA38-7771E3B353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9805" y="540522"/>
                  <a:ext cx="6397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5DFF06D-4673-4BB2-A848-C996D8554F6B}"/>
                    </a:ext>
                  </a:extLst>
                </p14:cNvPr>
                <p14:cNvContentPartPr/>
                <p14:nvPr/>
              </p14:nvContentPartPr>
              <p14:xfrm>
                <a:off x="1278445" y="740322"/>
                <a:ext cx="415800" cy="202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5DFF06D-4673-4BB2-A848-C996D8554F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60805" y="722322"/>
                  <a:ext cx="4514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F033D5-8AF7-405A-ADA8-C1886535C70C}"/>
                    </a:ext>
                  </a:extLst>
                </p14:cNvPr>
                <p14:cNvContentPartPr/>
                <p14:nvPr/>
              </p14:nvContentPartPr>
              <p14:xfrm>
                <a:off x="4045045" y="472842"/>
                <a:ext cx="555480" cy="356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F033D5-8AF7-405A-ADA8-C1886535C7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27045" y="455202"/>
                  <a:ext cx="5911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CE29B9-FC3F-41F8-9594-7D22B56F8147}"/>
                    </a:ext>
                  </a:extLst>
                </p14:cNvPr>
                <p14:cNvContentPartPr/>
                <p14:nvPr/>
              </p14:nvContentPartPr>
              <p14:xfrm>
                <a:off x="4954045" y="480042"/>
                <a:ext cx="277560" cy="314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CE29B9-FC3F-41F8-9594-7D22B56F814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36045" y="462402"/>
                  <a:ext cx="3132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81AABD-E9F4-41CE-A524-9967DC3AD2C7}"/>
                    </a:ext>
                  </a:extLst>
                </p14:cNvPr>
                <p14:cNvContentPartPr/>
                <p14:nvPr/>
              </p14:nvContentPartPr>
              <p14:xfrm>
                <a:off x="5335285" y="156762"/>
                <a:ext cx="280080" cy="64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481AABD-E9F4-41CE-A524-9967DC3AD2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17285" y="138762"/>
                  <a:ext cx="31572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5BA4D41-1A80-4DE7-801F-A8418B9FD280}"/>
                    </a:ext>
                  </a:extLst>
                </p14:cNvPr>
                <p14:cNvContentPartPr/>
                <p14:nvPr/>
              </p14:nvContentPartPr>
              <p14:xfrm>
                <a:off x="5705365" y="440082"/>
                <a:ext cx="942480" cy="415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5BA4D41-1A80-4DE7-801F-A8418B9FD2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87725" y="422442"/>
                  <a:ext cx="9781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28C020-0F9C-4C29-AD79-7E70E2A89613}"/>
                    </a:ext>
                  </a:extLst>
                </p14:cNvPr>
                <p14:cNvContentPartPr/>
                <p14:nvPr/>
              </p14:nvContentPartPr>
              <p14:xfrm>
                <a:off x="7094245" y="347922"/>
                <a:ext cx="210600" cy="576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28C020-0F9C-4C29-AD79-7E70E2A896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76605" y="329922"/>
                  <a:ext cx="24624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E9B5DE-2DF2-46B3-B25B-585E16F55B0D}"/>
                    </a:ext>
                  </a:extLst>
                </p14:cNvPr>
                <p14:cNvContentPartPr/>
                <p14:nvPr/>
              </p14:nvContentPartPr>
              <p14:xfrm>
                <a:off x="6776365" y="303282"/>
                <a:ext cx="693360" cy="119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E9B5DE-2DF2-46B3-B25B-585E16F55B0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58365" y="285282"/>
                  <a:ext cx="729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7203B24-E184-4705-A495-94AA963528D7}"/>
                    </a:ext>
                  </a:extLst>
                </p14:cNvPr>
                <p14:cNvContentPartPr/>
                <p14:nvPr/>
              </p14:nvContentPartPr>
              <p14:xfrm>
                <a:off x="7065445" y="798642"/>
                <a:ext cx="668880" cy="138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7203B24-E184-4705-A495-94AA963528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47805" y="780642"/>
                  <a:ext cx="704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16F804-F617-47EB-92A0-017862831DEC}"/>
                    </a:ext>
                  </a:extLst>
                </p14:cNvPr>
                <p14:cNvContentPartPr/>
                <p14:nvPr/>
              </p14:nvContentPartPr>
              <p14:xfrm>
                <a:off x="7603645" y="255042"/>
                <a:ext cx="416880" cy="83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16F804-F617-47EB-92A0-017862831D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85645" y="237042"/>
                  <a:ext cx="45252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4D19945-7E5B-4C59-81DC-01E5F9C39981}"/>
                    </a:ext>
                  </a:extLst>
                </p14:cNvPr>
                <p14:cNvContentPartPr/>
                <p14:nvPr/>
              </p14:nvContentPartPr>
              <p14:xfrm>
                <a:off x="6752965" y="318402"/>
                <a:ext cx="541800" cy="100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4D19945-7E5B-4C59-81DC-01E5F9C399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34965" y="300762"/>
                  <a:ext cx="57744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28255C-3AE8-4BD3-917F-E286462A89F1}"/>
                    </a:ext>
                  </a:extLst>
                </p14:cNvPr>
                <p14:cNvContentPartPr/>
                <p14:nvPr/>
              </p14:nvContentPartPr>
              <p14:xfrm>
                <a:off x="607765" y="1791522"/>
                <a:ext cx="349560" cy="942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28255C-3AE8-4BD3-917F-E286462A89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9765" y="1773882"/>
                  <a:ext cx="385200" cy="9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220203-5901-4BC8-80CE-0E883B3BE2F3}"/>
                    </a:ext>
                  </a:extLst>
                </p14:cNvPr>
                <p14:cNvContentPartPr/>
                <p14:nvPr/>
              </p14:nvContentPartPr>
              <p14:xfrm>
                <a:off x="405085" y="1835442"/>
                <a:ext cx="678600" cy="124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220203-5901-4BC8-80CE-0E883B3BE2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7085" y="1817442"/>
                  <a:ext cx="714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B3BFB5A-4B67-4254-BCDC-9D069393476B}"/>
                    </a:ext>
                  </a:extLst>
                </p14:cNvPr>
                <p14:cNvContentPartPr/>
                <p14:nvPr/>
              </p14:nvContentPartPr>
              <p14:xfrm>
                <a:off x="526405" y="2530962"/>
                <a:ext cx="798840" cy="93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B3BFB5A-4B67-4254-BCDC-9D069393476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8765" y="2512962"/>
                  <a:ext cx="834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DCF44A-0F0A-4966-91A5-C8D763BE9786}"/>
                    </a:ext>
                  </a:extLst>
                </p14:cNvPr>
                <p14:cNvContentPartPr/>
                <p14:nvPr/>
              </p14:nvContentPartPr>
              <p14:xfrm>
                <a:off x="1435045" y="2131362"/>
                <a:ext cx="729720" cy="88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DCF44A-0F0A-4966-91A5-C8D763BE978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17045" y="2113362"/>
                  <a:ext cx="765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595E58-375B-4518-8070-ACC1CD791D4A}"/>
                    </a:ext>
                  </a:extLst>
                </p14:cNvPr>
                <p14:cNvContentPartPr/>
                <p14:nvPr/>
              </p14:nvContentPartPr>
              <p14:xfrm>
                <a:off x="1498765" y="2277882"/>
                <a:ext cx="1002240" cy="230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595E58-375B-4518-8070-ACC1CD791D4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80765" y="2260242"/>
                  <a:ext cx="1037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7121486-D97F-4194-934B-79ECEB6A032C}"/>
                    </a:ext>
                  </a:extLst>
                </p14:cNvPr>
                <p14:cNvContentPartPr/>
                <p14:nvPr/>
              </p14:nvContentPartPr>
              <p14:xfrm>
                <a:off x="2922565" y="1947402"/>
                <a:ext cx="745920" cy="493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7121486-D97F-4194-934B-79ECEB6A03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04565" y="1929402"/>
                  <a:ext cx="78156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D814579-54AA-47E4-B2A7-07F3C0F535DF}"/>
                    </a:ext>
                  </a:extLst>
                </p14:cNvPr>
                <p14:cNvContentPartPr/>
                <p14:nvPr/>
              </p14:nvContentPartPr>
              <p14:xfrm>
                <a:off x="3749845" y="1964682"/>
                <a:ext cx="437040" cy="225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D814579-54AA-47E4-B2A7-07F3C0F535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31845" y="1947042"/>
                  <a:ext cx="472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F41956-3B69-4591-B4C5-8CFB5B166424}"/>
                    </a:ext>
                  </a:extLst>
                </p14:cNvPr>
                <p14:cNvContentPartPr/>
                <p14:nvPr/>
              </p14:nvContentPartPr>
              <p14:xfrm>
                <a:off x="4287685" y="1970802"/>
                <a:ext cx="383400" cy="161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F41956-3B69-4591-B4C5-8CFB5B1664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70045" y="1952802"/>
                  <a:ext cx="419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AB28BD-59BC-4911-ACC3-9C0134FCA7B1}"/>
                    </a:ext>
                  </a:extLst>
                </p14:cNvPr>
                <p14:cNvContentPartPr/>
                <p14:nvPr/>
              </p14:nvContentPartPr>
              <p14:xfrm>
                <a:off x="4883485" y="1496682"/>
                <a:ext cx="349920" cy="64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7AB28BD-59BC-4911-ACC3-9C0134FCA7B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65845" y="1479042"/>
                  <a:ext cx="38556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41C3146-44FA-441A-BE1C-C514C5CDC682}"/>
                    </a:ext>
                  </a:extLst>
                </p14:cNvPr>
                <p14:cNvContentPartPr/>
                <p14:nvPr/>
              </p14:nvContentPartPr>
              <p14:xfrm>
                <a:off x="5389285" y="1479402"/>
                <a:ext cx="757440" cy="1942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41C3146-44FA-441A-BE1C-C514C5CDC68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71645" y="1461762"/>
                  <a:ext cx="793080" cy="19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9383DF-D1F0-4063-8B23-DAEA9F3F485D}"/>
                    </a:ext>
                  </a:extLst>
                </p14:cNvPr>
                <p14:cNvContentPartPr/>
                <p14:nvPr/>
              </p14:nvContentPartPr>
              <p14:xfrm>
                <a:off x="6144205" y="1704762"/>
                <a:ext cx="302400" cy="712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9383DF-D1F0-4063-8B23-DAEA9F3F48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26565" y="1686762"/>
                  <a:ext cx="33804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C82631-DC38-4824-8D3F-308331DDFC28}"/>
                    </a:ext>
                  </a:extLst>
                </p14:cNvPr>
                <p14:cNvContentPartPr/>
                <p14:nvPr/>
              </p14:nvContentPartPr>
              <p14:xfrm>
                <a:off x="6093445" y="1855242"/>
                <a:ext cx="410040" cy="454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C82631-DC38-4824-8D3F-308331DDFC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75445" y="1837242"/>
                  <a:ext cx="4456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DD0FB9B-94B0-46FE-A35A-8B12419253A6}"/>
                    </a:ext>
                  </a:extLst>
                </p14:cNvPr>
                <p14:cNvContentPartPr/>
                <p14:nvPr/>
              </p14:nvContentPartPr>
              <p14:xfrm>
                <a:off x="6712645" y="1994562"/>
                <a:ext cx="411840" cy="33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DD0FB9B-94B0-46FE-A35A-8B12419253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94645" y="1976922"/>
                  <a:ext cx="4474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91A522D-1510-4603-877F-7EE2BF1A6FE0}"/>
                    </a:ext>
                  </a:extLst>
                </p14:cNvPr>
                <p14:cNvContentPartPr/>
                <p14:nvPr/>
              </p14:nvContentPartPr>
              <p14:xfrm>
                <a:off x="7600045" y="1583802"/>
                <a:ext cx="299160" cy="694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91A522D-1510-4603-877F-7EE2BF1A6FE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82045" y="1565802"/>
                  <a:ext cx="33480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FE9F6B7-58E9-4B33-806E-EED45EBBCE1A}"/>
                    </a:ext>
                  </a:extLst>
                </p14:cNvPr>
                <p14:cNvContentPartPr/>
                <p14:nvPr/>
              </p14:nvContentPartPr>
              <p14:xfrm>
                <a:off x="7482325" y="1704762"/>
                <a:ext cx="497520" cy="520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FE9F6B7-58E9-4B33-806E-EED45EBBCE1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64325" y="1686762"/>
                  <a:ext cx="53316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B9FDCF-9409-49B7-AB99-B608D39A90B8}"/>
                    </a:ext>
                  </a:extLst>
                </p14:cNvPr>
                <p14:cNvContentPartPr/>
                <p14:nvPr/>
              </p14:nvContentPartPr>
              <p14:xfrm>
                <a:off x="7852405" y="2375082"/>
                <a:ext cx="425880" cy="238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B9FDCF-9409-49B7-AB99-B608D39A90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34765" y="2357442"/>
                  <a:ext cx="461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8A619F-C9D1-47FB-AA6D-EFA76B774B91}"/>
                    </a:ext>
                  </a:extLst>
                </p14:cNvPr>
                <p14:cNvContentPartPr/>
                <p14:nvPr/>
              </p14:nvContentPartPr>
              <p14:xfrm>
                <a:off x="8379085" y="2322882"/>
                <a:ext cx="111600" cy="188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8A619F-C9D1-47FB-AA6D-EFA76B774B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61445" y="2305242"/>
                  <a:ext cx="147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55750D-7A5B-42F2-AD54-8384113B34F0}"/>
                    </a:ext>
                  </a:extLst>
                </p14:cNvPr>
                <p14:cNvContentPartPr/>
                <p14:nvPr/>
              </p14:nvContentPartPr>
              <p14:xfrm>
                <a:off x="8304205" y="2190042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55750D-7A5B-42F2-AD54-8384113B34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86205" y="21720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B99E686-AC71-482B-8630-3C19B2060FF4}"/>
                    </a:ext>
                  </a:extLst>
                </p14:cNvPr>
                <p14:cNvContentPartPr/>
                <p14:nvPr/>
              </p14:nvContentPartPr>
              <p14:xfrm>
                <a:off x="8518045" y="2161242"/>
                <a:ext cx="314640" cy="217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B99E686-AC71-482B-8630-3C19B2060F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00405" y="2143242"/>
                  <a:ext cx="350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1C3D158-01A4-4DE6-9516-F05C29C42CDB}"/>
                    </a:ext>
                  </a:extLst>
                </p14:cNvPr>
                <p14:cNvContentPartPr/>
                <p14:nvPr/>
              </p14:nvContentPartPr>
              <p14:xfrm>
                <a:off x="8743405" y="1682082"/>
                <a:ext cx="439560" cy="1496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1C3D158-01A4-4DE6-9516-F05C29C42CD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25765" y="1664082"/>
                  <a:ext cx="475200" cy="15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F843CE8-6C87-47D8-A17F-9CA60087CB09}"/>
                    </a:ext>
                  </a:extLst>
                </p14:cNvPr>
                <p14:cNvContentPartPr/>
                <p14:nvPr/>
              </p14:nvContentPartPr>
              <p14:xfrm>
                <a:off x="6035485" y="2629962"/>
                <a:ext cx="2763000" cy="28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F843CE8-6C87-47D8-A17F-9CA60087CB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17845" y="2612322"/>
                  <a:ext cx="2798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89EE14-3BCD-4159-9470-623B52A902C0}"/>
                    </a:ext>
                  </a:extLst>
                </p14:cNvPr>
                <p14:cNvContentPartPr/>
                <p14:nvPr/>
              </p14:nvContentPartPr>
              <p14:xfrm>
                <a:off x="7065805" y="2907162"/>
                <a:ext cx="533880" cy="602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89EE14-3BCD-4159-9470-623B52A902C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47805" y="2889522"/>
                  <a:ext cx="56952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1E1FAB-1895-4337-998C-9B3581C79B5A}"/>
                    </a:ext>
                  </a:extLst>
                </p14:cNvPr>
                <p14:cNvContentPartPr/>
                <p14:nvPr/>
              </p14:nvContentPartPr>
              <p14:xfrm>
                <a:off x="3749845" y="2062242"/>
                <a:ext cx="2077560" cy="1122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1E1FAB-1895-4337-998C-9B3581C79B5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31845" y="2044242"/>
                  <a:ext cx="2113200" cy="11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C9ED9C3-20EE-49C2-A0BA-D298A8F50DAA}"/>
                  </a:ext>
                </a:extLst>
              </p14:cNvPr>
              <p14:cNvContentPartPr/>
              <p14:nvPr/>
            </p14:nvContentPartPr>
            <p14:xfrm>
              <a:off x="74965" y="156762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C9ED9C3-20EE-49C2-A0BA-D298A8F50DA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965" y="1387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21E141B-8896-494D-AE71-92B4ACF7746D}"/>
                  </a:ext>
                </a:extLst>
              </p14:cNvPr>
              <p14:cNvContentPartPr/>
              <p14:nvPr/>
            </p14:nvContentPartPr>
            <p14:xfrm>
              <a:off x="393565" y="1404522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21E141B-8896-494D-AE71-92B4ACF7746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75925" y="138688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EF58C6A-B045-420A-87AE-F97F430D9474}"/>
              </a:ext>
            </a:extLst>
          </p:cNvPr>
          <p:cNvGrpSpPr/>
          <p:nvPr/>
        </p:nvGrpSpPr>
        <p:grpSpPr>
          <a:xfrm>
            <a:off x="751045" y="2797002"/>
            <a:ext cx="3519720" cy="1308600"/>
            <a:chOff x="751045" y="2797002"/>
            <a:chExt cx="3519720" cy="13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B4AD52-5852-4117-B827-879BFF5E4ECF}"/>
                    </a:ext>
                  </a:extLst>
                </p14:cNvPr>
                <p14:cNvContentPartPr/>
                <p14:nvPr/>
              </p14:nvContentPartPr>
              <p14:xfrm>
                <a:off x="751045" y="3218562"/>
                <a:ext cx="360720" cy="522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5B4AD52-5852-4117-B827-879BFF5E4EC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33405" y="3200922"/>
                  <a:ext cx="39636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A8A69B-CE1A-4ED2-BDEA-0F1DC9DA4699}"/>
                    </a:ext>
                  </a:extLst>
                </p14:cNvPr>
                <p14:cNvContentPartPr/>
                <p14:nvPr/>
              </p14:nvContentPartPr>
              <p14:xfrm>
                <a:off x="1226965" y="3380202"/>
                <a:ext cx="478440" cy="198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A8A69B-CE1A-4ED2-BDEA-0F1DC9DA469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08965" y="3362562"/>
                  <a:ext cx="514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0D7A3C9-EC38-4043-8C93-7DBB12E6A12D}"/>
                    </a:ext>
                  </a:extLst>
                </p14:cNvPr>
                <p14:cNvContentPartPr/>
                <p14:nvPr/>
              </p14:nvContentPartPr>
              <p14:xfrm>
                <a:off x="1385005" y="3389562"/>
                <a:ext cx="337320" cy="264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0D7A3C9-EC38-4043-8C93-7DBB12E6A12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367365" y="3371922"/>
                  <a:ext cx="3729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8F3C467-A79A-4B44-A62A-D211D6E938D2}"/>
                    </a:ext>
                  </a:extLst>
                </p14:cNvPr>
                <p14:cNvContentPartPr/>
                <p14:nvPr/>
              </p14:nvContentPartPr>
              <p14:xfrm>
                <a:off x="1926805" y="3330882"/>
                <a:ext cx="385560" cy="224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8F3C467-A79A-4B44-A62A-D211D6E938D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08805" y="3312882"/>
                  <a:ext cx="4212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22D3984-2B28-442B-957A-E0915DBA539B}"/>
                    </a:ext>
                  </a:extLst>
                </p14:cNvPr>
                <p14:cNvContentPartPr/>
                <p14:nvPr/>
              </p14:nvContentPartPr>
              <p14:xfrm>
                <a:off x="2459605" y="3191562"/>
                <a:ext cx="322200" cy="475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22D3984-2B28-442B-957A-E0915DBA539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441605" y="3173922"/>
                  <a:ext cx="3578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C91AA5B-0C6A-4103-B133-0206FBEBDBEF}"/>
                    </a:ext>
                  </a:extLst>
                </p14:cNvPr>
                <p14:cNvContentPartPr/>
                <p14:nvPr/>
              </p14:nvContentPartPr>
              <p14:xfrm>
                <a:off x="2893405" y="2935242"/>
                <a:ext cx="152280" cy="618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C91AA5B-0C6A-4103-B133-0206FBEBDBE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875765" y="2917242"/>
                  <a:ext cx="18792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243A61A-6370-4901-9989-6782E69AFF5C}"/>
                    </a:ext>
                  </a:extLst>
                </p14:cNvPr>
                <p14:cNvContentPartPr/>
                <p14:nvPr/>
              </p14:nvContentPartPr>
              <p14:xfrm>
                <a:off x="3176725" y="3100842"/>
                <a:ext cx="298800" cy="355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243A61A-6370-4901-9989-6782E69AFF5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158725" y="3083202"/>
                  <a:ext cx="3344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1602654-345F-4AB5-A171-9EF54D865557}"/>
                    </a:ext>
                  </a:extLst>
                </p14:cNvPr>
                <p14:cNvContentPartPr/>
                <p14:nvPr/>
              </p14:nvContentPartPr>
              <p14:xfrm>
                <a:off x="3541765" y="2797002"/>
                <a:ext cx="320400" cy="522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1602654-345F-4AB5-A171-9EF54D86555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523765" y="2779002"/>
                  <a:ext cx="35604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4E1B6D6-8DA3-4BD4-AFA8-78813BFB5701}"/>
                    </a:ext>
                  </a:extLst>
                </p14:cNvPr>
                <p14:cNvContentPartPr/>
                <p14:nvPr/>
              </p14:nvContentPartPr>
              <p14:xfrm>
                <a:off x="2094565" y="3765042"/>
                <a:ext cx="522360" cy="340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4E1B6D6-8DA3-4BD4-AFA8-78813BFB570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076565" y="3747402"/>
                  <a:ext cx="5580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72838B9-8947-49DD-B715-FA5EBCDA4A36}"/>
                    </a:ext>
                  </a:extLst>
                </p14:cNvPr>
                <p14:cNvContentPartPr/>
                <p14:nvPr/>
              </p14:nvContentPartPr>
              <p14:xfrm>
                <a:off x="2974405" y="3709242"/>
                <a:ext cx="202680" cy="230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72838B9-8947-49DD-B715-FA5EBCDA4A3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956765" y="3691242"/>
                  <a:ext cx="238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A78FEA0-2E64-48EC-B152-821C71560064}"/>
                    </a:ext>
                  </a:extLst>
                </p14:cNvPr>
                <p14:cNvContentPartPr/>
                <p14:nvPr/>
              </p14:nvContentPartPr>
              <p14:xfrm>
                <a:off x="3269245" y="3449322"/>
                <a:ext cx="169200" cy="473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A78FEA0-2E64-48EC-B152-821C7156006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51605" y="3431322"/>
                  <a:ext cx="20484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CD5C21-FBE5-4A47-A29A-6EA19037B033}"/>
                    </a:ext>
                  </a:extLst>
                </p14:cNvPr>
                <p14:cNvContentPartPr/>
                <p14:nvPr/>
              </p14:nvContentPartPr>
              <p14:xfrm>
                <a:off x="3500725" y="3605562"/>
                <a:ext cx="633240" cy="315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CD5C21-FBE5-4A47-A29A-6EA19037B03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83085" y="3587922"/>
                  <a:ext cx="6688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FD3283F-2950-4C80-9BF6-9CB8C96C080C}"/>
                    </a:ext>
                  </a:extLst>
                </p14:cNvPr>
                <p14:cNvContentPartPr/>
                <p14:nvPr/>
              </p14:nvContentPartPr>
              <p14:xfrm>
                <a:off x="4270405" y="3657042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FD3283F-2950-4C80-9BF6-9CB8C96C080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252405" y="36394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1CEE958-C07A-4C96-8243-0033E693F70A}"/>
              </a:ext>
            </a:extLst>
          </p:cNvPr>
          <p:cNvGrpSpPr/>
          <p:nvPr/>
        </p:nvGrpSpPr>
        <p:grpSpPr>
          <a:xfrm>
            <a:off x="4986805" y="3447882"/>
            <a:ext cx="3867120" cy="1268640"/>
            <a:chOff x="4986805" y="3447882"/>
            <a:chExt cx="3867120" cy="12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67CC2B5-39E0-43A6-8D52-32D3DE00FC9D}"/>
                    </a:ext>
                  </a:extLst>
                </p14:cNvPr>
                <p14:cNvContentPartPr/>
                <p14:nvPr/>
              </p14:nvContentPartPr>
              <p14:xfrm>
                <a:off x="4986805" y="3447882"/>
                <a:ext cx="2692080" cy="673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67CC2B5-39E0-43A6-8D52-32D3DE00FC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68805" y="3430242"/>
                  <a:ext cx="27277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C8B6386-DD13-43BE-BF1B-EA1F380A7CBB}"/>
                    </a:ext>
                  </a:extLst>
                </p14:cNvPr>
                <p14:cNvContentPartPr/>
                <p14:nvPr/>
              </p14:nvContentPartPr>
              <p14:xfrm>
                <a:off x="8072725" y="3907602"/>
                <a:ext cx="526320" cy="393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C8B6386-DD13-43BE-BF1B-EA1F380A7CB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54725" y="3889602"/>
                  <a:ext cx="5619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7AF9AB3-8958-4A2A-8E1D-7DDE5DB7F13F}"/>
                    </a:ext>
                  </a:extLst>
                </p14:cNvPr>
                <p14:cNvContentPartPr/>
                <p14:nvPr/>
              </p14:nvContentPartPr>
              <p14:xfrm>
                <a:off x="7847365" y="3648042"/>
                <a:ext cx="1006560" cy="1068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7AF9AB3-8958-4A2A-8E1D-7DDE5DB7F13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29365" y="3630402"/>
                  <a:ext cx="1042200" cy="11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8D36859-EFEB-43B8-BC1D-D45562311686}"/>
                  </a:ext>
                </a:extLst>
              </p14:cNvPr>
              <p14:cNvContentPartPr/>
              <p14:nvPr/>
            </p14:nvContentPartPr>
            <p14:xfrm>
              <a:off x="1677685" y="4673682"/>
              <a:ext cx="36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8D36859-EFEB-43B8-BC1D-D4556231168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660045" y="465604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1EA6408-3BFD-473E-8203-6E29C047F3C1}"/>
              </a:ext>
            </a:extLst>
          </p:cNvPr>
          <p:cNvGrpSpPr/>
          <p:nvPr/>
        </p:nvGrpSpPr>
        <p:grpSpPr>
          <a:xfrm>
            <a:off x="474925" y="4384962"/>
            <a:ext cx="8683920" cy="2114640"/>
            <a:chOff x="474925" y="4384962"/>
            <a:chExt cx="8683920" cy="21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1B6F557-108B-4F91-A1EA-01650E100FDD}"/>
                    </a:ext>
                  </a:extLst>
                </p14:cNvPr>
                <p14:cNvContentPartPr/>
                <p14:nvPr/>
              </p14:nvContentPartPr>
              <p14:xfrm>
                <a:off x="762565" y="4594482"/>
                <a:ext cx="250200" cy="631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1B6F557-108B-4F91-A1EA-01650E100FD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4925" y="4576842"/>
                  <a:ext cx="28584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893C100-D8FC-4DC5-BF78-107A4A98D1FB}"/>
                    </a:ext>
                  </a:extLst>
                </p14:cNvPr>
                <p14:cNvContentPartPr/>
                <p14:nvPr/>
              </p14:nvContentPartPr>
              <p14:xfrm>
                <a:off x="1591285" y="4737402"/>
                <a:ext cx="252720" cy="122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893C100-D8FC-4DC5-BF78-107A4A98D1F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73285" y="4719402"/>
                  <a:ext cx="288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31C089-B2D3-4A34-BB97-5B748E7214BE}"/>
                    </a:ext>
                  </a:extLst>
                </p14:cNvPr>
                <p14:cNvContentPartPr/>
                <p14:nvPr/>
              </p14:nvContentPartPr>
              <p14:xfrm>
                <a:off x="1180525" y="4766562"/>
                <a:ext cx="357120" cy="198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31C089-B2D3-4A34-BB97-5B748E7214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62885" y="4748562"/>
                  <a:ext cx="392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896B549-DA15-4B81-B4B6-33598B402B11}"/>
                    </a:ext>
                  </a:extLst>
                </p14:cNvPr>
                <p14:cNvContentPartPr/>
                <p14:nvPr/>
              </p14:nvContentPartPr>
              <p14:xfrm>
                <a:off x="1909165" y="4500522"/>
                <a:ext cx="359280" cy="496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896B549-DA15-4B81-B4B6-33598B402B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91525" y="4482882"/>
                  <a:ext cx="39492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D10082C-929F-4A72-98E5-87F953FA0EC1}"/>
                    </a:ext>
                  </a:extLst>
                </p14:cNvPr>
                <p14:cNvContentPartPr/>
                <p14:nvPr/>
              </p14:nvContentPartPr>
              <p14:xfrm>
                <a:off x="1932925" y="4763322"/>
                <a:ext cx="238680" cy="72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D10082C-929F-4A72-98E5-87F953FA0EC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14925" y="4745322"/>
                  <a:ext cx="2743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9B6414-C3DC-4337-8437-9A56EE6EEC3B}"/>
                    </a:ext>
                  </a:extLst>
                </p14:cNvPr>
                <p14:cNvContentPartPr/>
                <p14:nvPr/>
              </p14:nvContentPartPr>
              <p14:xfrm>
                <a:off x="2337925" y="4714362"/>
                <a:ext cx="82440" cy="182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9B6414-C3DC-4337-8437-9A56EE6EEC3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20285" y="4696722"/>
                  <a:ext cx="118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359DDC5-A6CB-447C-9BB7-3688991E180F}"/>
                    </a:ext>
                  </a:extLst>
                </p14:cNvPr>
                <p14:cNvContentPartPr/>
                <p14:nvPr/>
              </p14:nvContentPartPr>
              <p14:xfrm>
                <a:off x="2164405" y="4616082"/>
                <a:ext cx="8280" cy="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359DDC5-A6CB-447C-9BB7-3688991E180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46405" y="4598442"/>
                  <a:ext cx="43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D35DE75-B013-40A3-B5AC-0A7FFD53BAA8}"/>
                    </a:ext>
                  </a:extLst>
                </p14:cNvPr>
                <p14:cNvContentPartPr/>
                <p14:nvPr/>
              </p14:nvContentPartPr>
              <p14:xfrm>
                <a:off x="2470765" y="4587282"/>
                <a:ext cx="585720" cy="339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D35DE75-B013-40A3-B5AC-0A7FFD53BAA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53125" y="4569282"/>
                  <a:ext cx="6213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538EE6A-47AE-48E2-9934-859E0DC8873B}"/>
                    </a:ext>
                  </a:extLst>
                </p14:cNvPr>
                <p14:cNvContentPartPr/>
                <p14:nvPr/>
              </p14:nvContentPartPr>
              <p14:xfrm>
                <a:off x="2546005" y="4575402"/>
                <a:ext cx="253440" cy="488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538EE6A-47AE-48E2-9934-859E0DC887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28365" y="4557762"/>
                  <a:ext cx="28908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138696-E8FD-4375-8370-986EC71C1FD3}"/>
                    </a:ext>
                  </a:extLst>
                </p14:cNvPr>
                <p14:cNvContentPartPr/>
                <p14:nvPr/>
              </p14:nvContentPartPr>
              <p14:xfrm>
                <a:off x="3115165" y="4483242"/>
                <a:ext cx="139320" cy="493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7138696-E8FD-4375-8370-986EC71C1FD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97525" y="4465242"/>
                  <a:ext cx="17496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CB65FB-B621-4895-AD72-2C6D5227E111}"/>
                    </a:ext>
                  </a:extLst>
                </p14:cNvPr>
                <p14:cNvContentPartPr/>
                <p14:nvPr/>
              </p14:nvContentPartPr>
              <p14:xfrm>
                <a:off x="3726805" y="4699602"/>
                <a:ext cx="564840" cy="25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CB65FB-B621-4895-AD72-2C6D5227E11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09165" y="4681962"/>
                  <a:ext cx="6004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B3FD1DB-DD30-4F72-80FC-9E9CBB0BFE12}"/>
                    </a:ext>
                  </a:extLst>
                </p14:cNvPr>
                <p14:cNvContentPartPr/>
                <p14:nvPr/>
              </p14:nvContentPartPr>
              <p14:xfrm>
                <a:off x="4535725" y="4632282"/>
                <a:ext cx="253080" cy="198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B3FD1DB-DD30-4F72-80FC-9E9CBB0BFE1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17725" y="4614642"/>
                  <a:ext cx="2887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3420ECC-CDEE-4E37-842F-BF729EC3EA31}"/>
                    </a:ext>
                  </a:extLst>
                </p14:cNvPr>
                <p14:cNvContentPartPr/>
                <p14:nvPr/>
              </p14:nvContentPartPr>
              <p14:xfrm>
                <a:off x="4976725" y="4500522"/>
                <a:ext cx="401760" cy="655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3420ECC-CDEE-4E37-842F-BF729EC3EA3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59085" y="4482882"/>
                  <a:ext cx="43740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90E5C8-3523-4A2C-9BA2-BEDD948962C3}"/>
                    </a:ext>
                  </a:extLst>
                </p14:cNvPr>
                <p14:cNvContentPartPr/>
                <p14:nvPr/>
              </p14:nvContentPartPr>
              <p14:xfrm>
                <a:off x="5421685" y="4581522"/>
                <a:ext cx="321120" cy="208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90E5C8-3523-4A2C-9BA2-BEDD948962C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04045" y="4563522"/>
                  <a:ext cx="356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73354C-2FFE-4EE7-8A21-A3E5F217245C}"/>
                    </a:ext>
                  </a:extLst>
                </p14:cNvPr>
                <p14:cNvContentPartPr/>
                <p14:nvPr/>
              </p14:nvContentPartPr>
              <p14:xfrm>
                <a:off x="5908045" y="4673682"/>
                <a:ext cx="59040" cy="129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73354C-2FFE-4EE7-8A21-A3E5F217245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90405" y="4656042"/>
                  <a:ext cx="94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F63A214-A089-4BB7-8F7A-8BA5D8A4EB00}"/>
                    </a:ext>
                  </a:extLst>
                </p14:cNvPr>
                <p14:cNvContentPartPr/>
                <p14:nvPr/>
              </p14:nvContentPartPr>
              <p14:xfrm>
                <a:off x="5809405" y="4448322"/>
                <a:ext cx="1980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F63A214-A089-4BB7-8F7A-8BA5D8A4EB0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91765" y="4430682"/>
                  <a:ext cx="55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8EFD1CD-EEC6-4917-9C00-A521223AF7ED}"/>
                    </a:ext>
                  </a:extLst>
                </p14:cNvPr>
                <p14:cNvContentPartPr/>
                <p14:nvPr/>
              </p14:nvContentPartPr>
              <p14:xfrm>
                <a:off x="6543085" y="4391082"/>
                <a:ext cx="465120" cy="827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8EFD1CD-EEC6-4917-9C00-A521223AF7E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25445" y="4373082"/>
                  <a:ext cx="50076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899F019-75BD-4E92-A11F-CB4F0ABFEB74}"/>
                    </a:ext>
                  </a:extLst>
                </p14:cNvPr>
                <p14:cNvContentPartPr/>
                <p14:nvPr/>
              </p14:nvContentPartPr>
              <p14:xfrm>
                <a:off x="6475045" y="4465962"/>
                <a:ext cx="515880" cy="648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899F019-75BD-4E92-A11F-CB4F0ABFEB7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57405" y="4447962"/>
                  <a:ext cx="55152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56B3FD3-1961-4878-B2ED-227E790F679E}"/>
                    </a:ext>
                  </a:extLst>
                </p14:cNvPr>
                <p14:cNvContentPartPr/>
                <p14:nvPr/>
              </p14:nvContentPartPr>
              <p14:xfrm>
                <a:off x="7227085" y="4785282"/>
                <a:ext cx="295560" cy="677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56B3FD3-1961-4878-B2ED-227E790F679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09445" y="4767282"/>
                  <a:ext cx="33120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6441AB0-E747-4861-A2E9-39B3CBA3CB05}"/>
                    </a:ext>
                  </a:extLst>
                </p14:cNvPr>
                <p14:cNvContentPartPr/>
                <p14:nvPr/>
              </p14:nvContentPartPr>
              <p14:xfrm>
                <a:off x="7389445" y="4443282"/>
                <a:ext cx="435600" cy="1099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6441AB0-E747-4861-A2E9-39B3CBA3CB0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71805" y="4425282"/>
                  <a:ext cx="471240" cy="11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87AC004-BE63-4092-9B9C-01FC76388491}"/>
                    </a:ext>
                  </a:extLst>
                </p14:cNvPr>
                <p14:cNvContentPartPr/>
                <p14:nvPr/>
              </p14:nvContentPartPr>
              <p14:xfrm>
                <a:off x="6332125" y="4384962"/>
                <a:ext cx="586080" cy="1160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87AC004-BE63-4092-9B9C-01FC7638849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14125" y="4367322"/>
                  <a:ext cx="621720" cy="11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FF6A147-1A00-4EC8-AC8E-715934FE6021}"/>
                    </a:ext>
                  </a:extLst>
                </p14:cNvPr>
                <p14:cNvContentPartPr/>
                <p14:nvPr/>
              </p14:nvContentPartPr>
              <p14:xfrm>
                <a:off x="599845" y="5523282"/>
                <a:ext cx="609840" cy="744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FF6A147-1A00-4EC8-AC8E-715934FE602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2205" y="5505282"/>
                  <a:ext cx="64548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F1B826C-4DAD-4794-A652-C7A048B26C48}"/>
                    </a:ext>
                  </a:extLst>
                </p14:cNvPr>
                <p14:cNvContentPartPr/>
                <p14:nvPr/>
              </p14:nvContentPartPr>
              <p14:xfrm>
                <a:off x="474925" y="5684922"/>
                <a:ext cx="672480" cy="597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F1B826C-4DAD-4794-A652-C7A048B26C4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6925" y="5667282"/>
                  <a:ext cx="70812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666C491-AB55-4CBE-9613-8199841A0AE8}"/>
                    </a:ext>
                  </a:extLst>
                </p14:cNvPr>
                <p14:cNvContentPartPr/>
                <p14:nvPr/>
              </p14:nvContentPartPr>
              <p14:xfrm>
                <a:off x="1283485" y="5823522"/>
                <a:ext cx="339120" cy="671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666C491-AB55-4CBE-9613-8199841A0AE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65485" y="5805522"/>
                  <a:ext cx="37476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9D83051-C9FF-441B-B2E1-D097FA6FE783}"/>
                    </a:ext>
                  </a:extLst>
                </p14:cNvPr>
                <p14:cNvContentPartPr/>
                <p14:nvPr/>
              </p14:nvContentPartPr>
              <p14:xfrm>
                <a:off x="1955605" y="5932602"/>
                <a:ext cx="845280" cy="309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9D83051-C9FF-441B-B2E1-D097FA6FE78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37605" y="5914602"/>
                  <a:ext cx="8809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DB6CEE5-838B-462E-8184-DE3D744EEEAD}"/>
                    </a:ext>
                  </a:extLst>
                </p14:cNvPr>
                <p14:cNvContentPartPr/>
                <p14:nvPr/>
              </p14:nvContentPartPr>
              <p14:xfrm>
                <a:off x="3309205" y="5609322"/>
                <a:ext cx="666360" cy="721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DB6CEE5-838B-462E-8184-DE3D744EEEA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91565" y="5591682"/>
                  <a:ext cx="70200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D99274D-C919-4209-A0AA-3C0626698672}"/>
                    </a:ext>
                  </a:extLst>
                </p14:cNvPr>
                <p14:cNvContentPartPr/>
                <p14:nvPr/>
              </p14:nvContentPartPr>
              <p14:xfrm>
                <a:off x="3356365" y="5661522"/>
                <a:ext cx="475560" cy="677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D99274D-C919-4209-A0AA-3C062669867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38725" y="5643882"/>
                  <a:ext cx="5112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1B3B54C-55CF-4D08-A705-AB3BE88DC260}"/>
                    </a:ext>
                  </a:extLst>
                </p14:cNvPr>
                <p14:cNvContentPartPr/>
                <p14:nvPr/>
              </p14:nvContentPartPr>
              <p14:xfrm>
                <a:off x="4067725" y="6123402"/>
                <a:ext cx="548640" cy="274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1B3B54C-55CF-4D08-A705-AB3BE88DC26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50085" y="6105762"/>
                  <a:ext cx="5842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DCA52C8-A1C5-46B1-85C7-250374D163E3}"/>
                    </a:ext>
                  </a:extLst>
                </p14:cNvPr>
                <p14:cNvContentPartPr/>
                <p14:nvPr/>
              </p14:nvContentPartPr>
              <p14:xfrm>
                <a:off x="4785565" y="6256602"/>
                <a:ext cx="129960" cy="141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DCA52C8-A1C5-46B1-85C7-250374D163E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767925" y="6238602"/>
                  <a:ext cx="165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DFBD2C6-855A-486B-AF8E-D71D5BEBBD53}"/>
                    </a:ext>
                  </a:extLst>
                </p14:cNvPr>
                <p14:cNvContentPartPr/>
                <p14:nvPr/>
              </p14:nvContentPartPr>
              <p14:xfrm>
                <a:off x="4779445" y="6066162"/>
                <a:ext cx="360" cy="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DFBD2C6-855A-486B-AF8E-D71D5BEBBD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61805" y="60481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7C7EF0-433C-4545-A741-CA3A9AF09740}"/>
                    </a:ext>
                  </a:extLst>
                </p14:cNvPr>
                <p14:cNvContentPartPr/>
                <p14:nvPr/>
              </p14:nvContentPartPr>
              <p14:xfrm>
                <a:off x="5792125" y="5783202"/>
                <a:ext cx="117720" cy="698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7C7EF0-433C-4545-A741-CA3A9AF0974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774125" y="5765562"/>
                  <a:ext cx="15336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35C1E60-6417-484E-A42A-E396CA7AF755}"/>
                    </a:ext>
                  </a:extLst>
                </p14:cNvPr>
                <p14:cNvContentPartPr/>
                <p14:nvPr/>
              </p14:nvContentPartPr>
              <p14:xfrm>
                <a:off x="5040085" y="6170202"/>
                <a:ext cx="455760" cy="240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35C1E60-6417-484E-A42A-E396CA7AF75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022085" y="6152562"/>
                  <a:ext cx="4914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AABE460-7CC2-4957-87D0-523D231A054E}"/>
                    </a:ext>
                  </a:extLst>
                </p14:cNvPr>
                <p14:cNvContentPartPr/>
                <p14:nvPr/>
              </p14:nvContentPartPr>
              <p14:xfrm>
                <a:off x="5612845" y="6114042"/>
                <a:ext cx="602280" cy="90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AABE460-7CC2-4957-87D0-523D231A054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595205" y="6096402"/>
                  <a:ext cx="6379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BD56E11-94A9-4E65-980A-6F5AAF23DFFE}"/>
                    </a:ext>
                  </a:extLst>
                </p14:cNvPr>
                <p14:cNvContentPartPr/>
                <p14:nvPr/>
              </p14:nvContentPartPr>
              <p14:xfrm>
                <a:off x="6695005" y="5869602"/>
                <a:ext cx="175320" cy="630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BD56E11-94A9-4E65-980A-6F5AAF23DF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677365" y="5851602"/>
                  <a:ext cx="21096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94CB3A2-51AB-47F3-A584-7987CC8A579E}"/>
                    </a:ext>
                  </a:extLst>
                </p14:cNvPr>
                <p14:cNvContentPartPr/>
                <p14:nvPr/>
              </p14:nvContentPartPr>
              <p14:xfrm>
                <a:off x="6469645" y="5886882"/>
                <a:ext cx="527040" cy="98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94CB3A2-51AB-47F3-A584-7987CC8A579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452005" y="5869242"/>
                  <a:ext cx="562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DDAE758-C6CC-47B0-B789-D60C9F0E407F}"/>
                    </a:ext>
                  </a:extLst>
                </p14:cNvPr>
                <p14:cNvContentPartPr/>
                <p14:nvPr/>
              </p14:nvContentPartPr>
              <p14:xfrm>
                <a:off x="6683845" y="6356322"/>
                <a:ext cx="442080" cy="108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DDAE758-C6CC-47B0-B789-D60C9F0E407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665845" y="6338682"/>
                  <a:ext cx="477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7CBB385-AB37-4435-B101-276EAA286A5C}"/>
                    </a:ext>
                  </a:extLst>
                </p14:cNvPr>
                <p14:cNvContentPartPr/>
                <p14:nvPr/>
              </p14:nvContentPartPr>
              <p14:xfrm>
                <a:off x="7474045" y="5869602"/>
                <a:ext cx="569520" cy="607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7CBB385-AB37-4435-B101-276EAA286A5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456405" y="5851602"/>
                  <a:ext cx="60516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A297799-BC35-4DA5-8FC5-0F19EDAB55E4}"/>
                    </a:ext>
                  </a:extLst>
                </p14:cNvPr>
                <p14:cNvContentPartPr/>
                <p14:nvPr/>
              </p14:nvContentPartPr>
              <p14:xfrm>
                <a:off x="8113045" y="5291082"/>
                <a:ext cx="304920" cy="856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A297799-BC35-4DA5-8FC5-0F19EDAB55E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095045" y="5273442"/>
                  <a:ext cx="34056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ED487C8-6ACC-4D27-8FF9-73EE47E04102}"/>
                    </a:ext>
                  </a:extLst>
                </p14:cNvPr>
                <p14:cNvContentPartPr/>
                <p14:nvPr/>
              </p14:nvContentPartPr>
              <p14:xfrm>
                <a:off x="8671405" y="4991922"/>
                <a:ext cx="289440" cy="474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ED487C8-6ACC-4D27-8FF9-73EE47E0410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653405" y="4973922"/>
                  <a:ext cx="32508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DE3DBC1-1F7E-4AE7-A02A-CA2CDB63C6EC}"/>
                    </a:ext>
                  </a:extLst>
                </p14:cNvPr>
                <p14:cNvContentPartPr/>
                <p14:nvPr/>
              </p14:nvContentPartPr>
              <p14:xfrm>
                <a:off x="8836285" y="5205042"/>
                <a:ext cx="105480" cy="540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DE3DBC1-1F7E-4AE7-A02A-CA2CDB63C6E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818285" y="5187402"/>
                  <a:ext cx="1411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F0F5AA0-6B49-4AAF-AFF7-03384B22A4B1}"/>
                    </a:ext>
                  </a:extLst>
                </p14:cNvPr>
                <p14:cNvContentPartPr/>
                <p14:nvPr/>
              </p14:nvContentPartPr>
              <p14:xfrm>
                <a:off x="8513725" y="4993722"/>
                <a:ext cx="645120" cy="860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F0F5AA0-6B49-4AAF-AFF7-03384B22A4B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96085" y="4976082"/>
                  <a:ext cx="680760" cy="895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04173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9FAA35A-7F9F-4B27-AD2B-72E2955D57DA}"/>
              </a:ext>
            </a:extLst>
          </p:cNvPr>
          <p:cNvGrpSpPr/>
          <p:nvPr/>
        </p:nvGrpSpPr>
        <p:grpSpPr>
          <a:xfrm>
            <a:off x="659965" y="248922"/>
            <a:ext cx="1578600" cy="541440"/>
            <a:chOff x="659965" y="248922"/>
            <a:chExt cx="1578600" cy="54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00E0FD6-D6F2-4876-A2E1-4E496EDA89D5}"/>
                    </a:ext>
                  </a:extLst>
                </p14:cNvPr>
                <p14:cNvContentPartPr/>
                <p14:nvPr/>
              </p14:nvContentPartPr>
              <p14:xfrm>
                <a:off x="659965" y="329562"/>
                <a:ext cx="359280" cy="310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00E0FD6-D6F2-4876-A2E1-4E496EDA89D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2325" y="311922"/>
                  <a:ext cx="3949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E21581A-C8AF-466B-8FBC-C668A6742C1C}"/>
                    </a:ext>
                  </a:extLst>
                </p14:cNvPr>
                <p14:cNvContentPartPr/>
                <p14:nvPr/>
              </p14:nvContentPartPr>
              <p14:xfrm>
                <a:off x="1203565" y="248922"/>
                <a:ext cx="474840" cy="383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E21581A-C8AF-466B-8FBC-C668A6742C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85565" y="230922"/>
                  <a:ext cx="5104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939403-A29F-4961-9C40-9255FCDDD1E3}"/>
                    </a:ext>
                  </a:extLst>
                </p14:cNvPr>
                <p14:cNvContentPartPr/>
                <p14:nvPr/>
              </p14:nvContentPartPr>
              <p14:xfrm>
                <a:off x="1938685" y="289602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939403-A29F-4961-9C40-9255FCDDD1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1045" y="2719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FC2E8B1-9D12-4E85-8861-1831A183F312}"/>
                    </a:ext>
                  </a:extLst>
                </p14:cNvPr>
                <p14:cNvContentPartPr/>
                <p14:nvPr/>
              </p14:nvContentPartPr>
              <p14:xfrm>
                <a:off x="1959925" y="468882"/>
                <a:ext cx="278640" cy="321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FC2E8B1-9D12-4E85-8861-1831A183F3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41925" y="450882"/>
                  <a:ext cx="31428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6A9BE0-FC08-421E-8E18-41E90D7D2C9A}"/>
              </a:ext>
            </a:extLst>
          </p:cNvPr>
          <p:cNvGrpSpPr/>
          <p:nvPr/>
        </p:nvGrpSpPr>
        <p:grpSpPr>
          <a:xfrm>
            <a:off x="2832205" y="341802"/>
            <a:ext cx="2924640" cy="434160"/>
            <a:chOff x="2832205" y="341802"/>
            <a:chExt cx="292464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94F3F6-3D0F-4A3D-99C3-810C1B5760E8}"/>
                    </a:ext>
                  </a:extLst>
                </p14:cNvPr>
                <p14:cNvContentPartPr/>
                <p14:nvPr/>
              </p14:nvContentPartPr>
              <p14:xfrm>
                <a:off x="2832205" y="426762"/>
                <a:ext cx="338040" cy="34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94F3F6-3D0F-4A3D-99C3-810C1B5760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14205" y="409122"/>
                  <a:ext cx="3736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D6960A-46B6-4484-826B-2BE4E6A56DDE}"/>
                    </a:ext>
                  </a:extLst>
                </p14:cNvPr>
                <p14:cNvContentPartPr/>
                <p14:nvPr/>
              </p14:nvContentPartPr>
              <p14:xfrm>
                <a:off x="3411805" y="347922"/>
                <a:ext cx="190080" cy="406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D6960A-46B6-4484-826B-2BE4E6A56D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94165" y="329922"/>
                  <a:ext cx="2257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B5D5282-DE9B-4156-B2E9-D1B69EF73307}"/>
                    </a:ext>
                  </a:extLst>
                </p14:cNvPr>
                <p14:cNvContentPartPr/>
                <p14:nvPr/>
              </p14:nvContentPartPr>
              <p14:xfrm>
                <a:off x="3780445" y="365202"/>
                <a:ext cx="72720" cy="337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B5D5282-DE9B-4156-B2E9-D1B69EF733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62805" y="347562"/>
                  <a:ext cx="1083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911E46A-11FF-4A5A-8104-6E41583564D0}"/>
                    </a:ext>
                  </a:extLst>
                </p14:cNvPr>
                <p14:cNvContentPartPr/>
                <p14:nvPr/>
              </p14:nvContentPartPr>
              <p14:xfrm>
                <a:off x="4010125" y="381762"/>
                <a:ext cx="379800" cy="244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911E46A-11FF-4A5A-8104-6E41583564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92125" y="364122"/>
                  <a:ext cx="4154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EA048E-EB3E-4FD9-9E2C-ADD12C280BB0}"/>
                    </a:ext>
                  </a:extLst>
                </p14:cNvPr>
                <p14:cNvContentPartPr/>
                <p14:nvPr/>
              </p14:nvContentPartPr>
              <p14:xfrm>
                <a:off x="4547965" y="351162"/>
                <a:ext cx="858240" cy="294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EA048E-EB3E-4FD9-9E2C-ADD12C280B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30325" y="333522"/>
                  <a:ext cx="8938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755AA25-201F-4A03-8CD7-C67566F6B849}"/>
                    </a:ext>
                  </a:extLst>
                </p14:cNvPr>
                <p14:cNvContentPartPr/>
                <p14:nvPr/>
              </p14:nvContentPartPr>
              <p14:xfrm>
                <a:off x="5491525" y="341802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755AA25-201F-4A03-8CD7-C67566F6B8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73525" y="3241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8C9F05-AF01-45B7-8C6C-9BB06AD2368B}"/>
                    </a:ext>
                  </a:extLst>
                </p14:cNvPr>
                <p14:cNvContentPartPr/>
                <p14:nvPr/>
              </p14:nvContentPartPr>
              <p14:xfrm>
                <a:off x="5661805" y="636642"/>
                <a:ext cx="95040" cy="139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08C9F05-AF01-45B7-8C6C-9BB06AD2368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43805" y="618642"/>
                  <a:ext cx="13068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FC2860-4F24-4D46-83EC-73ACC33DB142}"/>
              </a:ext>
            </a:extLst>
          </p:cNvPr>
          <p:cNvGrpSpPr/>
          <p:nvPr/>
        </p:nvGrpSpPr>
        <p:grpSpPr>
          <a:xfrm>
            <a:off x="467365" y="1081242"/>
            <a:ext cx="1996560" cy="1236240"/>
            <a:chOff x="467365" y="1081242"/>
            <a:chExt cx="1996560" cy="12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06E1E9-FA32-42BC-9E8B-2A347F77F847}"/>
                    </a:ext>
                  </a:extLst>
                </p14:cNvPr>
                <p14:cNvContentPartPr/>
                <p14:nvPr/>
              </p14:nvContentPartPr>
              <p14:xfrm>
                <a:off x="467365" y="1092402"/>
                <a:ext cx="661320" cy="726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06E1E9-FA32-42BC-9E8B-2A347F77F84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9365" y="1074762"/>
                  <a:ext cx="696960" cy="7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3D9959-29CD-41A1-AA37-2EF2707B59AB}"/>
                    </a:ext>
                  </a:extLst>
                </p14:cNvPr>
                <p14:cNvContentPartPr/>
                <p14:nvPr/>
              </p14:nvContentPartPr>
              <p14:xfrm>
                <a:off x="555205" y="1081242"/>
                <a:ext cx="565560" cy="78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3D9959-29CD-41A1-AA37-2EF2707B59A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7565" y="1063242"/>
                  <a:ext cx="60120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CDEE77-ACDB-433D-B3AC-F45BC023014F}"/>
                    </a:ext>
                  </a:extLst>
                </p14:cNvPr>
                <p14:cNvContentPartPr/>
                <p14:nvPr/>
              </p14:nvContentPartPr>
              <p14:xfrm>
                <a:off x="1423165" y="1363122"/>
                <a:ext cx="1040760" cy="379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CDEE77-ACDB-433D-B3AC-F45BC023014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05165" y="1345482"/>
                  <a:ext cx="10764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0EC3A7-D466-4503-89A1-B316AF6B26A9}"/>
                    </a:ext>
                  </a:extLst>
                </p14:cNvPr>
                <p14:cNvContentPartPr/>
                <p14:nvPr/>
              </p14:nvContentPartPr>
              <p14:xfrm>
                <a:off x="1472845" y="1959282"/>
                <a:ext cx="12600" cy="358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0EC3A7-D466-4503-89A1-B316AF6B26A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55205" y="1941642"/>
                  <a:ext cx="48240" cy="39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DE900E9-C1C9-42EA-A3DE-94284D6CAB81}"/>
              </a:ext>
            </a:extLst>
          </p:cNvPr>
          <p:cNvGrpSpPr/>
          <p:nvPr/>
        </p:nvGrpSpPr>
        <p:grpSpPr>
          <a:xfrm>
            <a:off x="2945245" y="1013562"/>
            <a:ext cx="2224080" cy="620280"/>
            <a:chOff x="2945245" y="1013562"/>
            <a:chExt cx="222408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1BA9743-3B53-4D33-88F8-716A7C406C1B}"/>
                    </a:ext>
                  </a:extLst>
                </p14:cNvPr>
                <p14:cNvContentPartPr/>
                <p14:nvPr/>
              </p14:nvContentPartPr>
              <p14:xfrm>
                <a:off x="2945245" y="1205442"/>
                <a:ext cx="388800" cy="29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1BA9743-3B53-4D33-88F8-716A7C406C1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27245" y="1187802"/>
                  <a:ext cx="424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1D87939-351B-46FC-B049-C4EBF8F4A6B5}"/>
                    </a:ext>
                  </a:extLst>
                </p14:cNvPr>
                <p14:cNvContentPartPr/>
                <p14:nvPr/>
              </p14:nvContentPartPr>
              <p14:xfrm>
                <a:off x="3431605" y="1329642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1D87939-351B-46FC-B049-C4EBF8F4A6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13965" y="13120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ED8A132-4907-4AF5-90ED-DA83F3BDD562}"/>
                    </a:ext>
                  </a:extLst>
                </p14:cNvPr>
                <p14:cNvContentPartPr/>
                <p14:nvPr/>
              </p14:nvContentPartPr>
              <p14:xfrm>
                <a:off x="4149085" y="1106802"/>
                <a:ext cx="283680" cy="287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D8A132-4907-4AF5-90ED-DA83F3BDD5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31085" y="1089162"/>
                  <a:ext cx="3193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9F53C90-C04B-401C-8C8E-6009C9CC48CC}"/>
                    </a:ext>
                  </a:extLst>
                </p14:cNvPr>
                <p14:cNvContentPartPr/>
                <p14:nvPr/>
              </p14:nvContentPartPr>
              <p14:xfrm>
                <a:off x="4617805" y="1013562"/>
                <a:ext cx="435600" cy="465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9F53C90-C04B-401C-8C8E-6009C9CC48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00165" y="995562"/>
                  <a:ext cx="4712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E9B684-CE57-4CB7-85CE-4F25D7E38D91}"/>
                    </a:ext>
                  </a:extLst>
                </p14:cNvPr>
                <p14:cNvContentPartPr/>
                <p14:nvPr/>
              </p14:nvContentPartPr>
              <p14:xfrm>
                <a:off x="3604765" y="1183482"/>
                <a:ext cx="401040" cy="450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E9B684-CE57-4CB7-85CE-4F25D7E38D9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87125" y="1165482"/>
                  <a:ext cx="43668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700C136-A20F-4898-A613-C91B4C643452}"/>
                    </a:ext>
                  </a:extLst>
                </p14:cNvPr>
                <p14:cNvContentPartPr/>
                <p14:nvPr/>
              </p14:nvContentPartPr>
              <p14:xfrm>
                <a:off x="3743725" y="1336842"/>
                <a:ext cx="430200" cy="120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700C136-A20F-4898-A613-C91B4C6434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25725" y="1319202"/>
                  <a:ext cx="465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6D8D87-C4D5-4080-94E1-91ED5710CBC3}"/>
                    </a:ext>
                  </a:extLst>
                </p14:cNvPr>
                <p14:cNvContentPartPr/>
                <p14:nvPr/>
              </p14:nvContentPartPr>
              <p14:xfrm>
                <a:off x="4803205" y="1196442"/>
                <a:ext cx="366120" cy="87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6D8D87-C4D5-4080-94E1-91ED5710CBC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85205" y="1178442"/>
                  <a:ext cx="401760" cy="12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7F38F9F-0C55-43A6-A2A2-ACC388BF09AE}"/>
                  </a:ext>
                </a:extLst>
              </p14:cNvPr>
              <p14:cNvContentPartPr/>
              <p14:nvPr/>
            </p14:nvContentPartPr>
            <p14:xfrm>
              <a:off x="3390925" y="1674882"/>
              <a:ext cx="1747440" cy="367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7F38F9F-0C55-43A6-A2A2-ACC388BF09A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72925" y="1656882"/>
                <a:ext cx="1783080" cy="40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513AEB1-7D87-4E59-BF6F-E639E87D3272}"/>
              </a:ext>
            </a:extLst>
          </p:cNvPr>
          <p:cNvGrpSpPr/>
          <p:nvPr/>
        </p:nvGrpSpPr>
        <p:grpSpPr>
          <a:xfrm>
            <a:off x="468805" y="2615202"/>
            <a:ext cx="2469240" cy="1043280"/>
            <a:chOff x="468805" y="2615202"/>
            <a:chExt cx="2469240" cy="104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1635703-BF50-49F0-8061-AE6605AD965F}"/>
                    </a:ext>
                  </a:extLst>
                </p14:cNvPr>
                <p14:cNvContentPartPr/>
                <p14:nvPr/>
              </p14:nvContentPartPr>
              <p14:xfrm>
                <a:off x="588685" y="2615202"/>
                <a:ext cx="655920" cy="68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1635703-BF50-49F0-8061-AE6605AD96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1045" y="2597562"/>
                  <a:ext cx="69156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D99EB2-ADB7-4095-B400-70C58D1F6983}"/>
                    </a:ext>
                  </a:extLst>
                </p14:cNvPr>
                <p14:cNvContentPartPr/>
                <p14:nvPr/>
              </p14:nvContentPartPr>
              <p14:xfrm>
                <a:off x="468805" y="2750922"/>
                <a:ext cx="643680" cy="591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D99EB2-ADB7-4095-B400-70C58D1F698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0805" y="2732922"/>
                  <a:ext cx="67932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CC38B85-B51B-480B-A573-593BBD2289B8}"/>
                    </a:ext>
                  </a:extLst>
                </p14:cNvPr>
                <p14:cNvContentPartPr/>
                <p14:nvPr/>
              </p14:nvContentPartPr>
              <p14:xfrm>
                <a:off x="1401565" y="2883042"/>
                <a:ext cx="327240" cy="775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CC38B85-B51B-480B-A573-593BBD2289B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83565" y="2865402"/>
                  <a:ext cx="36288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447572-B0BF-427E-9988-C6B3F33E0993}"/>
                    </a:ext>
                  </a:extLst>
                </p14:cNvPr>
                <p14:cNvContentPartPr/>
                <p14:nvPr/>
              </p14:nvContentPartPr>
              <p14:xfrm>
                <a:off x="2124085" y="2830842"/>
                <a:ext cx="664560" cy="9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447572-B0BF-427E-9988-C6B3F33E099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06085" y="2812842"/>
                  <a:ext cx="700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B88F831-2F4E-4E79-BB36-688F6DA277C9}"/>
                    </a:ext>
                  </a:extLst>
                </p14:cNvPr>
                <p14:cNvContentPartPr/>
                <p14:nvPr/>
              </p14:nvContentPartPr>
              <p14:xfrm>
                <a:off x="2245405" y="3069162"/>
                <a:ext cx="692640" cy="161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B88F831-2F4E-4E79-BB36-688F6DA277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27765" y="3051162"/>
                  <a:ext cx="72828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8A6CD84-B708-4A4D-98F6-8BE78C57AF2B}"/>
              </a:ext>
            </a:extLst>
          </p:cNvPr>
          <p:cNvGrpSpPr/>
          <p:nvPr/>
        </p:nvGrpSpPr>
        <p:grpSpPr>
          <a:xfrm>
            <a:off x="3431605" y="2502162"/>
            <a:ext cx="1948320" cy="858600"/>
            <a:chOff x="3431605" y="2502162"/>
            <a:chExt cx="1948320" cy="85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34CBEBD-FB4F-4762-9E24-3CB756437BE7}"/>
                    </a:ext>
                  </a:extLst>
                </p14:cNvPr>
                <p14:cNvContentPartPr/>
                <p14:nvPr/>
              </p14:nvContentPartPr>
              <p14:xfrm>
                <a:off x="3568405" y="2502162"/>
                <a:ext cx="528480" cy="858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34CBEBD-FB4F-4762-9E24-3CB756437BE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50765" y="2484162"/>
                  <a:ext cx="564120" cy="8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508E464-CB3F-408A-8C17-53F3A945A9AB}"/>
                    </a:ext>
                  </a:extLst>
                </p14:cNvPr>
                <p14:cNvContentPartPr/>
                <p14:nvPr/>
              </p14:nvContentPartPr>
              <p14:xfrm>
                <a:off x="3431605" y="2640402"/>
                <a:ext cx="579240" cy="62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508E464-CB3F-408A-8C17-53F3A945A9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13965" y="2622762"/>
                  <a:ext cx="61488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A640491-FBA7-4A4F-86A3-9AFD8A55379A}"/>
                    </a:ext>
                  </a:extLst>
                </p14:cNvPr>
                <p14:cNvContentPartPr/>
                <p14:nvPr/>
              </p14:nvContentPartPr>
              <p14:xfrm>
                <a:off x="4270405" y="2825442"/>
                <a:ext cx="471960" cy="25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A640491-FBA7-4A4F-86A3-9AFD8A55379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52405" y="2807802"/>
                  <a:ext cx="5076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E7C135-E92B-469F-8336-2F770DBD4E51}"/>
                    </a:ext>
                  </a:extLst>
                </p14:cNvPr>
                <p14:cNvContentPartPr/>
                <p14:nvPr/>
              </p14:nvContentPartPr>
              <p14:xfrm>
                <a:off x="4953325" y="2843082"/>
                <a:ext cx="88560" cy="141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E7C135-E92B-469F-8336-2F770DBD4E5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35685" y="2825082"/>
                  <a:ext cx="124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88A7E90-7E0D-4C72-9472-EFE5A715DDBA}"/>
                    </a:ext>
                  </a:extLst>
                </p14:cNvPr>
                <p14:cNvContentPartPr/>
                <p14:nvPr/>
              </p14:nvContentPartPr>
              <p14:xfrm>
                <a:off x="4814365" y="2768202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88A7E90-7E0D-4C72-9472-EFE5A715DDB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96725" y="27502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D186E3E-35C4-4DAF-A327-F9EDF5C0D986}"/>
                    </a:ext>
                  </a:extLst>
                </p14:cNvPr>
                <p14:cNvContentPartPr/>
                <p14:nvPr/>
              </p14:nvContentPartPr>
              <p14:xfrm>
                <a:off x="5017045" y="2698722"/>
                <a:ext cx="362880" cy="196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D186E3E-35C4-4DAF-A327-F9EDF5C0D98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99405" y="2680722"/>
                  <a:ext cx="39852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8397D4E-8DF8-4CE7-9DED-1ABE0F3E291B}"/>
              </a:ext>
            </a:extLst>
          </p:cNvPr>
          <p:cNvGrpSpPr/>
          <p:nvPr/>
        </p:nvGrpSpPr>
        <p:grpSpPr>
          <a:xfrm>
            <a:off x="6075805" y="2164122"/>
            <a:ext cx="2032920" cy="806040"/>
            <a:chOff x="6075805" y="2164122"/>
            <a:chExt cx="2032920" cy="80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BC3218-7AEF-4340-AB9F-4E3731BCF7E7}"/>
                    </a:ext>
                  </a:extLst>
                </p14:cNvPr>
                <p14:cNvContentPartPr/>
                <p14:nvPr/>
              </p14:nvContentPartPr>
              <p14:xfrm>
                <a:off x="6197125" y="2346282"/>
                <a:ext cx="147600" cy="62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BC3218-7AEF-4340-AB9F-4E3731BCF7E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179485" y="2328642"/>
                  <a:ext cx="18324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F956ABE-D5FF-4ED1-A6B2-04D4ED76698C}"/>
                    </a:ext>
                  </a:extLst>
                </p14:cNvPr>
                <p14:cNvContentPartPr/>
                <p14:nvPr/>
              </p14:nvContentPartPr>
              <p14:xfrm>
                <a:off x="6075805" y="2668842"/>
                <a:ext cx="538200" cy="133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F956ABE-D5FF-4ED1-A6B2-04D4ED76698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58165" y="2650842"/>
                  <a:ext cx="573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A98FE20-2852-4D04-8EB1-7659879E4EE9}"/>
                    </a:ext>
                  </a:extLst>
                </p14:cNvPr>
                <p14:cNvContentPartPr/>
                <p14:nvPr/>
              </p14:nvContentPartPr>
              <p14:xfrm>
                <a:off x="6966805" y="2253402"/>
                <a:ext cx="2520" cy="54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A98FE20-2852-4D04-8EB1-7659879E4EE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48805" y="2235762"/>
                  <a:ext cx="3816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37164DC-5B38-4C57-B6AB-23AB582A6EAC}"/>
                    </a:ext>
                  </a:extLst>
                </p14:cNvPr>
                <p14:cNvContentPartPr/>
                <p14:nvPr/>
              </p14:nvContentPartPr>
              <p14:xfrm>
                <a:off x="6701125" y="2259522"/>
                <a:ext cx="398880" cy="87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37164DC-5B38-4C57-B6AB-23AB582A6EA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83485" y="2241522"/>
                  <a:ext cx="434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0644025-45FC-4D00-AEB6-A96B0C9A4930}"/>
                    </a:ext>
                  </a:extLst>
                </p14:cNvPr>
                <p14:cNvContentPartPr/>
                <p14:nvPr/>
              </p14:nvContentPartPr>
              <p14:xfrm>
                <a:off x="6787885" y="2726442"/>
                <a:ext cx="397080" cy="151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0644025-45FC-4D00-AEB6-A96B0C9A493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69885" y="2708802"/>
                  <a:ext cx="432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4C5D6F1-A308-49AF-85F9-B62E288DA30B}"/>
                    </a:ext>
                  </a:extLst>
                </p14:cNvPr>
                <p14:cNvContentPartPr/>
                <p14:nvPr/>
              </p14:nvContentPartPr>
              <p14:xfrm>
                <a:off x="7573765" y="2164122"/>
                <a:ext cx="534960" cy="611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4C5D6F1-A308-49AF-85F9-B62E288DA30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555765" y="2146482"/>
                  <a:ext cx="570600" cy="64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B503041-F490-45D6-B048-9F2A00A05451}"/>
                  </a:ext>
                </a:extLst>
              </p14:cNvPr>
              <p14:cNvContentPartPr/>
              <p14:nvPr/>
            </p14:nvContentPartPr>
            <p14:xfrm>
              <a:off x="4473085" y="3348882"/>
              <a:ext cx="692640" cy="3441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B503041-F490-45D6-B048-9F2A00A0545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455085" y="3330882"/>
                <a:ext cx="72828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AEE0925-1289-4610-9556-58DE653FE787}"/>
                  </a:ext>
                </a:extLst>
              </p14:cNvPr>
              <p14:cNvContentPartPr/>
              <p14:nvPr/>
            </p14:nvContentPartPr>
            <p14:xfrm>
              <a:off x="8060485" y="2989962"/>
              <a:ext cx="762840" cy="316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AEE0925-1289-4610-9556-58DE653FE78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042845" y="2972322"/>
                <a:ext cx="7984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52275C5-7DED-4AE4-97A1-1D711F0A394B}"/>
                  </a:ext>
                </a:extLst>
              </p14:cNvPr>
              <p14:cNvContentPartPr/>
              <p14:nvPr/>
            </p14:nvContentPartPr>
            <p14:xfrm>
              <a:off x="7221685" y="3000042"/>
              <a:ext cx="241920" cy="420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52275C5-7DED-4AE4-97A1-1D711F0A394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204045" y="2982402"/>
                <a:ext cx="27756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EC2DA22-F031-41B0-A7AC-695C5CC259F1}"/>
                  </a:ext>
                </a:extLst>
              </p14:cNvPr>
              <p14:cNvContentPartPr/>
              <p14:nvPr/>
            </p14:nvContentPartPr>
            <p14:xfrm>
              <a:off x="7429765" y="3657042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EC2DA22-F031-41B0-A7AC-695C5CC259F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2125" y="36394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8868F17-4B2F-4E59-B2C0-60F762C8C40B}"/>
                  </a:ext>
                </a:extLst>
              </p14:cNvPr>
              <p14:cNvContentPartPr/>
              <p14:nvPr/>
            </p14:nvContentPartPr>
            <p14:xfrm>
              <a:off x="596245" y="4240602"/>
              <a:ext cx="170640" cy="642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8868F17-4B2F-4E59-B2C0-60F762C8C40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78605" y="4222962"/>
                <a:ext cx="20628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DCD6182-A044-4922-BBB5-C53DDF04E8AA}"/>
                  </a:ext>
                </a:extLst>
              </p14:cNvPr>
              <p14:cNvContentPartPr/>
              <p14:nvPr/>
            </p14:nvContentPartPr>
            <p14:xfrm>
              <a:off x="341365" y="4220802"/>
              <a:ext cx="657000" cy="1011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DCD6182-A044-4922-BBB5-C53DDF04E8A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23365" y="4202802"/>
                <a:ext cx="6926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6F17D11-ACD3-42F1-821E-654EC678216D}"/>
                  </a:ext>
                </a:extLst>
              </p14:cNvPr>
              <p14:cNvContentPartPr/>
              <p14:nvPr/>
            </p14:nvContentPartPr>
            <p14:xfrm>
              <a:off x="491485" y="4758642"/>
              <a:ext cx="628920" cy="2102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6F17D11-ACD3-42F1-821E-654EC678216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3845" y="4741002"/>
                <a:ext cx="6645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F1FA44D-3D76-449D-9AF1-7AF425597A6E}"/>
                  </a:ext>
                </a:extLst>
              </p14:cNvPr>
              <p14:cNvContentPartPr/>
              <p14:nvPr/>
            </p14:nvContentPartPr>
            <p14:xfrm>
              <a:off x="1244245" y="4372002"/>
              <a:ext cx="845640" cy="3585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F1FA44D-3D76-449D-9AF1-7AF425597A6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226605" y="4354002"/>
                <a:ext cx="88128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590F390-94D4-4F05-96F7-1FA94F5B09E8}"/>
                  </a:ext>
                </a:extLst>
              </p14:cNvPr>
              <p14:cNvContentPartPr/>
              <p14:nvPr/>
            </p14:nvContentPartPr>
            <p14:xfrm>
              <a:off x="2569405" y="4172562"/>
              <a:ext cx="344160" cy="401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590F390-94D4-4F05-96F7-1FA94F5B09E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551765" y="4154562"/>
                <a:ext cx="37980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E408563-C9E2-40FE-A250-6FBD11205036}"/>
                  </a:ext>
                </a:extLst>
              </p14:cNvPr>
              <p14:cNvContentPartPr/>
              <p14:nvPr/>
            </p14:nvContentPartPr>
            <p14:xfrm>
              <a:off x="3101485" y="4211802"/>
              <a:ext cx="230400" cy="2149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E408563-C9E2-40FE-A250-6FBD1120503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083845" y="4194162"/>
                <a:ext cx="2660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58AC84A-E529-42FA-8233-F1E6786F1054}"/>
                  </a:ext>
                </a:extLst>
              </p14:cNvPr>
              <p14:cNvContentPartPr/>
              <p14:nvPr/>
            </p14:nvContentPartPr>
            <p14:xfrm>
              <a:off x="3414325" y="4188402"/>
              <a:ext cx="336240" cy="157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58AC84A-E529-42FA-8233-F1E6786F105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396325" y="4170762"/>
                <a:ext cx="3718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C8166E3-D78F-4C94-B7E1-DCD3F9136AA2}"/>
                  </a:ext>
                </a:extLst>
              </p14:cNvPr>
              <p14:cNvContentPartPr/>
              <p14:nvPr/>
            </p14:nvContentPartPr>
            <p14:xfrm>
              <a:off x="4247365" y="3882402"/>
              <a:ext cx="299160" cy="548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C8166E3-D78F-4C94-B7E1-DCD3F9136AA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229725" y="3864402"/>
                <a:ext cx="33480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421BCEE-2755-48F6-84AB-D669507E4E0C}"/>
                  </a:ext>
                </a:extLst>
              </p14:cNvPr>
              <p14:cNvContentPartPr/>
              <p14:nvPr/>
            </p14:nvContentPartPr>
            <p14:xfrm>
              <a:off x="3865765" y="4189482"/>
              <a:ext cx="428760" cy="1890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421BCEE-2755-48F6-84AB-D669507E4E0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848125" y="4171842"/>
                <a:ext cx="464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93FF90A-AC27-4A00-9C07-BC16D6DB1B7A}"/>
                  </a:ext>
                </a:extLst>
              </p14:cNvPr>
              <p14:cNvContentPartPr/>
              <p14:nvPr/>
            </p14:nvContentPartPr>
            <p14:xfrm>
              <a:off x="4561285" y="3842082"/>
              <a:ext cx="958320" cy="21258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93FF90A-AC27-4A00-9C07-BC16D6DB1B7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543285" y="3824442"/>
                <a:ext cx="993960" cy="21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4DD36E4-86F5-4BB9-BFB5-470F5E51AA01}"/>
                  </a:ext>
                </a:extLst>
              </p14:cNvPr>
              <p14:cNvContentPartPr/>
              <p14:nvPr/>
            </p14:nvContentPartPr>
            <p14:xfrm>
              <a:off x="5581165" y="4148442"/>
              <a:ext cx="413640" cy="655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4DD36E4-86F5-4BB9-BFB5-470F5E51AA0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563525" y="4130442"/>
                <a:ext cx="449280" cy="69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6BC2F64-75B2-49F8-984F-BF3DE0E573A0}"/>
                  </a:ext>
                </a:extLst>
              </p14:cNvPr>
              <p14:cNvContentPartPr/>
              <p14:nvPr/>
            </p14:nvContentPartPr>
            <p14:xfrm>
              <a:off x="5445085" y="4310082"/>
              <a:ext cx="490680" cy="4838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6BC2F64-75B2-49F8-984F-BF3DE0E573A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427445" y="4292442"/>
                <a:ext cx="52632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E58FAE2-EDF4-450E-8DD8-8DC874FD9268}"/>
                  </a:ext>
                </a:extLst>
              </p14:cNvPr>
              <p14:cNvContentPartPr/>
              <p14:nvPr/>
            </p14:nvContentPartPr>
            <p14:xfrm>
              <a:off x="6128365" y="4415202"/>
              <a:ext cx="529200" cy="97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E58FAE2-EDF4-450E-8DD8-8DC874FD926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110365" y="4397562"/>
                <a:ext cx="5648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B9C0060-87B7-4805-A15A-F01933EAAB9C}"/>
                  </a:ext>
                </a:extLst>
              </p14:cNvPr>
              <p14:cNvContentPartPr/>
              <p14:nvPr/>
            </p14:nvContentPartPr>
            <p14:xfrm>
              <a:off x="7178485" y="3951882"/>
              <a:ext cx="286560" cy="6908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B9C0060-87B7-4805-A15A-F01933EAAB9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160845" y="3933882"/>
                <a:ext cx="322200" cy="72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BFD5CF7-4A8D-44E7-B944-0C83350C79D2}"/>
                  </a:ext>
                </a:extLst>
              </p14:cNvPr>
              <p14:cNvContentPartPr/>
              <p14:nvPr/>
            </p14:nvContentPartPr>
            <p14:xfrm>
              <a:off x="6961405" y="4078962"/>
              <a:ext cx="556200" cy="537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BFD5CF7-4A8D-44E7-B944-0C83350C79D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943765" y="4060962"/>
                <a:ext cx="591840" cy="5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71FF655-DD1A-4088-92E2-A1698E9DC5E1}"/>
                  </a:ext>
                </a:extLst>
              </p14:cNvPr>
              <p14:cNvContentPartPr/>
              <p14:nvPr/>
            </p14:nvContentPartPr>
            <p14:xfrm>
              <a:off x="7817485" y="4391082"/>
              <a:ext cx="527400" cy="2052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71FF655-DD1A-4088-92E2-A1698E9DC5E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799845" y="4373082"/>
                <a:ext cx="5630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0AC00CE-2CF6-4E0F-A1C2-802FC055907E}"/>
                  </a:ext>
                </a:extLst>
              </p14:cNvPr>
              <p14:cNvContentPartPr/>
              <p14:nvPr/>
            </p14:nvContentPartPr>
            <p14:xfrm>
              <a:off x="8483125" y="4350042"/>
              <a:ext cx="130320" cy="2070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0AC00CE-2CF6-4E0F-A1C2-802FC055907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465485" y="4332402"/>
                <a:ext cx="1659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A927873-0D08-4F08-ADDF-9D4EC15CF59C}"/>
                  </a:ext>
                </a:extLst>
              </p14:cNvPr>
              <p14:cNvContentPartPr/>
              <p14:nvPr/>
            </p14:nvContentPartPr>
            <p14:xfrm>
              <a:off x="8384485" y="4183002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A927873-0D08-4F08-ADDF-9D4EC15CF5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66845" y="41653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AC1A576-72ED-42F3-A10F-B8DC9F5D5FD9}"/>
                  </a:ext>
                </a:extLst>
              </p14:cNvPr>
              <p14:cNvContentPartPr/>
              <p14:nvPr/>
            </p14:nvContentPartPr>
            <p14:xfrm>
              <a:off x="8633605" y="4205682"/>
              <a:ext cx="308160" cy="2152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AC1A576-72ED-42F3-A10F-B8DC9F5D5FD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615605" y="4188042"/>
                <a:ext cx="3438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3878CCE-4E6B-4F68-A9A5-8111D7E667C4}"/>
                  </a:ext>
                </a:extLst>
              </p14:cNvPr>
              <p14:cNvContentPartPr/>
              <p14:nvPr/>
            </p14:nvContentPartPr>
            <p14:xfrm>
              <a:off x="8754925" y="3865482"/>
              <a:ext cx="452520" cy="15346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3878CCE-4E6B-4F68-A9A5-8111D7E667C4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737285" y="3847842"/>
                <a:ext cx="488160" cy="15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4B2AA8B-D051-4C16-8B57-64B59E4ABB2A}"/>
                  </a:ext>
                </a:extLst>
              </p14:cNvPr>
              <p14:cNvContentPartPr/>
              <p14:nvPr/>
            </p14:nvContentPartPr>
            <p14:xfrm>
              <a:off x="5528965" y="4909842"/>
              <a:ext cx="3017520" cy="186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4B2AA8B-D051-4C16-8B57-64B59E4ABB2A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510965" y="4891842"/>
                <a:ext cx="30531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77E4A43-239A-4BE8-9C5F-B65665E758E1}"/>
                  </a:ext>
                </a:extLst>
              </p14:cNvPr>
              <p14:cNvContentPartPr/>
              <p14:nvPr/>
            </p14:nvContentPartPr>
            <p14:xfrm>
              <a:off x="6629485" y="5173362"/>
              <a:ext cx="671760" cy="5540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77E4A43-239A-4BE8-9C5F-B65665E758E1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611485" y="5155362"/>
                <a:ext cx="70740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BE0647B-1CA4-4D5E-8D7B-EBD4833E2FA5}"/>
                  </a:ext>
                </a:extLst>
              </p14:cNvPr>
              <p14:cNvContentPartPr/>
              <p14:nvPr/>
            </p14:nvContentPartPr>
            <p14:xfrm>
              <a:off x="6220885" y="4703202"/>
              <a:ext cx="88560" cy="3567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BE0647B-1CA4-4D5E-8D7B-EBD4833E2FA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202885" y="4685202"/>
                <a:ext cx="12420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13CCECD-95E4-48CF-A930-EE30E4ACB888}"/>
                  </a:ext>
                </a:extLst>
              </p14:cNvPr>
              <p14:cNvContentPartPr/>
              <p14:nvPr/>
            </p14:nvContentPartPr>
            <p14:xfrm>
              <a:off x="5699605" y="6089562"/>
              <a:ext cx="367560" cy="2444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13CCECD-95E4-48CF-A930-EE30E4ACB888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681605" y="6071562"/>
                <a:ext cx="4032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18FDC31-C554-4D23-8C0B-779295940F5A}"/>
                  </a:ext>
                </a:extLst>
              </p14:cNvPr>
              <p14:cNvContentPartPr/>
              <p14:nvPr/>
            </p14:nvContentPartPr>
            <p14:xfrm>
              <a:off x="6185965" y="6158322"/>
              <a:ext cx="360" cy="3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18FDC31-C554-4D23-8C0B-779295940F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67965" y="61403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446B959-78B5-41B4-880C-21E901E4AB4E}"/>
                  </a:ext>
                </a:extLst>
              </p14:cNvPr>
              <p14:cNvContentPartPr/>
              <p14:nvPr/>
            </p14:nvContentPartPr>
            <p14:xfrm>
              <a:off x="6301165" y="6004242"/>
              <a:ext cx="407160" cy="3416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446B959-78B5-41B4-880C-21E901E4AB4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283525" y="5986242"/>
                <a:ext cx="4428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A9426BB-C795-4BA6-A025-12B8E691829D}"/>
                  </a:ext>
                </a:extLst>
              </p14:cNvPr>
              <p14:cNvContentPartPr/>
              <p14:nvPr/>
            </p14:nvContentPartPr>
            <p14:xfrm>
              <a:off x="7169485" y="5927922"/>
              <a:ext cx="428400" cy="4262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A9426BB-C795-4BA6-A025-12B8E691829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151845" y="5909922"/>
                <a:ext cx="46404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8E206E3-12EA-4B59-9C59-D7236DFE6CC1}"/>
                  </a:ext>
                </a:extLst>
              </p14:cNvPr>
              <p14:cNvContentPartPr/>
              <p14:nvPr/>
            </p14:nvContentPartPr>
            <p14:xfrm>
              <a:off x="7290805" y="6133842"/>
              <a:ext cx="454320" cy="1054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8E206E3-12EA-4B59-9C59-D7236DFE6CC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273165" y="6116202"/>
                <a:ext cx="48996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C2D7145-AC3C-45FA-A34D-1CFE2D718EE7}"/>
                  </a:ext>
                </a:extLst>
              </p14:cNvPr>
              <p14:cNvContentPartPr/>
              <p14:nvPr/>
            </p14:nvContentPartPr>
            <p14:xfrm>
              <a:off x="7829005" y="6065802"/>
              <a:ext cx="334440" cy="352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C2D7145-AC3C-45FA-A34D-1CFE2D718EE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811365" y="6048162"/>
                <a:ext cx="3700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28F39527-4B65-4661-9071-6F9E1CA17597}"/>
                  </a:ext>
                </a:extLst>
              </p14:cNvPr>
              <p14:cNvContentPartPr/>
              <p14:nvPr/>
            </p14:nvContentPartPr>
            <p14:xfrm>
              <a:off x="6891565" y="6153282"/>
              <a:ext cx="356760" cy="209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28F39527-4B65-4661-9071-6F9E1CA1759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873925" y="6135642"/>
                <a:ext cx="3924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569CD15-5D7C-4366-B9EE-050359FBC0FA}"/>
                  </a:ext>
                </a:extLst>
              </p14:cNvPr>
              <p14:cNvContentPartPr/>
              <p14:nvPr/>
            </p14:nvContentPartPr>
            <p14:xfrm>
              <a:off x="8338405" y="5938002"/>
              <a:ext cx="263880" cy="244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569CD15-5D7C-4366-B9EE-050359FBC0F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320405" y="5920362"/>
                <a:ext cx="2995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6983811-8095-4929-BA50-93498C1F4B17}"/>
                  </a:ext>
                </a:extLst>
              </p14:cNvPr>
              <p14:cNvContentPartPr/>
              <p14:nvPr/>
            </p14:nvContentPartPr>
            <p14:xfrm>
              <a:off x="8685805" y="5771322"/>
              <a:ext cx="59400" cy="2660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6983811-8095-4929-BA50-93498C1F4B1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668165" y="5753322"/>
                <a:ext cx="950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BAA72CA-EF1A-41DA-AE40-5BEFAA51E54F}"/>
                  </a:ext>
                </a:extLst>
              </p14:cNvPr>
              <p14:cNvContentPartPr/>
              <p14:nvPr/>
            </p14:nvContentPartPr>
            <p14:xfrm>
              <a:off x="8334085" y="5719842"/>
              <a:ext cx="192600" cy="5011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BAA72CA-EF1A-41DA-AE40-5BEFAA51E54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316445" y="5701842"/>
                <a:ext cx="22824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CA9B0FB-52D9-43A5-9B7C-6C55BEE280FF}"/>
                  </a:ext>
                </a:extLst>
              </p14:cNvPr>
              <p14:cNvContentPartPr/>
              <p14:nvPr/>
            </p14:nvContentPartPr>
            <p14:xfrm>
              <a:off x="8627485" y="5604282"/>
              <a:ext cx="312120" cy="709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CA9B0FB-52D9-43A5-9B7C-6C55BEE280F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609485" y="5586282"/>
                <a:ext cx="347760" cy="74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786DBD9-F133-4F31-9DAD-8AEDA4B02EC6}"/>
                  </a:ext>
                </a:extLst>
              </p14:cNvPr>
              <p14:cNvContentPartPr/>
              <p14:nvPr/>
            </p14:nvContentPartPr>
            <p14:xfrm>
              <a:off x="5416285" y="6406002"/>
              <a:ext cx="3355920" cy="1569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786DBD9-F133-4F31-9DAD-8AEDA4B02EC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398645" y="6388002"/>
                <a:ext cx="33915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CC407C0-CB2A-4A79-BD31-2BF11E21B57F}"/>
                  </a:ext>
                </a:extLst>
              </p14:cNvPr>
              <p14:cNvContentPartPr/>
              <p14:nvPr/>
            </p14:nvContentPartPr>
            <p14:xfrm>
              <a:off x="6978325" y="6582042"/>
              <a:ext cx="286560" cy="2592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CC407C0-CB2A-4A79-BD31-2BF11E21B57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960325" y="6564402"/>
                <a:ext cx="32220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5452A87-9A1E-453D-80CE-4768D773878A}"/>
                  </a:ext>
                </a:extLst>
              </p14:cNvPr>
              <p14:cNvContentPartPr/>
              <p14:nvPr/>
            </p14:nvContentPartPr>
            <p14:xfrm>
              <a:off x="7493485" y="6673482"/>
              <a:ext cx="360" cy="50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5452A87-9A1E-453D-80CE-4768D773878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475845" y="6655842"/>
                <a:ext cx="36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322B043-2F96-4FFE-9B69-E955C55135E7}"/>
                  </a:ext>
                </a:extLst>
              </p14:cNvPr>
              <p14:cNvContentPartPr/>
              <p14:nvPr/>
            </p14:nvContentPartPr>
            <p14:xfrm>
              <a:off x="7725325" y="6533802"/>
              <a:ext cx="250920" cy="327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322B043-2F96-4FFE-9B69-E955C55135E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707325" y="6516162"/>
                <a:ext cx="28656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47F51E6-3160-4811-B9EC-5B916586E9EE}"/>
                  </a:ext>
                </a:extLst>
              </p14:cNvPr>
              <p14:cNvContentPartPr/>
              <p14:nvPr/>
            </p14:nvContentPartPr>
            <p14:xfrm>
              <a:off x="8390605" y="5430236"/>
              <a:ext cx="703800" cy="16279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47F51E6-3160-4811-B9EC-5B916586E9E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372965" y="5412236"/>
                <a:ext cx="739440" cy="166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52F5743-8BB8-410D-A4D0-75D40FD95648}"/>
              </a:ext>
            </a:extLst>
          </p:cNvPr>
          <p:cNvGrpSpPr/>
          <p:nvPr/>
        </p:nvGrpSpPr>
        <p:grpSpPr>
          <a:xfrm>
            <a:off x="335965" y="5355522"/>
            <a:ext cx="4843800" cy="1347759"/>
            <a:chOff x="335965" y="5355522"/>
            <a:chExt cx="4843800" cy="134775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A2A758C-12D5-4C92-B8F2-9F311A107135}"/>
                    </a:ext>
                  </a:extLst>
                </p14:cNvPr>
                <p14:cNvContentPartPr/>
                <p14:nvPr/>
              </p14:nvContentPartPr>
              <p14:xfrm>
                <a:off x="1454125" y="5741802"/>
                <a:ext cx="826920" cy="270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A2A758C-12D5-4C92-B8F2-9F311A10713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36125" y="5723802"/>
                  <a:ext cx="862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FE04C23-696C-40BA-848A-6526841DDC52}"/>
                    </a:ext>
                  </a:extLst>
                </p14:cNvPr>
                <p14:cNvContentPartPr/>
                <p14:nvPr/>
              </p14:nvContentPartPr>
              <p14:xfrm>
                <a:off x="2476885" y="5702922"/>
                <a:ext cx="408600" cy="325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FE04C23-696C-40BA-848A-6526841DDC5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59245" y="5685282"/>
                  <a:ext cx="4442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DDF410A-ECBF-4E7E-B41D-89F27C9E5F5A}"/>
                    </a:ext>
                  </a:extLst>
                </p14:cNvPr>
                <p14:cNvContentPartPr/>
                <p14:nvPr/>
              </p14:nvContentPartPr>
              <p14:xfrm>
                <a:off x="3101485" y="5754402"/>
                <a:ext cx="237960" cy="209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DDF410A-ECBF-4E7E-B41D-89F27C9E5F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83845" y="5736762"/>
                  <a:ext cx="2736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D480B82-9B99-4F5E-AFB5-CD60AF249583}"/>
                    </a:ext>
                  </a:extLst>
                </p14:cNvPr>
                <p14:cNvContentPartPr/>
                <p14:nvPr/>
              </p14:nvContentPartPr>
              <p14:xfrm>
                <a:off x="3449245" y="5800122"/>
                <a:ext cx="558360" cy="117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D480B82-9B99-4F5E-AFB5-CD60AF24958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31245" y="5782122"/>
                  <a:ext cx="594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E99B835-A02E-4266-A886-1E8F0F6000E4}"/>
                    </a:ext>
                  </a:extLst>
                </p14:cNvPr>
                <p14:cNvContentPartPr/>
                <p14:nvPr/>
              </p14:nvContentPartPr>
              <p14:xfrm>
                <a:off x="4160245" y="5506002"/>
                <a:ext cx="176760" cy="505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E99B835-A02E-4266-A886-1E8F0F6000E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42605" y="5488002"/>
                  <a:ext cx="2124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2AD54F-A626-41DF-94C2-10BD71518138}"/>
                    </a:ext>
                  </a:extLst>
                </p14:cNvPr>
                <p14:cNvContentPartPr/>
                <p14:nvPr/>
              </p14:nvContentPartPr>
              <p14:xfrm>
                <a:off x="4729765" y="5355522"/>
                <a:ext cx="450000" cy="1343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2AD54F-A626-41DF-94C2-10BD715181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712125" y="5337522"/>
                  <a:ext cx="485640" cy="13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07F6605-5F39-4F9F-95FD-702306A0A410}"/>
                    </a:ext>
                  </a:extLst>
                </p14:cNvPr>
                <p14:cNvContentPartPr/>
                <p14:nvPr/>
              </p14:nvContentPartPr>
              <p14:xfrm>
                <a:off x="578965" y="6221601"/>
                <a:ext cx="184320" cy="481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07F6605-5F39-4F9F-95FD-702306A0A41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0965" y="6203961"/>
                  <a:ext cx="2199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744404-F61B-4B50-88F7-CC13E09F44A4}"/>
                    </a:ext>
                  </a:extLst>
                </p14:cNvPr>
                <p14:cNvContentPartPr/>
                <p14:nvPr/>
              </p14:nvContentPartPr>
              <p14:xfrm>
                <a:off x="335965" y="6140601"/>
                <a:ext cx="611640" cy="145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744404-F61B-4B50-88F7-CC13E09F44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7965" y="6122601"/>
                  <a:ext cx="647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02F281E-64A7-40F1-9D34-DA7B09B4E8FA}"/>
                    </a:ext>
                  </a:extLst>
                </p14:cNvPr>
                <p14:cNvContentPartPr/>
                <p14:nvPr/>
              </p14:nvContentPartPr>
              <p14:xfrm>
                <a:off x="462685" y="6668361"/>
                <a:ext cx="545400" cy="21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02F281E-64A7-40F1-9D34-DA7B09B4E8F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5045" y="6650361"/>
                  <a:ext cx="581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8A469F4-A9D3-4814-817C-13A3E38D784E}"/>
                    </a:ext>
                  </a:extLst>
                </p14:cNvPr>
                <p14:cNvContentPartPr/>
                <p14:nvPr/>
              </p14:nvContentPartPr>
              <p14:xfrm>
                <a:off x="1046965" y="6388281"/>
                <a:ext cx="601200" cy="239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8A469F4-A9D3-4814-817C-13A3E38D78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9325" y="6370641"/>
                  <a:ext cx="6368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3699DD8-4C9E-48F5-9376-66F08038629C}"/>
                    </a:ext>
                  </a:extLst>
                </p14:cNvPr>
                <p14:cNvContentPartPr/>
                <p14:nvPr/>
              </p14:nvContentPartPr>
              <p14:xfrm>
                <a:off x="1712605" y="6259041"/>
                <a:ext cx="327600" cy="433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3699DD8-4C9E-48F5-9376-66F08038629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94965" y="6241401"/>
                  <a:ext cx="3632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8F839A0-88F3-4426-B5BE-2A7BA2EFC8E7}"/>
                    </a:ext>
                  </a:extLst>
                </p14:cNvPr>
                <p14:cNvContentPartPr/>
                <p14:nvPr/>
              </p14:nvContentPartPr>
              <p14:xfrm>
                <a:off x="2144965" y="6378201"/>
                <a:ext cx="152640" cy="246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8F839A0-88F3-4426-B5BE-2A7BA2EFC8E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126965" y="6360201"/>
                  <a:ext cx="188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6B696DE-9339-424E-9745-19F7158BAEFC}"/>
                    </a:ext>
                  </a:extLst>
                </p14:cNvPr>
                <p14:cNvContentPartPr/>
                <p14:nvPr/>
              </p14:nvContentPartPr>
              <p14:xfrm>
                <a:off x="2343325" y="6372081"/>
                <a:ext cx="534960" cy="221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6B696DE-9339-424E-9745-19F7158BAEF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25685" y="6354441"/>
                  <a:ext cx="570600" cy="25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0350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208CE7D-64E0-47D0-AEA5-2D6AD35E3D1A}"/>
              </a:ext>
            </a:extLst>
          </p:cNvPr>
          <p:cNvGrpSpPr/>
          <p:nvPr/>
        </p:nvGrpSpPr>
        <p:grpSpPr>
          <a:xfrm>
            <a:off x="584365" y="134082"/>
            <a:ext cx="7191360" cy="1038240"/>
            <a:chOff x="584365" y="134082"/>
            <a:chExt cx="7191360" cy="10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1E42BF8-69E3-4081-9519-91E9192E6559}"/>
                    </a:ext>
                  </a:extLst>
                </p14:cNvPr>
                <p14:cNvContentPartPr/>
                <p14:nvPr/>
              </p14:nvContentPartPr>
              <p14:xfrm>
                <a:off x="722965" y="324522"/>
                <a:ext cx="187200" cy="497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1E42BF8-69E3-4081-9519-91E9192E655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5325" y="306522"/>
                  <a:ext cx="2228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F4064D-6777-4B1C-B1D4-EE7B9DC3FCAF}"/>
                    </a:ext>
                  </a:extLst>
                </p14:cNvPr>
                <p14:cNvContentPartPr/>
                <p14:nvPr/>
              </p14:nvContentPartPr>
              <p14:xfrm>
                <a:off x="584365" y="349362"/>
                <a:ext cx="453600" cy="114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F4064D-6777-4B1C-B1D4-EE7B9DC3FC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6365" y="331362"/>
                  <a:ext cx="489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3BA7DBE-BA2C-470B-9623-0C8E881F8181}"/>
                    </a:ext>
                  </a:extLst>
                </p14:cNvPr>
                <p14:cNvContentPartPr/>
                <p14:nvPr/>
              </p14:nvContentPartPr>
              <p14:xfrm>
                <a:off x="688765" y="710802"/>
                <a:ext cx="403920" cy="122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3BA7DBE-BA2C-470B-9623-0C8E881F818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1125" y="692802"/>
                  <a:ext cx="439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F9E6D41-3E00-4137-BFA1-C9C0AAFF0540}"/>
                    </a:ext>
                  </a:extLst>
                </p14:cNvPr>
                <p14:cNvContentPartPr/>
                <p14:nvPr/>
              </p14:nvContentPartPr>
              <p14:xfrm>
                <a:off x="1331005" y="392922"/>
                <a:ext cx="671760" cy="27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F9E6D41-3E00-4137-BFA1-C9C0AAFF05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13005" y="374922"/>
                  <a:ext cx="7074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724352-0599-492C-A839-D7DB79644EBC}"/>
                    </a:ext>
                  </a:extLst>
                </p14:cNvPr>
                <p14:cNvContentPartPr/>
                <p14:nvPr/>
              </p14:nvContentPartPr>
              <p14:xfrm>
                <a:off x="2216605" y="199602"/>
                <a:ext cx="374040" cy="375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724352-0599-492C-A839-D7DB79644E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8605" y="181962"/>
                  <a:ext cx="4096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22D02A-67B2-4AA6-B4BF-5129731DBD96}"/>
                    </a:ext>
                  </a:extLst>
                </p14:cNvPr>
                <p14:cNvContentPartPr/>
                <p14:nvPr/>
              </p14:nvContentPartPr>
              <p14:xfrm>
                <a:off x="2858845" y="284202"/>
                <a:ext cx="165600" cy="21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22D02A-67B2-4AA6-B4BF-5129731DBD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40845" y="266562"/>
                  <a:ext cx="201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BAF2751-3D10-43E2-943D-5F77650DB7A5}"/>
                    </a:ext>
                  </a:extLst>
                </p14:cNvPr>
                <p14:cNvContentPartPr/>
                <p14:nvPr/>
              </p14:nvContentPartPr>
              <p14:xfrm>
                <a:off x="3141805" y="278442"/>
                <a:ext cx="281160" cy="221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BAF2751-3D10-43E2-943D-5F77650DB7A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24165" y="260442"/>
                  <a:ext cx="3168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EE1B98-3421-426B-AB0A-F7CE8E0CAD6A}"/>
                    </a:ext>
                  </a:extLst>
                </p14:cNvPr>
                <p14:cNvContentPartPr/>
                <p14:nvPr/>
              </p14:nvContentPartPr>
              <p14:xfrm>
                <a:off x="3634285" y="306882"/>
                <a:ext cx="284040" cy="20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EE1B98-3421-426B-AB0A-F7CE8E0CAD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16645" y="288882"/>
                  <a:ext cx="3196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EF3F49-CF89-4511-A041-0DEECE3088CB}"/>
                    </a:ext>
                  </a:extLst>
                </p14:cNvPr>
                <p14:cNvContentPartPr/>
                <p14:nvPr/>
              </p14:nvContentPartPr>
              <p14:xfrm>
                <a:off x="4067725" y="134082"/>
                <a:ext cx="234720" cy="465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EF3F49-CF89-4511-A041-0DEECE3088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50085" y="116082"/>
                  <a:ext cx="2703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1BCA808-10C4-4C81-AC38-46593A404F3A}"/>
                    </a:ext>
                  </a:extLst>
                </p14:cNvPr>
                <p14:cNvContentPartPr/>
                <p14:nvPr/>
              </p14:nvContentPartPr>
              <p14:xfrm>
                <a:off x="4495405" y="180162"/>
                <a:ext cx="447120" cy="992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1BCA808-10C4-4C81-AC38-46593A404F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77405" y="162162"/>
                  <a:ext cx="482760" cy="10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FA62C6-DDEA-4305-A879-673ED9AC8CE5}"/>
                    </a:ext>
                  </a:extLst>
                </p14:cNvPr>
                <p14:cNvContentPartPr/>
                <p14:nvPr/>
              </p14:nvContentPartPr>
              <p14:xfrm>
                <a:off x="5201365" y="279162"/>
                <a:ext cx="463680" cy="308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FA62C6-DDEA-4305-A879-673ED9AC8CE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83365" y="261522"/>
                  <a:ext cx="4993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3B553EE-82E2-468E-A404-2194A318626F}"/>
                    </a:ext>
                  </a:extLst>
                </p14:cNvPr>
                <p14:cNvContentPartPr/>
                <p14:nvPr/>
              </p14:nvContentPartPr>
              <p14:xfrm>
                <a:off x="5960605" y="399402"/>
                <a:ext cx="1332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3B553EE-82E2-468E-A404-2194A318626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42605" y="381402"/>
                  <a:ext cx="48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DCE19B2-2257-4160-8C28-C9CF36FEE245}"/>
                    </a:ext>
                  </a:extLst>
                </p14:cNvPr>
                <p14:cNvContentPartPr/>
                <p14:nvPr/>
              </p14:nvContentPartPr>
              <p14:xfrm>
                <a:off x="6191365" y="232362"/>
                <a:ext cx="305280" cy="319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DCE19B2-2257-4160-8C28-C9CF36FEE2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73725" y="214362"/>
                  <a:ext cx="3409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262EC5-9CB4-46C1-9D2E-9FEDC72F1C08}"/>
                    </a:ext>
                  </a:extLst>
                </p14:cNvPr>
                <p14:cNvContentPartPr/>
                <p14:nvPr/>
              </p14:nvContentPartPr>
              <p14:xfrm>
                <a:off x="6353725" y="399402"/>
                <a:ext cx="133920" cy="324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262EC5-9CB4-46C1-9D2E-9FEDC72F1C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35725" y="381402"/>
                  <a:ext cx="1695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F12DA0-EE41-4CDA-A732-0C5269E61D21}"/>
                    </a:ext>
                  </a:extLst>
                </p14:cNvPr>
                <p14:cNvContentPartPr/>
                <p14:nvPr/>
              </p14:nvContentPartPr>
              <p14:xfrm>
                <a:off x="6718045" y="347922"/>
                <a:ext cx="65520" cy="265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F12DA0-EE41-4CDA-A732-0C5269E61D2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00045" y="329922"/>
                  <a:ext cx="1011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277B0D-7468-4950-80B2-7334B77FDE89}"/>
                    </a:ext>
                  </a:extLst>
                </p14:cNvPr>
                <p14:cNvContentPartPr/>
                <p14:nvPr/>
              </p14:nvContentPartPr>
              <p14:xfrm>
                <a:off x="6973285" y="255042"/>
                <a:ext cx="298080" cy="327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277B0D-7468-4950-80B2-7334B77FDE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55285" y="237042"/>
                  <a:ext cx="3337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C50C9BB-49E3-4C8F-A10A-69FC622F5FF6}"/>
                    </a:ext>
                  </a:extLst>
                </p14:cNvPr>
                <p14:cNvContentPartPr/>
                <p14:nvPr/>
              </p14:nvContentPartPr>
              <p14:xfrm>
                <a:off x="7036645" y="411282"/>
                <a:ext cx="151560" cy="34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C50C9BB-49E3-4C8F-A10A-69FC622F5F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18645" y="393642"/>
                  <a:ext cx="187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3D740E-1FFD-4917-A67C-9BF0233EFE31}"/>
                    </a:ext>
                  </a:extLst>
                </p14:cNvPr>
                <p14:cNvContentPartPr/>
                <p14:nvPr/>
              </p14:nvContentPartPr>
              <p14:xfrm>
                <a:off x="7337245" y="191322"/>
                <a:ext cx="438480" cy="797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3D740E-1FFD-4917-A67C-9BF0233EFE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19245" y="173682"/>
                  <a:ext cx="474120" cy="83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E0C8C3-6BE5-4C03-A2F0-6374B18DF542}"/>
                    </a:ext>
                  </a:extLst>
                </p14:cNvPr>
                <p14:cNvContentPartPr/>
                <p14:nvPr/>
              </p14:nvContentPartPr>
              <p14:xfrm>
                <a:off x="6000565" y="716202"/>
                <a:ext cx="1745640" cy="39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E0C8C3-6BE5-4C03-A2F0-6374B18DF54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82925" y="698562"/>
                  <a:ext cx="1781280" cy="42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DB45FA-6C54-445A-A7D8-6E6210406663}"/>
              </a:ext>
            </a:extLst>
          </p:cNvPr>
          <p:cNvGrpSpPr/>
          <p:nvPr/>
        </p:nvGrpSpPr>
        <p:grpSpPr>
          <a:xfrm>
            <a:off x="1145605" y="1068282"/>
            <a:ext cx="2874600" cy="1078920"/>
            <a:chOff x="1145605" y="1068282"/>
            <a:chExt cx="2874600" cy="10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8AE83B-A85E-489E-9B99-A91BFB02A940}"/>
                    </a:ext>
                  </a:extLst>
                </p14:cNvPr>
                <p14:cNvContentPartPr/>
                <p14:nvPr/>
              </p14:nvContentPartPr>
              <p14:xfrm>
                <a:off x="1695325" y="1235682"/>
                <a:ext cx="771840" cy="287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8AE83B-A85E-489E-9B99-A91BFB02A9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77325" y="1217682"/>
                  <a:ext cx="8074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E80F018-5783-4500-B702-A36C80486178}"/>
                    </a:ext>
                  </a:extLst>
                </p14:cNvPr>
                <p14:cNvContentPartPr/>
                <p14:nvPr/>
              </p14:nvContentPartPr>
              <p14:xfrm>
                <a:off x="3194005" y="1068282"/>
                <a:ext cx="651240" cy="407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E80F018-5783-4500-B702-A36C804861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65" y="1050282"/>
                  <a:ext cx="68688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896D9A-EF37-45F7-839A-1439D1866F39}"/>
                    </a:ext>
                  </a:extLst>
                </p14:cNvPr>
                <p14:cNvContentPartPr/>
                <p14:nvPr/>
              </p14:nvContentPartPr>
              <p14:xfrm>
                <a:off x="1260805" y="1191402"/>
                <a:ext cx="240840" cy="512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896D9A-EF37-45F7-839A-1439D1866F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43165" y="1173762"/>
                  <a:ext cx="27648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FD4DA3C-5C72-4FA9-A8EF-B2D9B49E30DD}"/>
                    </a:ext>
                  </a:extLst>
                </p14:cNvPr>
                <p14:cNvContentPartPr/>
                <p14:nvPr/>
              </p14:nvContentPartPr>
              <p14:xfrm>
                <a:off x="1145605" y="1099962"/>
                <a:ext cx="474840" cy="160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FD4DA3C-5C72-4FA9-A8EF-B2D9B49E30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27965" y="1082322"/>
                  <a:ext cx="510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DBC23DF-C13E-4E7F-84CF-849BBBE3621D}"/>
                    </a:ext>
                  </a:extLst>
                </p14:cNvPr>
                <p14:cNvContentPartPr/>
                <p14:nvPr/>
              </p14:nvContentPartPr>
              <p14:xfrm>
                <a:off x="1232365" y="1548162"/>
                <a:ext cx="633960" cy="272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DBC23DF-C13E-4E7F-84CF-849BBBE362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14365" y="1530162"/>
                  <a:ext cx="669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B3517EF-CE1F-44D0-BEDF-62D380C087A8}"/>
                    </a:ext>
                  </a:extLst>
                </p14:cNvPr>
                <p14:cNvContentPartPr/>
                <p14:nvPr/>
              </p14:nvContentPartPr>
              <p14:xfrm>
                <a:off x="1721965" y="1646802"/>
                <a:ext cx="2298240" cy="500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B3517EF-CE1F-44D0-BEDF-62D380C087A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04325" y="1628802"/>
                  <a:ext cx="2333880" cy="53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EA73E7-1B10-4442-B8A9-73C832B47367}"/>
              </a:ext>
            </a:extLst>
          </p:cNvPr>
          <p:cNvGrpSpPr/>
          <p:nvPr/>
        </p:nvGrpSpPr>
        <p:grpSpPr>
          <a:xfrm>
            <a:off x="364765" y="2368962"/>
            <a:ext cx="2100600" cy="1156680"/>
            <a:chOff x="364765" y="2368962"/>
            <a:chExt cx="2100600" cy="11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E2D9867-65B3-40D2-9727-0FB6CBAA2111}"/>
                    </a:ext>
                  </a:extLst>
                </p14:cNvPr>
                <p14:cNvContentPartPr/>
                <p14:nvPr/>
              </p14:nvContentPartPr>
              <p14:xfrm>
                <a:off x="548005" y="2368962"/>
                <a:ext cx="424080" cy="84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E2D9867-65B3-40D2-9727-0FB6CBAA21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0365" y="2351322"/>
                  <a:ext cx="45972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D29570-3F16-4F6D-BDD5-654E553D5CCF}"/>
                    </a:ext>
                  </a:extLst>
                </p14:cNvPr>
                <p14:cNvContentPartPr/>
                <p14:nvPr/>
              </p14:nvContentPartPr>
              <p14:xfrm>
                <a:off x="364765" y="2571642"/>
                <a:ext cx="541440" cy="508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D29570-3F16-4F6D-BDD5-654E553D5CC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7125" y="2553642"/>
                  <a:ext cx="57708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21A1F33-CAED-4238-B3B7-B089DED0E2A1}"/>
                    </a:ext>
                  </a:extLst>
                </p14:cNvPr>
                <p14:cNvContentPartPr/>
                <p14:nvPr/>
              </p14:nvContentPartPr>
              <p14:xfrm>
                <a:off x="1039045" y="2731842"/>
                <a:ext cx="302760" cy="793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21A1F33-CAED-4238-B3B7-B089DED0E2A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1405" y="2714202"/>
                  <a:ext cx="33840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24F6E52-72E6-49B3-9694-7560BBF561EC}"/>
                    </a:ext>
                  </a:extLst>
                </p14:cNvPr>
                <p14:cNvContentPartPr/>
                <p14:nvPr/>
              </p14:nvContentPartPr>
              <p14:xfrm>
                <a:off x="1672285" y="2627802"/>
                <a:ext cx="793080" cy="375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24F6E52-72E6-49B3-9694-7560BBF561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54645" y="2610162"/>
                  <a:ext cx="828720" cy="41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D36F9F6-FC67-4D51-ACD8-8BB2677E093D}"/>
              </a:ext>
            </a:extLst>
          </p:cNvPr>
          <p:cNvGrpSpPr/>
          <p:nvPr/>
        </p:nvGrpSpPr>
        <p:grpSpPr>
          <a:xfrm>
            <a:off x="2904925" y="1925442"/>
            <a:ext cx="3902400" cy="957960"/>
            <a:chOff x="2904925" y="1925442"/>
            <a:chExt cx="3902400" cy="9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005EFD2-EAF5-4329-AD8F-4EC890A74D40}"/>
                    </a:ext>
                  </a:extLst>
                </p14:cNvPr>
                <p14:cNvContentPartPr/>
                <p14:nvPr/>
              </p14:nvContentPartPr>
              <p14:xfrm>
                <a:off x="3048565" y="2397762"/>
                <a:ext cx="313560" cy="476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005EFD2-EAF5-4329-AD8F-4EC890A74D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30925" y="2380122"/>
                  <a:ext cx="3492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9C114D-240E-4AE5-B022-5534CA4516DD}"/>
                    </a:ext>
                  </a:extLst>
                </p14:cNvPr>
                <p14:cNvContentPartPr/>
                <p14:nvPr/>
              </p14:nvContentPartPr>
              <p14:xfrm>
                <a:off x="2904925" y="2415042"/>
                <a:ext cx="406440" cy="468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9C114D-240E-4AE5-B022-5534CA4516D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87285" y="2397402"/>
                  <a:ext cx="44208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2146193-EAB9-4914-BEAC-BFB94FBB51AF}"/>
                    </a:ext>
                  </a:extLst>
                </p14:cNvPr>
                <p14:cNvContentPartPr/>
                <p14:nvPr/>
              </p14:nvContentPartPr>
              <p14:xfrm>
                <a:off x="3408205" y="2617722"/>
                <a:ext cx="461880" cy="203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2146193-EAB9-4914-BEAC-BFB94FBB51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90205" y="2600082"/>
                  <a:ext cx="497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EBF402-C617-429C-8E5F-83D1FB01A9C3}"/>
                    </a:ext>
                  </a:extLst>
                </p14:cNvPr>
                <p14:cNvContentPartPr/>
                <p14:nvPr/>
              </p14:nvContentPartPr>
              <p14:xfrm>
                <a:off x="4033525" y="2657682"/>
                <a:ext cx="153720" cy="135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EBF402-C617-429C-8E5F-83D1FB01A9C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15525" y="2640042"/>
                  <a:ext cx="189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893E6E-8C25-4B7B-974B-EB94C77924FF}"/>
                    </a:ext>
                  </a:extLst>
                </p14:cNvPr>
                <p14:cNvContentPartPr/>
                <p14:nvPr/>
              </p14:nvContentPartPr>
              <p14:xfrm>
                <a:off x="3981325" y="2525562"/>
                <a:ext cx="39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893E6E-8C25-4B7B-974B-EB94C77924F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963325" y="2507562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1938442-6793-43AD-95C2-474DB01F016E}"/>
                    </a:ext>
                  </a:extLst>
                </p14:cNvPr>
                <p14:cNvContentPartPr/>
                <p14:nvPr/>
              </p14:nvContentPartPr>
              <p14:xfrm>
                <a:off x="4265005" y="2121282"/>
                <a:ext cx="852120" cy="572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1938442-6793-43AD-95C2-474DB01F01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47005" y="2103282"/>
                  <a:ext cx="88776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5070A71-8509-4BD4-815D-1E9B8F832005}"/>
                    </a:ext>
                  </a:extLst>
                </p14:cNvPr>
                <p14:cNvContentPartPr/>
                <p14:nvPr/>
              </p14:nvContentPartPr>
              <p14:xfrm>
                <a:off x="4837405" y="2437722"/>
                <a:ext cx="387720" cy="145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5070A71-8509-4BD4-815D-1E9B8F8320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19405" y="2419722"/>
                  <a:ext cx="423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2C631B-11F2-4CBC-A919-62F5C31144FA}"/>
                    </a:ext>
                  </a:extLst>
                </p14:cNvPr>
                <p14:cNvContentPartPr/>
                <p14:nvPr/>
              </p14:nvContentPartPr>
              <p14:xfrm>
                <a:off x="5751805" y="1976562"/>
                <a:ext cx="204840" cy="636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2C631B-11F2-4CBC-A919-62F5C31144F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33805" y="1958922"/>
                  <a:ext cx="24048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A23F15-FF4E-4FE7-83AD-30A4F3BF990A}"/>
                    </a:ext>
                  </a:extLst>
                </p14:cNvPr>
                <p14:cNvContentPartPr/>
                <p14:nvPr/>
              </p14:nvContentPartPr>
              <p14:xfrm>
                <a:off x="5480005" y="1959642"/>
                <a:ext cx="788040" cy="635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A23F15-FF4E-4FE7-83AD-30A4F3BF990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62365" y="1941642"/>
                  <a:ext cx="8236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AFB6E4F-35FC-42B6-8F4C-E48B0475D3F0}"/>
                    </a:ext>
                  </a:extLst>
                </p14:cNvPr>
                <p14:cNvContentPartPr/>
                <p14:nvPr/>
              </p14:nvContentPartPr>
              <p14:xfrm>
                <a:off x="6375325" y="1925442"/>
                <a:ext cx="432000" cy="528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AFB6E4F-35FC-42B6-8F4C-E48B0475D3F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57685" y="1907442"/>
                  <a:ext cx="467640" cy="56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DFA8837-16EE-40B9-A4BE-ED13F7E6E528}"/>
                  </a:ext>
                </a:extLst>
              </p14:cNvPr>
              <p14:cNvContentPartPr/>
              <p14:nvPr/>
            </p14:nvContentPartPr>
            <p14:xfrm>
              <a:off x="1261165" y="3662082"/>
              <a:ext cx="679320" cy="271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DFA8837-16EE-40B9-A4BE-ED13F7E6E5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43525" y="3644442"/>
                <a:ext cx="714960" cy="30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63E16404-2CEE-4395-B869-00D8F564C49D}"/>
              </a:ext>
            </a:extLst>
          </p:cNvPr>
          <p:cNvGrpSpPr/>
          <p:nvPr/>
        </p:nvGrpSpPr>
        <p:grpSpPr>
          <a:xfrm>
            <a:off x="2621245" y="3368322"/>
            <a:ext cx="1045440" cy="516960"/>
            <a:chOff x="2621245" y="3368322"/>
            <a:chExt cx="1045440" cy="5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836082-42A9-4943-9D18-A29CE335788A}"/>
                    </a:ext>
                  </a:extLst>
                </p14:cNvPr>
                <p14:cNvContentPartPr/>
                <p14:nvPr/>
              </p14:nvContentPartPr>
              <p14:xfrm>
                <a:off x="2621245" y="3705642"/>
                <a:ext cx="510840" cy="21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4836082-42A9-4943-9D18-A29CE33578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03245" y="3687642"/>
                  <a:ext cx="546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758A4A-FDBE-4632-9C89-73DB173A4563}"/>
                    </a:ext>
                  </a:extLst>
                </p14:cNvPr>
                <p14:cNvContentPartPr/>
                <p14:nvPr/>
              </p14:nvContentPartPr>
              <p14:xfrm>
                <a:off x="3518365" y="3368322"/>
                <a:ext cx="148320" cy="516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758A4A-FDBE-4632-9C89-73DB173A45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00365" y="3350682"/>
                  <a:ext cx="183960" cy="55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43D55FA-0DC9-4AEE-8E94-5CE7A256DF43}"/>
              </a:ext>
            </a:extLst>
          </p:cNvPr>
          <p:cNvGrpSpPr/>
          <p:nvPr/>
        </p:nvGrpSpPr>
        <p:grpSpPr>
          <a:xfrm>
            <a:off x="4328005" y="3137922"/>
            <a:ext cx="1944720" cy="708840"/>
            <a:chOff x="4328005" y="3137922"/>
            <a:chExt cx="1944720" cy="70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2E936D-600C-410F-BB34-D96F58C9F9FC}"/>
                    </a:ext>
                  </a:extLst>
                </p14:cNvPr>
                <p14:cNvContentPartPr/>
                <p14:nvPr/>
              </p14:nvContentPartPr>
              <p14:xfrm>
                <a:off x="4525285" y="3258882"/>
                <a:ext cx="192960" cy="587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2E936D-600C-410F-BB34-D96F58C9F9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07645" y="3240882"/>
                  <a:ext cx="22860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ED763B7-C7B5-4646-869D-CC68B95C21B6}"/>
                    </a:ext>
                  </a:extLst>
                </p14:cNvPr>
                <p14:cNvContentPartPr/>
                <p14:nvPr/>
              </p14:nvContentPartPr>
              <p14:xfrm>
                <a:off x="4328005" y="3548322"/>
                <a:ext cx="546120" cy="75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ED763B7-C7B5-4646-869D-CC68B95C21B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10365" y="3530322"/>
                  <a:ext cx="581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099A56B-0AAE-46CF-B4C8-39ABE130DB47}"/>
                    </a:ext>
                  </a:extLst>
                </p14:cNvPr>
                <p14:cNvContentPartPr/>
                <p14:nvPr/>
              </p14:nvContentPartPr>
              <p14:xfrm>
                <a:off x="5161405" y="3247362"/>
                <a:ext cx="442800" cy="371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099A56B-0AAE-46CF-B4C8-39ABE130DB4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43405" y="3229722"/>
                  <a:ext cx="4784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EBEE600-F894-4F34-8329-9912B73E8001}"/>
                    </a:ext>
                  </a:extLst>
                </p14:cNvPr>
                <p14:cNvContentPartPr/>
                <p14:nvPr/>
              </p14:nvContentPartPr>
              <p14:xfrm>
                <a:off x="6036925" y="3137922"/>
                <a:ext cx="155160" cy="488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EBEE600-F894-4F34-8329-9912B73E800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19285" y="3119922"/>
                  <a:ext cx="19080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FA5DA52-120B-40AF-B0B9-3565B50CDF78}"/>
                    </a:ext>
                  </a:extLst>
                </p14:cNvPr>
                <p14:cNvContentPartPr/>
                <p14:nvPr/>
              </p14:nvContentPartPr>
              <p14:xfrm>
                <a:off x="5908045" y="3241242"/>
                <a:ext cx="364680" cy="411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FA5DA52-120B-40AF-B0B9-3565B50CDF7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90405" y="3223602"/>
                  <a:ext cx="400320" cy="44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7E4BA30-D1F4-494F-85FB-E5811BBDF4D6}"/>
              </a:ext>
            </a:extLst>
          </p:cNvPr>
          <p:cNvGrpSpPr/>
          <p:nvPr/>
        </p:nvGrpSpPr>
        <p:grpSpPr>
          <a:xfrm>
            <a:off x="6749005" y="2524842"/>
            <a:ext cx="1971360" cy="1181160"/>
            <a:chOff x="6749005" y="2524842"/>
            <a:chExt cx="1971360" cy="11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81E1D0-9CB4-4F4E-9CA4-13FF0898EAFA}"/>
                    </a:ext>
                  </a:extLst>
                </p14:cNvPr>
                <p14:cNvContentPartPr/>
                <p14:nvPr/>
              </p14:nvContentPartPr>
              <p14:xfrm>
                <a:off x="6944125" y="3043602"/>
                <a:ext cx="338760" cy="352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81E1D0-9CB4-4F4E-9CA4-13FF0898EAF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26125" y="3025962"/>
                  <a:ext cx="3744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AC02670-3DA0-459F-B0F7-65F19030AA03}"/>
                    </a:ext>
                  </a:extLst>
                </p14:cNvPr>
                <p14:cNvContentPartPr/>
                <p14:nvPr/>
              </p14:nvContentPartPr>
              <p14:xfrm>
                <a:off x="7568725" y="3091482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AC02670-3DA0-459F-B0F7-65F19030AA0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50725" y="30738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E64A067-4399-4419-B5EB-E0D76AB05EF4}"/>
                    </a:ext>
                  </a:extLst>
                </p14:cNvPr>
                <p14:cNvContentPartPr/>
                <p14:nvPr/>
              </p14:nvContentPartPr>
              <p14:xfrm>
                <a:off x="7964005" y="2773602"/>
                <a:ext cx="203760" cy="556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E64A067-4399-4419-B5EB-E0D76AB05E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46005" y="2755602"/>
                  <a:ext cx="23940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14FF1AD-28EA-49F1-B0F4-16A9DB9E312D}"/>
                    </a:ext>
                  </a:extLst>
                </p14:cNvPr>
                <p14:cNvContentPartPr/>
                <p14:nvPr/>
              </p14:nvContentPartPr>
              <p14:xfrm>
                <a:off x="6749005" y="2797002"/>
                <a:ext cx="259200" cy="909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14FF1AD-28EA-49F1-B0F4-16A9DB9E312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31365" y="2779002"/>
                  <a:ext cx="29484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640FB91-82AC-4AD0-8B2D-5F1657F181B4}"/>
                    </a:ext>
                  </a:extLst>
                </p14:cNvPr>
                <p14:cNvContentPartPr/>
                <p14:nvPr/>
              </p14:nvContentPartPr>
              <p14:xfrm>
                <a:off x="8106925" y="2524842"/>
                <a:ext cx="613440" cy="1048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640FB91-82AC-4AD0-8B2D-5F1657F181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88925" y="2507202"/>
                  <a:ext cx="649080" cy="10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BF65118-8832-44C4-9A1E-B168EC011D5F}"/>
                  </a:ext>
                </a:extLst>
              </p14:cNvPr>
              <p14:cNvContentPartPr/>
              <p14:nvPr/>
            </p14:nvContentPartPr>
            <p14:xfrm>
              <a:off x="1634485" y="4442562"/>
              <a:ext cx="1184760" cy="404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BF65118-8832-44C4-9A1E-B168EC011D5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616485" y="4424922"/>
                <a:ext cx="1220400" cy="4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27ED555E-EB98-412E-B84E-1A3964B0BEC4}"/>
              </a:ext>
            </a:extLst>
          </p:cNvPr>
          <p:cNvGrpSpPr/>
          <p:nvPr/>
        </p:nvGrpSpPr>
        <p:grpSpPr>
          <a:xfrm>
            <a:off x="3079165" y="4165362"/>
            <a:ext cx="1641600" cy="1094760"/>
            <a:chOff x="3079165" y="4165362"/>
            <a:chExt cx="1641600" cy="10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3A32780-0D2C-4F52-87F4-79AC9EF09BBA}"/>
                    </a:ext>
                  </a:extLst>
                </p14:cNvPr>
                <p14:cNvContentPartPr/>
                <p14:nvPr/>
              </p14:nvContentPartPr>
              <p14:xfrm>
                <a:off x="3326125" y="4383162"/>
                <a:ext cx="427320" cy="37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3A32780-0D2C-4F52-87F4-79AC9EF09B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08125" y="4365522"/>
                  <a:ext cx="4629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94DC75-2B2D-428B-B003-6677B09B5BAC}"/>
                    </a:ext>
                  </a:extLst>
                </p14:cNvPr>
                <p14:cNvContentPartPr/>
                <p14:nvPr/>
              </p14:nvContentPartPr>
              <p14:xfrm>
                <a:off x="3911485" y="4478922"/>
                <a:ext cx="9720" cy="3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94DC75-2B2D-428B-B003-6677B09B5BA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93485" y="4460922"/>
                  <a:ext cx="45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3025DB9-1134-4925-BEA3-F367024B01D1}"/>
                    </a:ext>
                  </a:extLst>
                </p14:cNvPr>
                <p14:cNvContentPartPr/>
                <p14:nvPr/>
              </p14:nvContentPartPr>
              <p14:xfrm>
                <a:off x="4326205" y="4165362"/>
                <a:ext cx="339480" cy="493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3025DB9-1134-4925-BEA3-F367024B01D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08565" y="4147722"/>
                  <a:ext cx="3751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0A5E21D-3D27-4F41-AA42-E93C4084A23D}"/>
                    </a:ext>
                  </a:extLst>
                </p14:cNvPr>
                <p14:cNvContentPartPr/>
                <p14:nvPr/>
              </p14:nvContentPartPr>
              <p14:xfrm>
                <a:off x="3079165" y="4921362"/>
                <a:ext cx="1641600" cy="338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0A5E21D-3D27-4F41-AA42-E93C4084A2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61525" y="4903722"/>
                  <a:ext cx="167724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F6A3E1C-512E-4554-A67E-8AC2B1EE2194}"/>
              </a:ext>
            </a:extLst>
          </p:cNvPr>
          <p:cNvGrpSpPr/>
          <p:nvPr/>
        </p:nvGrpSpPr>
        <p:grpSpPr>
          <a:xfrm>
            <a:off x="703165" y="4275522"/>
            <a:ext cx="1195560" cy="1379880"/>
            <a:chOff x="703165" y="4275522"/>
            <a:chExt cx="1195560" cy="137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8220A7-2D3A-4214-A37E-B951006EA93E}"/>
                    </a:ext>
                  </a:extLst>
                </p14:cNvPr>
                <p14:cNvContentPartPr/>
                <p14:nvPr/>
              </p14:nvContentPartPr>
              <p14:xfrm>
                <a:off x="703165" y="4275522"/>
                <a:ext cx="738000" cy="952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8220A7-2D3A-4214-A37E-B951006EA93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5525" y="4257522"/>
                  <a:ext cx="773640" cy="9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A4BC04C-884A-4ACF-8C4E-EEAF3F77933D}"/>
                    </a:ext>
                  </a:extLst>
                </p14:cNvPr>
                <p14:cNvContentPartPr/>
                <p14:nvPr/>
              </p14:nvContentPartPr>
              <p14:xfrm>
                <a:off x="1484725" y="4895442"/>
                <a:ext cx="414000" cy="759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A4BC04C-884A-4ACF-8C4E-EEAF3F77933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66725" y="4877802"/>
                  <a:ext cx="44964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855D6B5-BC84-4BFA-9848-60C4F78C9D93}"/>
                    </a:ext>
                  </a:extLst>
                </p14:cNvPr>
                <p14:cNvContentPartPr/>
                <p14:nvPr/>
              </p14:nvContentPartPr>
              <p14:xfrm>
                <a:off x="769405" y="4379562"/>
                <a:ext cx="666360" cy="918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855D6B5-BC84-4BFA-9848-60C4F78C9D9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1405" y="4361922"/>
                  <a:ext cx="702000" cy="95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30028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339FC66-4C84-437D-9ABA-DD26C7BA00F7}"/>
                  </a:ext>
                </a:extLst>
              </p14:cNvPr>
              <p14:cNvContentPartPr/>
              <p14:nvPr/>
            </p14:nvContentPartPr>
            <p14:xfrm>
              <a:off x="6377125" y="2010762"/>
              <a:ext cx="360" cy="3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339FC66-4C84-437D-9ABA-DD26C7BA00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9125" y="199312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C4CA35B-E2F9-462E-83F3-F64C378A0AD4}"/>
              </a:ext>
            </a:extLst>
          </p:cNvPr>
          <p:cNvGrpSpPr/>
          <p:nvPr/>
        </p:nvGrpSpPr>
        <p:grpSpPr>
          <a:xfrm>
            <a:off x="420565" y="151362"/>
            <a:ext cx="8658720" cy="6848640"/>
            <a:chOff x="420565" y="151362"/>
            <a:chExt cx="8658720" cy="684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2FF422-ECD9-487F-A01B-1FB8CD1EC407}"/>
                    </a:ext>
                  </a:extLst>
                </p14:cNvPr>
                <p14:cNvContentPartPr/>
                <p14:nvPr/>
              </p14:nvContentPartPr>
              <p14:xfrm>
                <a:off x="954085" y="411642"/>
                <a:ext cx="328320" cy="618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2FF422-ECD9-487F-A01B-1FB8CD1EC4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6445" y="394002"/>
                  <a:ext cx="36396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6D40BDF-3D16-43D2-BFFA-064889FB0B40}"/>
                    </a:ext>
                  </a:extLst>
                </p14:cNvPr>
                <p14:cNvContentPartPr/>
                <p14:nvPr/>
              </p14:nvContentPartPr>
              <p14:xfrm>
                <a:off x="1458445" y="574362"/>
                <a:ext cx="257760" cy="189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6D40BDF-3D16-43D2-BFFA-064889FB0B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40445" y="556722"/>
                  <a:ext cx="293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95321ED-3321-4723-8E10-77530A055AF6}"/>
                    </a:ext>
                  </a:extLst>
                </p14:cNvPr>
                <p14:cNvContentPartPr/>
                <p14:nvPr/>
              </p14:nvContentPartPr>
              <p14:xfrm>
                <a:off x="1828885" y="525402"/>
                <a:ext cx="270000" cy="98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5321ED-3321-4723-8E10-77530A055A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10885" y="507762"/>
                  <a:ext cx="305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4592114-B808-4FF6-9BC9-BB2A6A0DAA08}"/>
                    </a:ext>
                  </a:extLst>
                </p14:cNvPr>
                <p14:cNvContentPartPr/>
                <p14:nvPr/>
              </p14:nvContentPartPr>
              <p14:xfrm>
                <a:off x="2245405" y="220842"/>
                <a:ext cx="391680" cy="45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4592114-B808-4FF6-9BC9-BB2A6A0DAA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27765" y="203202"/>
                  <a:ext cx="4273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831EC40-29BE-4AD2-9579-A35F94F60C44}"/>
                    </a:ext>
                  </a:extLst>
                </p14:cNvPr>
                <p14:cNvContentPartPr/>
                <p14:nvPr/>
              </p14:nvContentPartPr>
              <p14:xfrm>
                <a:off x="2193205" y="483282"/>
                <a:ext cx="252720" cy="9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831EC40-29BE-4AD2-9579-A35F94F60C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75205" y="465282"/>
                  <a:ext cx="2883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0FA87E-B048-4313-942A-F5A3A8FAF7A5}"/>
                    </a:ext>
                  </a:extLst>
                </p14:cNvPr>
                <p14:cNvContentPartPr/>
                <p14:nvPr/>
              </p14:nvContentPartPr>
              <p14:xfrm>
                <a:off x="2783605" y="538362"/>
                <a:ext cx="63720" cy="11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0FA87E-B048-4313-942A-F5A3A8FAF7A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65605" y="520362"/>
                  <a:ext cx="99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ACD359-3D71-4240-83B6-8C9CB0CF2FC8}"/>
                    </a:ext>
                  </a:extLst>
                </p14:cNvPr>
                <p14:cNvContentPartPr/>
                <p14:nvPr/>
              </p14:nvContentPartPr>
              <p14:xfrm>
                <a:off x="2661925" y="411282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ACD359-3D71-4240-83B6-8C9CB0CF2FC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44285" y="3936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AFCE90-54DF-4D68-9462-E31F770B5634}"/>
                    </a:ext>
                  </a:extLst>
                </p14:cNvPr>
                <p14:cNvContentPartPr/>
                <p14:nvPr/>
              </p14:nvContentPartPr>
              <p14:xfrm>
                <a:off x="2863885" y="341082"/>
                <a:ext cx="602640" cy="305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AFCE90-54DF-4D68-9462-E31F770B563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46245" y="323442"/>
                  <a:ext cx="6382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A1626B-AFDC-4873-B1D6-5DF5370F5B80}"/>
                    </a:ext>
                  </a:extLst>
                </p14:cNvPr>
                <p14:cNvContentPartPr/>
                <p14:nvPr/>
              </p14:nvContentPartPr>
              <p14:xfrm>
                <a:off x="3714925" y="151362"/>
                <a:ext cx="296280" cy="570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A1626B-AFDC-4873-B1D6-5DF5370F5B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96925" y="133362"/>
                  <a:ext cx="33192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3F0586-01E2-4BD0-B611-7E2A6936B515}"/>
                    </a:ext>
                  </a:extLst>
                </p14:cNvPr>
                <p14:cNvContentPartPr/>
                <p14:nvPr/>
              </p14:nvContentPartPr>
              <p14:xfrm>
                <a:off x="3026245" y="461682"/>
                <a:ext cx="486720" cy="134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3F0586-01E2-4BD0-B611-7E2A6936B5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08605" y="443682"/>
                  <a:ext cx="522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B08A5A-EA78-4E69-8A18-E0189F5A57C5}"/>
                    </a:ext>
                  </a:extLst>
                </p14:cNvPr>
                <p14:cNvContentPartPr/>
                <p14:nvPr/>
              </p14:nvContentPartPr>
              <p14:xfrm>
                <a:off x="4488205" y="405522"/>
                <a:ext cx="483120" cy="348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B08A5A-EA78-4E69-8A18-E0189F5A57C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70565" y="387882"/>
                  <a:ext cx="5187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F16B4E-C9EE-47E7-9267-3A8B60E4CCBD}"/>
                    </a:ext>
                  </a:extLst>
                </p14:cNvPr>
                <p14:cNvContentPartPr/>
                <p14:nvPr/>
              </p14:nvContentPartPr>
              <p14:xfrm>
                <a:off x="4832005" y="242082"/>
                <a:ext cx="459000" cy="718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F16B4E-C9EE-47E7-9267-3A8B60E4CC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14005" y="224442"/>
                  <a:ext cx="494640" cy="7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EF00AE-5260-47C4-A641-672AFBD74600}"/>
                    </a:ext>
                  </a:extLst>
                </p14:cNvPr>
                <p14:cNvContentPartPr/>
                <p14:nvPr/>
              </p14:nvContentPartPr>
              <p14:xfrm>
                <a:off x="4290205" y="266922"/>
                <a:ext cx="367920" cy="745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EF00AE-5260-47C4-A641-672AFBD746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72205" y="249282"/>
                  <a:ext cx="40356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56266D7-3D99-4884-963B-19E1F739FF3D}"/>
                    </a:ext>
                  </a:extLst>
                </p14:cNvPr>
                <p14:cNvContentPartPr/>
                <p14:nvPr/>
              </p14:nvContentPartPr>
              <p14:xfrm>
                <a:off x="420565" y="1652922"/>
                <a:ext cx="619920" cy="367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56266D7-3D99-4884-963B-19E1F739FF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2565" y="1634922"/>
                  <a:ext cx="6555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B151A7-6D2E-4768-9B0B-E456F041E40F}"/>
                    </a:ext>
                  </a:extLst>
                </p14:cNvPr>
                <p14:cNvContentPartPr/>
                <p14:nvPr/>
              </p14:nvContentPartPr>
              <p14:xfrm>
                <a:off x="1313365" y="1692162"/>
                <a:ext cx="635400" cy="65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B151A7-6D2E-4768-9B0B-E456F041E4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95725" y="1674522"/>
                  <a:ext cx="671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2CDA18-715B-44AF-9BDB-F3B90B9D56B5}"/>
                    </a:ext>
                  </a:extLst>
                </p14:cNvPr>
                <p14:cNvContentPartPr/>
                <p14:nvPr/>
              </p14:nvContentPartPr>
              <p14:xfrm>
                <a:off x="1307605" y="1834002"/>
                <a:ext cx="812160" cy="148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2CDA18-715B-44AF-9BDB-F3B90B9D56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89605" y="1816002"/>
                  <a:ext cx="847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F53F1F2-29E1-464F-AD58-BA7F77E2540E}"/>
                    </a:ext>
                  </a:extLst>
                </p14:cNvPr>
                <p14:cNvContentPartPr/>
                <p14:nvPr/>
              </p14:nvContentPartPr>
              <p14:xfrm>
                <a:off x="2598565" y="1271682"/>
                <a:ext cx="607320" cy="791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F53F1F2-29E1-464F-AD58-BA7F77E2540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80925" y="1253682"/>
                  <a:ext cx="642960" cy="8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1A27E5-D339-4D97-9309-8564C6CC8F1D}"/>
                    </a:ext>
                  </a:extLst>
                </p14:cNvPr>
                <p14:cNvContentPartPr/>
                <p14:nvPr/>
              </p14:nvContentPartPr>
              <p14:xfrm>
                <a:off x="2580925" y="1398402"/>
                <a:ext cx="476280" cy="62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1A27E5-D339-4D97-9309-8564C6CC8F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62925" y="1380762"/>
                  <a:ext cx="51192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A752D7-0D30-429A-A7BD-F1E6100F964A}"/>
                    </a:ext>
                  </a:extLst>
                </p14:cNvPr>
                <p14:cNvContentPartPr/>
                <p14:nvPr/>
              </p14:nvContentPartPr>
              <p14:xfrm>
                <a:off x="3495325" y="1618722"/>
                <a:ext cx="654840" cy="93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A752D7-0D30-429A-A7BD-F1E6100F96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77685" y="1600722"/>
                  <a:ext cx="690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AE6372-0601-4A97-B09E-DEB6073C711B}"/>
                    </a:ext>
                  </a:extLst>
                </p14:cNvPr>
                <p14:cNvContentPartPr/>
                <p14:nvPr/>
              </p14:nvContentPartPr>
              <p14:xfrm>
                <a:off x="4568845" y="1352322"/>
                <a:ext cx="512280" cy="623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AE6372-0601-4A97-B09E-DEB6073C711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50845" y="1334682"/>
                  <a:ext cx="54792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86458E-0977-4C16-A38D-7AD9A7F8EE8E}"/>
                    </a:ext>
                  </a:extLst>
                </p14:cNvPr>
                <p14:cNvContentPartPr/>
                <p14:nvPr/>
              </p14:nvContentPartPr>
              <p14:xfrm>
                <a:off x="4461565" y="1341162"/>
                <a:ext cx="612360" cy="62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86458E-0977-4C16-A38D-7AD9A7F8EE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43925" y="1323162"/>
                  <a:ext cx="64800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011447-8A26-4CC9-94BA-8ED47BBA03FA}"/>
                    </a:ext>
                  </a:extLst>
                </p14:cNvPr>
                <p14:cNvContentPartPr/>
                <p14:nvPr/>
              </p14:nvContentPartPr>
              <p14:xfrm>
                <a:off x="5381365" y="1571202"/>
                <a:ext cx="639360" cy="661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011447-8A26-4CC9-94BA-8ED47BBA03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63365" y="1553562"/>
                  <a:ext cx="6750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521411-72AF-4FDA-B8C8-20B4925D80AB}"/>
                    </a:ext>
                  </a:extLst>
                </p14:cNvPr>
                <p14:cNvContentPartPr/>
                <p14:nvPr/>
              </p14:nvContentPartPr>
              <p14:xfrm>
                <a:off x="4889605" y="385722"/>
                <a:ext cx="408240" cy="246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521411-72AF-4FDA-B8C8-20B4925D80A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71965" y="367722"/>
                  <a:ext cx="4438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9DDDE01-03EB-4262-B6AD-6EB41E209949}"/>
                    </a:ext>
                  </a:extLst>
                </p14:cNvPr>
                <p14:cNvContentPartPr/>
                <p14:nvPr/>
              </p14:nvContentPartPr>
              <p14:xfrm>
                <a:off x="5462725" y="375282"/>
                <a:ext cx="200880" cy="20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9DDDE01-03EB-4262-B6AD-6EB41E2099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44725" y="357282"/>
                  <a:ext cx="2365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2DDCB67-6C06-4C09-AA41-46AE1A392569}"/>
                    </a:ext>
                  </a:extLst>
                </p14:cNvPr>
                <p14:cNvContentPartPr/>
                <p14:nvPr/>
              </p14:nvContentPartPr>
              <p14:xfrm>
                <a:off x="5890765" y="328482"/>
                <a:ext cx="524160" cy="220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2DDCB67-6C06-4C09-AA41-46AE1A39256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72765" y="310482"/>
                  <a:ext cx="5598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901894-4ECA-47B3-9641-317049488C42}"/>
                    </a:ext>
                  </a:extLst>
                </p14:cNvPr>
                <p14:cNvContentPartPr/>
                <p14:nvPr/>
              </p14:nvContentPartPr>
              <p14:xfrm>
                <a:off x="6094165" y="191322"/>
                <a:ext cx="896400" cy="1212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901894-4ECA-47B3-9641-317049488C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76165" y="173682"/>
                  <a:ext cx="932040" cy="12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035DEE1-73C3-45FC-9EA2-10F039926520}"/>
                    </a:ext>
                  </a:extLst>
                </p14:cNvPr>
                <p14:cNvContentPartPr/>
                <p14:nvPr/>
              </p14:nvContentPartPr>
              <p14:xfrm>
                <a:off x="6719125" y="981162"/>
                <a:ext cx="328680" cy="729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035DEE1-73C3-45FC-9EA2-10F0399265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01485" y="963162"/>
                  <a:ext cx="364320" cy="76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E93AC9-9378-4E2A-9912-03F258FD10F1}"/>
                    </a:ext>
                  </a:extLst>
                </p14:cNvPr>
                <p14:cNvContentPartPr/>
                <p14:nvPr/>
              </p14:nvContentPartPr>
              <p14:xfrm>
                <a:off x="7181005" y="1086642"/>
                <a:ext cx="297720" cy="141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E93AC9-9378-4E2A-9912-03F258FD10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63005" y="1069002"/>
                  <a:ext cx="333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4D6C887-EA6A-4AC7-BE67-14BAB1801C40}"/>
                    </a:ext>
                  </a:extLst>
                </p14:cNvPr>
                <p14:cNvContentPartPr/>
                <p14:nvPr/>
              </p14:nvContentPartPr>
              <p14:xfrm>
                <a:off x="7482325" y="1046322"/>
                <a:ext cx="253800" cy="122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4D6C887-EA6A-4AC7-BE67-14BAB1801C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64325" y="1028682"/>
                  <a:ext cx="289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96D58C-FE48-4C50-8AF7-04E5DE4ECC00}"/>
                    </a:ext>
                  </a:extLst>
                </p14:cNvPr>
                <p14:cNvContentPartPr/>
                <p14:nvPr/>
              </p14:nvContentPartPr>
              <p14:xfrm>
                <a:off x="7857805" y="705402"/>
                <a:ext cx="336240" cy="396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96D58C-FE48-4C50-8AF7-04E5DE4ECC0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40165" y="687762"/>
                  <a:ext cx="3718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D2BC705-3FA7-4542-84DC-68832CBF6328}"/>
                    </a:ext>
                  </a:extLst>
                </p14:cNvPr>
                <p14:cNvContentPartPr/>
                <p14:nvPr/>
              </p14:nvContentPartPr>
              <p14:xfrm>
                <a:off x="8153005" y="786762"/>
                <a:ext cx="19800" cy="34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2BC705-3FA7-4542-84DC-68832CBF632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35365" y="768762"/>
                  <a:ext cx="55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D3E2C15-7705-4D58-9A22-3B847C35423C}"/>
                    </a:ext>
                  </a:extLst>
                </p14:cNvPr>
                <p14:cNvContentPartPr/>
                <p14:nvPr/>
              </p14:nvContentPartPr>
              <p14:xfrm>
                <a:off x="8402125" y="676602"/>
                <a:ext cx="344160" cy="334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D3E2C15-7705-4D58-9A22-3B847C3542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84125" y="658962"/>
                  <a:ext cx="3798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23D4B5F-7446-49CF-92FD-A4E0C4764C1C}"/>
                    </a:ext>
                  </a:extLst>
                </p14:cNvPr>
                <p14:cNvContentPartPr/>
                <p14:nvPr/>
              </p14:nvContentPartPr>
              <p14:xfrm>
                <a:off x="8437045" y="727362"/>
                <a:ext cx="351000" cy="289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23D4B5F-7446-49CF-92FD-A4E0C4764C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19045" y="709722"/>
                  <a:ext cx="3866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1B968A8-0418-4977-AE4C-FAC652325565}"/>
                    </a:ext>
                  </a:extLst>
                </p14:cNvPr>
                <p14:cNvContentPartPr/>
                <p14:nvPr/>
              </p14:nvContentPartPr>
              <p14:xfrm>
                <a:off x="8865085" y="497682"/>
                <a:ext cx="214200" cy="437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1B968A8-0418-4977-AE4C-FAC65232556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47085" y="479682"/>
                  <a:ext cx="2498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20B722-6B9D-442C-A013-BA4D2D20DEE2}"/>
                    </a:ext>
                  </a:extLst>
                </p14:cNvPr>
                <p14:cNvContentPartPr/>
                <p14:nvPr/>
              </p14:nvContentPartPr>
              <p14:xfrm>
                <a:off x="8130325" y="896562"/>
                <a:ext cx="187560" cy="266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20B722-6B9D-442C-A013-BA4D2D20DE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12325" y="878922"/>
                  <a:ext cx="2232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9870F2-3B2C-4728-80E5-1FFEF1252867}"/>
                    </a:ext>
                  </a:extLst>
                </p14:cNvPr>
                <p14:cNvContentPartPr/>
                <p14:nvPr/>
              </p14:nvContentPartPr>
              <p14:xfrm>
                <a:off x="7823605" y="706122"/>
                <a:ext cx="383400" cy="225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9870F2-3B2C-4728-80E5-1FFEF12528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05965" y="688482"/>
                  <a:ext cx="419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4A7978-D186-4730-81F0-02E9BAB8537D}"/>
                    </a:ext>
                  </a:extLst>
                </p14:cNvPr>
                <p14:cNvContentPartPr/>
                <p14:nvPr/>
              </p14:nvContentPartPr>
              <p14:xfrm>
                <a:off x="6984445" y="1842642"/>
                <a:ext cx="429480" cy="419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4A7978-D186-4730-81F0-02E9BAB853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66445" y="1824642"/>
                  <a:ext cx="4651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89C42A-7F57-4D3C-A6D5-014C41B3B28C}"/>
                    </a:ext>
                  </a:extLst>
                </p14:cNvPr>
                <p14:cNvContentPartPr/>
                <p14:nvPr/>
              </p14:nvContentPartPr>
              <p14:xfrm>
                <a:off x="7620925" y="1745442"/>
                <a:ext cx="268920" cy="312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89C42A-7F57-4D3C-A6D5-014C41B3B2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03285" y="1727442"/>
                  <a:ext cx="3045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DDBDF0C-29E3-4C09-A462-99C4C395E0F6}"/>
                    </a:ext>
                  </a:extLst>
                </p14:cNvPr>
                <p14:cNvContentPartPr/>
                <p14:nvPr/>
              </p14:nvContentPartPr>
              <p14:xfrm>
                <a:off x="8043205" y="1734282"/>
                <a:ext cx="181080" cy="258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DDBDF0C-29E3-4C09-A462-99C4C395E0F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25205" y="1716282"/>
                  <a:ext cx="2167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3A51BE-D6E0-41DE-A89E-9ED732AA59CD}"/>
                    </a:ext>
                  </a:extLst>
                </p14:cNvPr>
                <p14:cNvContentPartPr/>
                <p14:nvPr/>
              </p14:nvContentPartPr>
              <p14:xfrm>
                <a:off x="8037805" y="1537722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3A51BE-D6E0-41DE-A89E-9ED732AA59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19805" y="15197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3A8C86-BF8E-4346-8F3F-686519D8C2F2}"/>
                    </a:ext>
                  </a:extLst>
                </p14:cNvPr>
                <p14:cNvContentPartPr/>
                <p14:nvPr/>
              </p14:nvContentPartPr>
              <p14:xfrm>
                <a:off x="8364685" y="1445202"/>
                <a:ext cx="536760" cy="528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3A8C86-BF8E-4346-8F3F-686519D8C2F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46685" y="1427562"/>
                  <a:ext cx="5724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8F14A48-B8CC-440D-9C48-9471E4244F2A}"/>
                    </a:ext>
                  </a:extLst>
                </p14:cNvPr>
                <p14:cNvContentPartPr/>
                <p14:nvPr/>
              </p14:nvContentPartPr>
              <p14:xfrm>
                <a:off x="8986405" y="1653282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8F14A48-B8CC-440D-9C48-9471E4244F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68405" y="163528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531CEC-68EE-4E1B-985F-8A04A178356E}"/>
                    </a:ext>
                  </a:extLst>
                </p14:cNvPr>
                <p14:cNvContentPartPr/>
                <p14:nvPr/>
              </p14:nvContentPartPr>
              <p14:xfrm>
                <a:off x="1157125" y="2242962"/>
                <a:ext cx="1402560" cy="952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531CEC-68EE-4E1B-985F-8A04A178356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9485" y="2224962"/>
                  <a:ext cx="1438200" cy="9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37AC9A3-9A51-4790-BEAA-80F98EF28900}"/>
                    </a:ext>
                  </a:extLst>
                </p14:cNvPr>
                <p14:cNvContentPartPr/>
                <p14:nvPr/>
              </p14:nvContentPartPr>
              <p14:xfrm>
                <a:off x="575005" y="3166362"/>
                <a:ext cx="347400" cy="453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37AC9A3-9A51-4790-BEAA-80F98EF2890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7005" y="3148362"/>
                  <a:ext cx="3830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00ED3C5-9FF6-4878-981C-6B0E4545BAF1}"/>
                    </a:ext>
                  </a:extLst>
                </p14:cNvPr>
                <p14:cNvContentPartPr/>
                <p14:nvPr/>
              </p14:nvContentPartPr>
              <p14:xfrm>
                <a:off x="1122925" y="3264642"/>
                <a:ext cx="241200" cy="304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00ED3C5-9FF6-4878-981C-6B0E4545BA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4925" y="3247002"/>
                  <a:ext cx="276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3EA7D5D-17D0-4078-B5EE-26AE370EF70E}"/>
                    </a:ext>
                  </a:extLst>
                </p14:cNvPr>
                <p14:cNvContentPartPr/>
                <p14:nvPr/>
              </p14:nvContentPartPr>
              <p14:xfrm>
                <a:off x="1568605" y="3299562"/>
                <a:ext cx="383760" cy="192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3EA7D5D-17D0-4078-B5EE-26AE370EF70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50605" y="3281562"/>
                  <a:ext cx="419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A6764DE-EAE7-47FA-93CE-A0E5F955B8A5}"/>
                    </a:ext>
                  </a:extLst>
                </p14:cNvPr>
                <p14:cNvContentPartPr/>
                <p14:nvPr/>
              </p14:nvContentPartPr>
              <p14:xfrm>
                <a:off x="2002045" y="3185802"/>
                <a:ext cx="244800" cy="369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A6764DE-EAE7-47FA-93CE-A0E5F955B8A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84045" y="3167802"/>
                  <a:ext cx="2804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968F99A-BB55-4DBD-8301-886BA0D47DC3}"/>
                    </a:ext>
                  </a:extLst>
                </p14:cNvPr>
                <p14:cNvContentPartPr/>
                <p14:nvPr/>
              </p14:nvContentPartPr>
              <p14:xfrm>
                <a:off x="2291845" y="2987442"/>
                <a:ext cx="580320" cy="368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968F99A-BB55-4DBD-8301-886BA0D47DC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73845" y="2969442"/>
                  <a:ext cx="6159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003485-63A4-4461-97F1-4CCC99AF9386}"/>
                    </a:ext>
                  </a:extLst>
                </p14:cNvPr>
                <p14:cNvContentPartPr/>
                <p14:nvPr/>
              </p14:nvContentPartPr>
              <p14:xfrm>
                <a:off x="868045" y="3951522"/>
                <a:ext cx="393840" cy="29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003485-63A4-4461-97F1-4CCC99AF93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0045" y="3933882"/>
                  <a:ext cx="4294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034028-ED72-4B8D-BFED-D51A8ED2E0E8}"/>
                    </a:ext>
                  </a:extLst>
                </p14:cNvPr>
                <p14:cNvContentPartPr/>
                <p14:nvPr/>
              </p14:nvContentPartPr>
              <p14:xfrm>
                <a:off x="1521085" y="3882402"/>
                <a:ext cx="187920" cy="223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034028-ED72-4B8D-BFED-D51A8ED2E0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03085" y="3864402"/>
                  <a:ext cx="2235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00C89D-4B79-4755-91B4-788B6E9930E1}"/>
                    </a:ext>
                  </a:extLst>
                </p14:cNvPr>
                <p14:cNvContentPartPr/>
                <p14:nvPr/>
              </p14:nvContentPartPr>
              <p14:xfrm>
                <a:off x="1793965" y="3610962"/>
                <a:ext cx="235800" cy="509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00C89D-4B79-4755-91B4-788B6E9930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75965" y="3593322"/>
                  <a:ext cx="2714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C523DA4-813A-48EF-87BB-28194749C35B}"/>
                    </a:ext>
                  </a:extLst>
                </p14:cNvPr>
                <p14:cNvContentPartPr/>
                <p14:nvPr/>
              </p14:nvContentPartPr>
              <p14:xfrm>
                <a:off x="2111845" y="3745962"/>
                <a:ext cx="332280" cy="183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C523DA4-813A-48EF-87BB-28194749C35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94205" y="3728322"/>
                  <a:ext cx="367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930CB79-D27E-44ED-916C-607BA3797A0A}"/>
                    </a:ext>
                  </a:extLst>
                </p14:cNvPr>
                <p14:cNvContentPartPr/>
                <p14:nvPr/>
              </p14:nvContentPartPr>
              <p14:xfrm>
                <a:off x="2465005" y="3619962"/>
                <a:ext cx="279360" cy="246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930CB79-D27E-44ED-916C-607BA3797A0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47005" y="3601962"/>
                  <a:ext cx="315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85F72B7-18B7-4CCB-9980-5A93ABAB989A}"/>
                    </a:ext>
                  </a:extLst>
                </p14:cNvPr>
                <p14:cNvContentPartPr/>
                <p14:nvPr/>
              </p14:nvContentPartPr>
              <p14:xfrm>
                <a:off x="3026245" y="3746322"/>
                <a:ext cx="360" cy="3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85F72B7-18B7-4CCB-9980-5A93ABAB989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08605" y="3728322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62C79C-B90B-445E-9DAC-ED31D7EFCA26}"/>
                    </a:ext>
                  </a:extLst>
                </p14:cNvPr>
                <p14:cNvContentPartPr/>
                <p14:nvPr/>
              </p14:nvContentPartPr>
              <p14:xfrm>
                <a:off x="5045845" y="2381202"/>
                <a:ext cx="269280" cy="955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62C79C-B90B-445E-9DAC-ED31D7EFCA2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28205" y="2363202"/>
                  <a:ext cx="304920" cy="9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A60C160-3CB3-470A-B8DC-1357828DBD74}"/>
                    </a:ext>
                  </a:extLst>
                </p14:cNvPr>
                <p14:cNvContentPartPr/>
                <p14:nvPr/>
              </p14:nvContentPartPr>
              <p14:xfrm>
                <a:off x="4875565" y="2410002"/>
                <a:ext cx="446040" cy="328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A60C160-3CB3-470A-B8DC-1357828DBD7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57925" y="2392002"/>
                  <a:ext cx="4816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E7DD2C9-997A-4338-9424-02D9DD05BEF7}"/>
                    </a:ext>
                  </a:extLst>
                </p14:cNvPr>
                <p14:cNvContentPartPr/>
                <p14:nvPr/>
              </p14:nvContentPartPr>
              <p14:xfrm>
                <a:off x="5076445" y="3351042"/>
                <a:ext cx="548280" cy="780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E7DD2C9-997A-4338-9424-02D9DD05BEF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58445" y="3333042"/>
                  <a:ext cx="58392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A94EA62-3C41-44D6-B426-779E2EEED0AA}"/>
                    </a:ext>
                  </a:extLst>
                </p14:cNvPr>
                <p14:cNvContentPartPr/>
                <p14:nvPr/>
              </p14:nvContentPartPr>
              <p14:xfrm>
                <a:off x="5769085" y="3449322"/>
                <a:ext cx="257040" cy="216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A94EA62-3C41-44D6-B426-779E2EEED0A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51445" y="3431322"/>
                  <a:ext cx="292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F966839-A289-47D9-BB56-D3295F3AB79C}"/>
                    </a:ext>
                  </a:extLst>
                </p14:cNvPr>
                <p14:cNvContentPartPr/>
                <p14:nvPr/>
              </p14:nvContentPartPr>
              <p14:xfrm>
                <a:off x="6029725" y="3391722"/>
                <a:ext cx="298800" cy="179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F966839-A289-47D9-BB56-D3295F3AB79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11725" y="3374082"/>
                  <a:ext cx="334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095281-EB97-473A-B31B-51CE984D9A81}"/>
                    </a:ext>
                  </a:extLst>
                </p14:cNvPr>
                <p14:cNvContentPartPr/>
                <p14:nvPr/>
              </p14:nvContentPartPr>
              <p14:xfrm>
                <a:off x="6411325" y="3085722"/>
                <a:ext cx="376920" cy="460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095281-EB97-473A-B31B-51CE984D9A8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93685" y="3067722"/>
                  <a:ext cx="41256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F4E1A21-2144-4CB1-AB0A-3E1112ABF7E8}"/>
                    </a:ext>
                  </a:extLst>
                </p14:cNvPr>
                <p14:cNvContentPartPr/>
                <p14:nvPr/>
              </p14:nvContentPartPr>
              <p14:xfrm>
                <a:off x="6446245" y="3326562"/>
                <a:ext cx="253800" cy="100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F4E1A21-2144-4CB1-AB0A-3E1112ABF7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28245" y="3308562"/>
                  <a:ext cx="2894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F257B09-8F64-41B5-A539-F796576A5E42}"/>
                    </a:ext>
                  </a:extLst>
                </p14:cNvPr>
                <p14:cNvContentPartPr/>
                <p14:nvPr/>
              </p14:nvContentPartPr>
              <p14:xfrm>
                <a:off x="7001725" y="3293442"/>
                <a:ext cx="135720" cy="230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F257B09-8F64-41B5-A539-F796576A5E4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84085" y="3275802"/>
                  <a:ext cx="1713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9A6169B-422F-43A1-8EC7-EAEE2964A77E}"/>
                    </a:ext>
                  </a:extLst>
                </p14:cNvPr>
                <p14:cNvContentPartPr/>
                <p14:nvPr/>
              </p14:nvContentPartPr>
              <p14:xfrm>
                <a:off x="6944125" y="3131802"/>
                <a:ext cx="4680" cy="6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9A6169B-422F-43A1-8EC7-EAEE2964A77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26125" y="3113802"/>
                  <a:ext cx="40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848E78D-30D2-4825-9866-244FC53282B8}"/>
                    </a:ext>
                  </a:extLst>
                </p14:cNvPr>
                <p14:cNvContentPartPr/>
                <p14:nvPr/>
              </p14:nvContentPartPr>
              <p14:xfrm>
                <a:off x="7134565" y="3035322"/>
                <a:ext cx="563760" cy="316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848E78D-30D2-4825-9866-244FC53282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16925" y="3017322"/>
                  <a:ext cx="5994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AC5EF2E-D1E7-4CE3-BD1F-6E5CE4AFB286}"/>
                    </a:ext>
                  </a:extLst>
                </p14:cNvPr>
                <p14:cNvContentPartPr/>
                <p14:nvPr/>
              </p14:nvContentPartPr>
              <p14:xfrm>
                <a:off x="7285405" y="3055122"/>
                <a:ext cx="531000" cy="275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AC5EF2E-D1E7-4CE3-BD1F-6E5CE4AFB28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67765" y="3037122"/>
                  <a:ext cx="5666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A14F6A0-43AD-4AD4-B388-1CC444706432}"/>
                    </a:ext>
                  </a:extLst>
                </p14:cNvPr>
                <p14:cNvContentPartPr/>
                <p14:nvPr/>
              </p14:nvContentPartPr>
              <p14:xfrm>
                <a:off x="7967965" y="2819682"/>
                <a:ext cx="292320" cy="51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A14F6A0-43AD-4AD4-B388-1CC44470643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49965" y="2801682"/>
                  <a:ext cx="3279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FB2D7E-167A-46A7-B41B-8A4F02CA78D4}"/>
                    </a:ext>
                  </a:extLst>
                </p14:cNvPr>
                <p14:cNvContentPartPr/>
                <p14:nvPr/>
              </p14:nvContentPartPr>
              <p14:xfrm>
                <a:off x="6104605" y="4132602"/>
                <a:ext cx="738360" cy="306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FB2D7E-167A-46A7-B41B-8A4F02CA78D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86965" y="4114602"/>
                  <a:ext cx="774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4460F1D-C81E-463C-AD2B-E13B3D7BA343}"/>
                    </a:ext>
                  </a:extLst>
                </p14:cNvPr>
                <p14:cNvContentPartPr/>
                <p14:nvPr/>
              </p14:nvContentPartPr>
              <p14:xfrm>
                <a:off x="7110445" y="3992562"/>
                <a:ext cx="225000" cy="22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4460F1D-C81E-463C-AD2B-E13B3D7BA34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92445" y="3974922"/>
                  <a:ext cx="260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B5AF9DD-E926-46CF-9794-230F4BC7E2EE}"/>
                    </a:ext>
                  </a:extLst>
                </p14:cNvPr>
                <p14:cNvContentPartPr/>
                <p14:nvPr/>
              </p14:nvContentPartPr>
              <p14:xfrm>
                <a:off x="7547845" y="3877002"/>
                <a:ext cx="313560" cy="605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B5AF9DD-E926-46CF-9794-230F4BC7E2E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29845" y="3859002"/>
                  <a:ext cx="34920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4B1FB17-3C5F-49FE-B1CA-E29F46AF0F19}"/>
                    </a:ext>
                  </a:extLst>
                </p14:cNvPr>
                <p14:cNvContentPartPr/>
                <p14:nvPr/>
              </p14:nvContentPartPr>
              <p14:xfrm>
                <a:off x="7898845" y="3918042"/>
                <a:ext cx="393480" cy="125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4B1FB17-3C5F-49FE-B1CA-E29F46AF0F1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80845" y="3900402"/>
                  <a:ext cx="429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860F84E-E4E3-49CE-871B-A42D96FC210B}"/>
                    </a:ext>
                  </a:extLst>
                </p14:cNvPr>
                <p14:cNvContentPartPr/>
                <p14:nvPr/>
              </p14:nvContentPartPr>
              <p14:xfrm>
                <a:off x="8477005" y="3865482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860F84E-E4E3-49CE-871B-A42D96FC210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59365" y="38478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4C387AB-3C3D-4F1D-BB86-317A138D251B}"/>
                    </a:ext>
                  </a:extLst>
                </p14:cNvPr>
                <p14:cNvContentPartPr/>
                <p14:nvPr/>
              </p14:nvContentPartPr>
              <p14:xfrm>
                <a:off x="4343125" y="2248002"/>
                <a:ext cx="1787040" cy="2636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4C387AB-3C3D-4F1D-BB86-317A138D251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325125" y="2230362"/>
                  <a:ext cx="1822680" cy="26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4B76811-6255-4343-8A01-BF886248A8C2}"/>
                    </a:ext>
                  </a:extLst>
                </p14:cNvPr>
                <p14:cNvContentPartPr/>
                <p14:nvPr/>
              </p14:nvContentPartPr>
              <p14:xfrm>
                <a:off x="6736405" y="4852962"/>
                <a:ext cx="479520" cy="653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4B76811-6255-4343-8A01-BF886248A8C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718405" y="4834962"/>
                  <a:ext cx="51516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FFA514B-2B89-4440-B577-6E16B329F410}"/>
                    </a:ext>
                  </a:extLst>
                </p14:cNvPr>
                <p14:cNvContentPartPr/>
                <p14:nvPr/>
              </p14:nvContentPartPr>
              <p14:xfrm>
                <a:off x="6261565" y="4763682"/>
                <a:ext cx="1450080" cy="1281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FFA514B-2B89-4440-B577-6E16B329F41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243565" y="4745682"/>
                  <a:ext cx="1485720" cy="13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B37F8D9-6F54-486B-9F00-374D6239CC53}"/>
                    </a:ext>
                  </a:extLst>
                </p14:cNvPr>
                <p14:cNvContentPartPr/>
                <p14:nvPr/>
              </p14:nvContentPartPr>
              <p14:xfrm>
                <a:off x="819085" y="5292162"/>
                <a:ext cx="373320" cy="583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B37F8D9-6F54-486B-9F00-374D6239CC5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1445" y="5274162"/>
                  <a:ext cx="40896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A7240B4-0B84-4C8C-B7AA-87D594B25E4D}"/>
                    </a:ext>
                  </a:extLst>
                </p14:cNvPr>
                <p14:cNvContentPartPr/>
                <p14:nvPr/>
              </p14:nvContentPartPr>
              <p14:xfrm>
                <a:off x="815845" y="5401602"/>
                <a:ext cx="329040" cy="498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A7240B4-0B84-4C8C-B7AA-87D594B25E4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97845" y="5383962"/>
                  <a:ext cx="36468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89FD2B0-03CC-4F79-B87C-92A008DB218B}"/>
                    </a:ext>
                  </a:extLst>
                </p14:cNvPr>
                <p14:cNvContentPartPr/>
                <p14:nvPr/>
              </p14:nvContentPartPr>
              <p14:xfrm>
                <a:off x="1365925" y="5551002"/>
                <a:ext cx="617040" cy="275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89FD2B0-03CC-4F79-B87C-92A008DB218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347925" y="5533362"/>
                  <a:ext cx="6526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8ACCD58-EA83-497C-A689-F02B8FFBD1FC}"/>
                    </a:ext>
                  </a:extLst>
                </p14:cNvPr>
                <p14:cNvContentPartPr/>
                <p14:nvPr/>
              </p14:nvContentPartPr>
              <p14:xfrm>
                <a:off x="2395525" y="5475402"/>
                <a:ext cx="291600" cy="325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8ACCD58-EA83-497C-A689-F02B8FFBD1F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377885" y="5457402"/>
                  <a:ext cx="3272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8DB420-1F83-42FD-835E-408BA1E706DC}"/>
                    </a:ext>
                  </a:extLst>
                </p14:cNvPr>
                <p14:cNvContentPartPr/>
                <p14:nvPr/>
              </p14:nvContentPartPr>
              <p14:xfrm>
                <a:off x="2910325" y="5598162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8DB420-1F83-42FD-835E-408BA1E706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92685" y="55801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9514A2A-05A5-4E86-8933-7AAA80A88297}"/>
                    </a:ext>
                  </a:extLst>
                </p14:cNvPr>
                <p14:cNvContentPartPr/>
                <p14:nvPr/>
              </p14:nvContentPartPr>
              <p14:xfrm>
                <a:off x="3037765" y="5383242"/>
                <a:ext cx="372240" cy="447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9514A2A-05A5-4E86-8933-7AAA80A8829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020125" y="5365242"/>
                  <a:ext cx="40788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BC1E6C3-D8F5-4281-B83E-AD6BBD81FAFA}"/>
                    </a:ext>
                  </a:extLst>
                </p14:cNvPr>
                <p14:cNvContentPartPr/>
                <p14:nvPr/>
              </p14:nvContentPartPr>
              <p14:xfrm>
                <a:off x="3738325" y="5462802"/>
                <a:ext cx="350280" cy="337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BC1E6C3-D8F5-4281-B83E-AD6BBD81FAF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20325" y="5444802"/>
                  <a:ext cx="3859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78FD517-FD6A-4DDB-B2B6-30132EAF0129}"/>
                    </a:ext>
                  </a:extLst>
                </p14:cNvPr>
                <p14:cNvContentPartPr/>
                <p14:nvPr/>
              </p14:nvContentPartPr>
              <p14:xfrm>
                <a:off x="4067725" y="5322402"/>
                <a:ext cx="470160" cy="499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78FD517-FD6A-4DDB-B2B6-30132EAF012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50085" y="5304402"/>
                  <a:ext cx="50580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9A075CD-20E9-4E3C-BCA5-05066B8C683C}"/>
                    </a:ext>
                  </a:extLst>
                </p14:cNvPr>
                <p14:cNvContentPartPr/>
                <p14:nvPr/>
              </p14:nvContentPartPr>
              <p14:xfrm>
                <a:off x="4299205" y="5505642"/>
                <a:ext cx="389880" cy="81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9A075CD-20E9-4E3C-BCA5-05066B8C683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81205" y="5487642"/>
                  <a:ext cx="425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F7FBF7C-940A-480C-BC36-A2CB7AE13CFA}"/>
                    </a:ext>
                  </a:extLst>
                </p14:cNvPr>
                <p14:cNvContentPartPr/>
                <p14:nvPr/>
              </p14:nvContentPartPr>
              <p14:xfrm>
                <a:off x="1229125" y="6071922"/>
                <a:ext cx="316080" cy="594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F7FBF7C-940A-480C-BC36-A2CB7AE13CF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11485" y="6054282"/>
                  <a:ext cx="35172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C5E76A3-7A57-43DE-B947-362667ACFC50}"/>
                    </a:ext>
                  </a:extLst>
                </p14:cNvPr>
                <p14:cNvContentPartPr/>
                <p14:nvPr/>
              </p14:nvContentPartPr>
              <p14:xfrm>
                <a:off x="966685" y="6192882"/>
                <a:ext cx="641160" cy="519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C5E76A3-7A57-43DE-B947-362667ACFC5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8685" y="6175242"/>
                  <a:ext cx="67680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E123481-5601-42C2-B0E0-D048EAFDC34B}"/>
                    </a:ext>
                  </a:extLst>
                </p14:cNvPr>
                <p14:cNvContentPartPr/>
                <p14:nvPr/>
              </p14:nvContentPartPr>
              <p14:xfrm>
                <a:off x="1791805" y="6359922"/>
                <a:ext cx="523080" cy="64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E123481-5601-42C2-B0E0-D048EAFDC3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74165" y="6342282"/>
                  <a:ext cx="55872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7CFCB4F-EE71-476C-9219-BA398F8CA985}"/>
                    </a:ext>
                  </a:extLst>
                </p14:cNvPr>
                <p14:cNvContentPartPr/>
                <p14:nvPr/>
              </p14:nvContentPartPr>
              <p14:xfrm>
                <a:off x="2476885" y="6377841"/>
                <a:ext cx="757080" cy="234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7CFCB4F-EE71-476C-9219-BA398F8CA98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59245" y="6359841"/>
                  <a:ext cx="792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F319BA-EB28-4587-AF1D-4EABEAB90A6A}"/>
                    </a:ext>
                  </a:extLst>
                </p14:cNvPr>
                <p14:cNvContentPartPr/>
                <p14:nvPr/>
              </p14:nvContentPartPr>
              <p14:xfrm>
                <a:off x="3617005" y="6331401"/>
                <a:ext cx="360720" cy="297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F319BA-EB28-4587-AF1D-4EABEAB90A6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99005" y="6313401"/>
                  <a:ext cx="3963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FA176F-7E02-4045-8E8F-BED4594D6C96}"/>
                    </a:ext>
                  </a:extLst>
                </p14:cNvPr>
                <p14:cNvContentPartPr/>
                <p14:nvPr/>
              </p14:nvContentPartPr>
              <p14:xfrm>
                <a:off x="4206685" y="6430401"/>
                <a:ext cx="360" cy="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FA176F-7E02-4045-8E8F-BED4594D6C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88685" y="64124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06D2993-2AF5-474A-AACB-038DAC73CAF5}"/>
                    </a:ext>
                  </a:extLst>
                </p14:cNvPr>
                <p14:cNvContentPartPr/>
                <p14:nvPr/>
              </p14:nvContentPartPr>
              <p14:xfrm>
                <a:off x="4484605" y="6112161"/>
                <a:ext cx="356040" cy="545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06D2993-2AF5-474A-AACB-038DAC73CAF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466965" y="6094161"/>
                  <a:ext cx="39168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A1C03BE-A9F7-45C3-90A6-6BD27FDDD108}"/>
                    </a:ext>
                  </a:extLst>
                </p14:cNvPr>
                <p14:cNvContentPartPr/>
                <p14:nvPr/>
              </p14:nvContentPartPr>
              <p14:xfrm>
                <a:off x="5098405" y="6135561"/>
                <a:ext cx="36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A1C03BE-A9F7-45C3-90A6-6BD27FDDD1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80405" y="61175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686A5E6-DC82-4081-B273-E5E75AEB259A}"/>
                    </a:ext>
                  </a:extLst>
                </p14:cNvPr>
                <p14:cNvContentPartPr/>
                <p14:nvPr/>
              </p14:nvContentPartPr>
              <p14:xfrm>
                <a:off x="5251045" y="6562521"/>
                <a:ext cx="27000" cy="92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686A5E6-DC82-4081-B273-E5E75AEB259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33045" y="6544881"/>
                  <a:ext cx="62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EA8696-1A70-4C30-8DAC-5E1CBD173375}"/>
                    </a:ext>
                  </a:extLst>
                </p14:cNvPr>
                <p14:cNvContentPartPr/>
                <p14:nvPr/>
              </p14:nvContentPartPr>
              <p14:xfrm>
                <a:off x="5641645" y="5915601"/>
                <a:ext cx="405720" cy="761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EA8696-1A70-4C30-8DAC-5E1CBD17337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24005" y="5897961"/>
                  <a:ext cx="44136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FB3D68-DB8E-4A63-8887-00FB95450CD2}"/>
                    </a:ext>
                  </a:extLst>
                </p14:cNvPr>
                <p14:cNvContentPartPr/>
                <p14:nvPr/>
              </p14:nvContentPartPr>
              <p14:xfrm>
                <a:off x="5694205" y="6168321"/>
                <a:ext cx="706680" cy="497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FB3D68-DB8E-4A63-8887-00FB95450CD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676205" y="6150321"/>
                  <a:ext cx="7423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0527409-06C2-4065-93E4-178C67634D09}"/>
                    </a:ext>
                  </a:extLst>
                </p14:cNvPr>
                <p14:cNvContentPartPr/>
                <p14:nvPr/>
              </p14:nvContentPartPr>
              <p14:xfrm>
                <a:off x="6571525" y="6336081"/>
                <a:ext cx="669600" cy="265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0527409-06C2-4065-93E4-178C67634D0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53885" y="6318081"/>
                  <a:ext cx="705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970CAC3-A890-4D7B-95A9-AB7529823716}"/>
                    </a:ext>
                  </a:extLst>
                </p14:cNvPr>
                <p14:cNvContentPartPr/>
                <p14:nvPr/>
              </p14:nvContentPartPr>
              <p14:xfrm>
                <a:off x="4889605" y="6234561"/>
                <a:ext cx="285840" cy="392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970CAC3-A890-4D7B-95A9-AB752982371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71965" y="6216921"/>
                  <a:ext cx="32148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A1CDC23-2FF7-49B0-A69F-AD321CBB8A53}"/>
              </a:ext>
            </a:extLst>
          </p:cNvPr>
          <p:cNvGrpSpPr/>
          <p:nvPr/>
        </p:nvGrpSpPr>
        <p:grpSpPr>
          <a:xfrm>
            <a:off x="7498525" y="5850801"/>
            <a:ext cx="1551960" cy="1016640"/>
            <a:chOff x="7498525" y="5850801"/>
            <a:chExt cx="1551960" cy="10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7479CCF-4AF7-40AC-88D7-D16E3D6CA588}"/>
                    </a:ext>
                  </a:extLst>
                </p14:cNvPr>
                <p14:cNvContentPartPr/>
                <p14:nvPr/>
              </p14:nvContentPartPr>
              <p14:xfrm>
                <a:off x="7498525" y="6179841"/>
                <a:ext cx="269640" cy="307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7479CCF-4AF7-40AC-88D7-D16E3D6CA58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80885" y="6162201"/>
                  <a:ext cx="3052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2DF975D-0FFD-4200-B4C5-191A036E5FEA}"/>
                    </a:ext>
                  </a:extLst>
                </p14:cNvPr>
                <p14:cNvContentPartPr/>
                <p14:nvPr/>
              </p14:nvContentPartPr>
              <p14:xfrm>
                <a:off x="7927645" y="6285321"/>
                <a:ext cx="360" cy="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2DF975D-0FFD-4200-B4C5-191A036E5F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10005" y="62673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705EAF6-587B-43B2-82F8-75DAA0D7D9D2}"/>
                    </a:ext>
                  </a:extLst>
                </p14:cNvPr>
                <p14:cNvContentPartPr/>
                <p14:nvPr/>
              </p14:nvContentPartPr>
              <p14:xfrm>
                <a:off x="8106925" y="6028281"/>
                <a:ext cx="655200" cy="345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705EAF6-587B-43B2-82F8-75DAA0D7D9D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088925" y="6010641"/>
                  <a:ext cx="6908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08B47B-CB9F-41CC-9CE5-221E5E91B947}"/>
                    </a:ext>
                  </a:extLst>
                </p14:cNvPr>
                <p14:cNvContentPartPr/>
                <p14:nvPr/>
              </p14:nvContentPartPr>
              <p14:xfrm>
                <a:off x="8500405" y="5850801"/>
                <a:ext cx="380880" cy="635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08B47B-CB9F-41CC-9CE5-221E5E91B94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82405" y="5832801"/>
                  <a:ext cx="41652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B7573B2-F58E-4FDA-8A0A-1E931F425D17}"/>
                    </a:ext>
                  </a:extLst>
                </p14:cNvPr>
                <p14:cNvContentPartPr/>
                <p14:nvPr/>
              </p14:nvContentPartPr>
              <p14:xfrm>
                <a:off x="8750245" y="6040161"/>
                <a:ext cx="300240" cy="44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B7573B2-F58E-4FDA-8A0A-1E931F425D1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32245" y="6022521"/>
                  <a:ext cx="3358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A4C4095-8EC5-413A-8927-7FF9D07EE8AA}"/>
                    </a:ext>
                  </a:extLst>
                </p14:cNvPr>
                <p14:cNvContentPartPr/>
                <p14:nvPr/>
              </p14:nvContentPartPr>
              <p14:xfrm>
                <a:off x="7511125" y="6526521"/>
                <a:ext cx="1275480" cy="340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A4C4095-8EC5-413A-8927-7FF9D07EE8A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493125" y="6508521"/>
                  <a:ext cx="1311120" cy="37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15C8488-F3C9-4263-9BF1-39D15C515590}"/>
                  </a:ext>
                </a:extLst>
              </p14:cNvPr>
              <p14:cNvContentPartPr/>
              <p14:nvPr/>
            </p14:nvContentPartPr>
            <p14:xfrm>
              <a:off x="655285" y="5045121"/>
              <a:ext cx="4476600" cy="13104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15C8488-F3C9-4263-9BF1-39D15C515590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37645" y="5027121"/>
                <a:ext cx="4512240" cy="13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30309B4-8A01-4EAD-8A66-50B1090AC274}"/>
                  </a:ext>
                </a:extLst>
              </p14:cNvPr>
              <p14:cNvContentPartPr/>
              <p14:nvPr/>
            </p14:nvContentPartPr>
            <p14:xfrm>
              <a:off x="5412251" y="5630662"/>
              <a:ext cx="3834000" cy="1336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30309B4-8A01-4EAD-8A66-50B1090AC274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5394251" y="5613022"/>
                <a:ext cx="3869640" cy="137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35566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FE6556A0-0FB2-467F-A8DC-74F09FE47B34}"/>
              </a:ext>
            </a:extLst>
          </p:cNvPr>
          <p:cNvGrpSpPr/>
          <p:nvPr/>
        </p:nvGrpSpPr>
        <p:grpSpPr>
          <a:xfrm>
            <a:off x="192685" y="88002"/>
            <a:ext cx="8849160" cy="4740480"/>
            <a:chOff x="192685" y="88002"/>
            <a:chExt cx="8849160" cy="47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FAE0731-A8C8-425A-9D3F-84B6100FF43B}"/>
                    </a:ext>
                  </a:extLst>
                </p14:cNvPr>
                <p14:cNvContentPartPr/>
                <p14:nvPr/>
              </p14:nvContentPartPr>
              <p14:xfrm>
                <a:off x="347485" y="543402"/>
                <a:ext cx="8256240" cy="104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FAE0731-A8C8-425A-9D3F-84B6100FF4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9485" y="525762"/>
                  <a:ext cx="82918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C3DD090-F1B4-49A4-8A74-25978C39E225}"/>
                    </a:ext>
                  </a:extLst>
                </p14:cNvPr>
                <p14:cNvContentPartPr/>
                <p14:nvPr/>
              </p14:nvContentPartPr>
              <p14:xfrm>
                <a:off x="192685" y="722682"/>
                <a:ext cx="218880" cy="3175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C3DD090-F1B4-49A4-8A74-25978C39E2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685" y="705042"/>
                  <a:ext cx="254520" cy="32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385FC78-F6E6-4568-8B95-67D4AA4A5BDE}"/>
                    </a:ext>
                  </a:extLst>
                </p14:cNvPr>
                <p14:cNvContentPartPr/>
                <p14:nvPr/>
              </p14:nvContentPartPr>
              <p14:xfrm>
                <a:off x="312565" y="1559682"/>
                <a:ext cx="8181720" cy="122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385FC78-F6E6-4568-8B95-67D4AA4A5B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4565" y="1541682"/>
                  <a:ext cx="8217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AFF0DE-9F62-4F59-88E2-7ED18A71197C}"/>
                    </a:ext>
                  </a:extLst>
                </p14:cNvPr>
                <p14:cNvContentPartPr/>
                <p14:nvPr/>
              </p14:nvContentPartPr>
              <p14:xfrm>
                <a:off x="301045" y="2413962"/>
                <a:ext cx="8244000" cy="357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AFF0DE-9F62-4F59-88E2-7ED18A7119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3405" y="2395962"/>
                  <a:ext cx="82796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312A21A-F8E6-4C28-8160-E4CCCE2585EC}"/>
                    </a:ext>
                  </a:extLst>
                </p14:cNvPr>
                <p14:cNvContentPartPr/>
                <p14:nvPr/>
              </p14:nvContentPartPr>
              <p14:xfrm>
                <a:off x="347485" y="3165642"/>
                <a:ext cx="8583120" cy="740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312A21A-F8E6-4C28-8160-E4CCCE2585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9485" y="3148002"/>
                  <a:ext cx="86187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3A7A4F-E0D9-4AAD-990E-696795AA9AB7}"/>
                    </a:ext>
                  </a:extLst>
                </p14:cNvPr>
                <p14:cNvContentPartPr/>
                <p14:nvPr/>
              </p14:nvContentPartPr>
              <p14:xfrm>
                <a:off x="8471965" y="475362"/>
                <a:ext cx="561960" cy="2811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3A7A4F-E0D9-4AAD-990E-696795AA9A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53965" y="457722"/>
                  <a:ext cx="597600" cy="28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E12B8F3-0599-466B-AD4B-6B08910251CB}"/>
                    </a:ext>
                  </a:extLst>
                </p14:cNvPr>
                <p14:cNvContentPartPr/>
                <p14:nvPr/>
              </p14:nvContentPartPr>
              <p14:xfrm>
                <a:off x="8477005" y="1560762"/>
                <a:ext cx="5040" cy="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E12B8F3-0599-466B-AD4B-6B08910251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9365" y="1542762"/>
                  <a:ext cx="40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D388A5-B4C3-4BE2-9E9C-D86419C953AF}"/>
                    </a:ext>
                  </a:extLst>
                </p14:cNvPr>
                <p14:cNvContentPartPr/>
                <p14:nvPr/>
              </p14:nvContentPartPr>
              <p14:xfrm>
                <a:off x="8454325" y="1560042"/>
                <a:ext cx="410400" cy="64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D388A5-B4C3-4BE2-9E9C-D86419C953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36685" y="1542402"/>
                  <a:ext cx="446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585A0B-F2B0-4FC9-98D2-655A3E4953F0}"/>
                    </a:ext>
                  </a:extLst>
                </p14:cNvPr>
                <p14:cNvContentPartPr/>
                <p14:nvPr/>
              </p14:nvContentPartPr>
              <p14:xfrm>
                <a:off x="8263165" y="2392362"/>
                <a:ext cx="778680" cy="11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585A0B-F2B0-4FC9-98D2-655A3E4953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45165" y="2374722"/>
                  <a:ext cx="814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9D3C62B-3D3E-4592-9CE1-C424C162EC71}"/>
                    </a:ext>
                  </a:extLst>
                </p14:cNvPr>
                <p14:cNvContentPartPr/>
                <p14:nvPr/>
              </p14:nvContentPartPr>
              <p14:xfrm>
                <a:off x="1302205" y="694242"/>
                <a:ext cx="295560" cy="319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9D3C62B-3D3E-4592-9CE1-C424C162EC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84565" y="676242"/>
                  <a:ext cx="331200" cy="32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02E976-7EEC-47DE-B49F-CDBD214C6365}"/>
                    </a:ext>
                  </a:extLst>
                </p14:cNvPr>
                <p14:cNvContentPartPr/>
                <p14:nvPr/>
              </p14:nvContentPartPr>
              <p14:xfrm>
                <a:off x="2566885" y="722682"/>
                <a:ext cx="78120" cy="3078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02E976-7EEC-47DE-B49F-CDBD214C63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9245" y="705042"/>
                  <a:ext cx="113760" cy="31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36D1D1-2AA0-4982-A1B2-A5C6669E0361}"/>
                    </a:ext>
                  </a:extLst>
                </p14:cNvPr>
                <p14:cNvContentPartPr/>
                <p14:nvPr/>
              </p14:nvContentPartPr>
              <p14:xfrm>
                <a:off x="3498565" y="624402"/>
                <a:ext cx="180360" cy="2878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36D1D1-2AA0-4982-A1B2-A5C6669E036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80925" y="606762"/>
                  <a:ext cx="216000" cy="29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75F1E7A-CF4D-460D-8988-6ED38995F505}"/>
                    </a:ext>
                  </a:extLst>
                </p14:cNvPr>
                <p14:cNvContentPartPr/>
                <p14:nvPr/>
              </p14:nvContentPartPr>
              <p14:xfrm>
                <a:off x="4571365" y="700002"/>
                <a:ext cx="126720" cy="2821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75F1E7A-CF4D-460D-8988-6ED38995F50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3365" y="682362"/>
                  <a:ext cx="162360" cy="28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710E9F5-AFCE-4DB7-958B-4DBBCF2DFC05}"/>
                    </a:ext>
                  </a:extLst>
                </p14:cNvPr>
                <p14:cNvContentPartPr/>
                <p14:nvPr/>
              </p14:nvContentPartPr>
              <p14:xfrm>
                <a:off x="5733805" y="613242"/>
                <a:ext cx="99720" cy="2717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710E9F5-AFCE-4DB7-958B-4DBBCF2DFC0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15805" y="595242"/>
                  <a:ext cx="135360" cy="27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6A74F2-4C7F-4A64-B2BB-07F473FF3A72}"/>
                    </a:ext>
                  </a:extLst>
                </p14:cNvPr>
                <p14:cNvContentPartPr/>
                <p14:nvPr/>
              </p14:nvContentPartPr>
              <p14:xfrm>
                <a:off x="6747565" y="624402"/>
                <a:ext cx="52200" cy="2707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6A74F2-4C7F-4A64-B2BB-07F473FF3A7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29565" y="606762"/>
                  <a:ext cx="87840" cy="27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5D7FB1-AE68-4773-8B45-CD13F2FCC77A}"/>
                    </a:ext>
                  </a:extLst>
                </p14:cNvPr>
                <p14:cNvContentPartPr/>
                <p14:nvPr/>
              </p14:nvContentPartPr>
              <p14:xfrm>
                <a:off x="7778605" y="636642"/>
                <a:ext cx="137880" cy="2688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5D7FB1-AE68-4773-8B45-CD13F2FCC77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60605" y="618642"/>
                  <a:ext cx="173520" cy="27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FA3B3E-1013-47C4-88DD-3C820E6AA9DD}"/>
                    </a:ext>
                  </a:extLst>
                </p14:cNvPr>
                <p14:cNvContentPartPr/>
                <p14:nvPr/>
              </p14:nvContentPartPr>
              <p14:xfrm>
                <a:off x="3280765" y="3189042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FA3B3E-1013-47C4-88DD-3C820E6AA9D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62765" y="31714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1470AD2-3CF8-496A-AB89-97F7B5E9859D}"/>
                    </a:ext>
                  </a:extLst>
                </p14:cNvPr>
                <p14:cNvContentPartPr/>
                <p14:nvPr/>
              </p14:nvContentPartPr>
              <p14:xfrm>
                <a:off x="458365" y="890442"/>
                <a:ext cx="213120" cy="487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1470AD2-3CF8-496A-AB89-97F7B5E9859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0365" y="872802"/>
                  <a:ext cx="24876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32F609B-0BB5-4701-B4B8-C4307C80556D}"/>
                    </a:ext>
                  </a:extLst>
                </p14:cNvPr>
                <p14:cNvContentPartPr/>
                <p14:nvPr/>
              </p14:nvContentPartPr>
              <p14:xfrm>
                <a:off x="776245" y="1000242"/>
                <a:ext cx="123840" cy="176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32F609B-0BB5-4701-B4B8-C4307C80556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8605" y="982242"/>
                  <a:ext cx="159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3BF216-80F6-435F-8EAE-821D59F20BCC}"/>
                    </a:ext>
                  </a:extLst>
                </p14:cNvPr>
                <p14:cNvContentPartPr/>
                <p14:nvPr/>
              </p14:nvContentPartPr>
              <p14:xfrm>
                <a:off x="972085" y="994842"/>
                <a:ext cx="281160" cy="152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3BF216-80F6-435F-8EAE-821D59F20B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4085" y="977202"/>
                  <a:ext cx="3168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75FAB02-BAD6-4CEB-BF01-AB3F5D71CB87}"/>
                    </a:ext>
                  </a:extLst>
                </p14:cNvPr>
                <p14:cNvContentPartPr/>
                <p14:nvPr/>
              </p14:nvContentPartPr>
              <p14:xfrm>
                <a:off x="1278445" y="843642"/>
                <a:ext cx="147600" cy="26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75FAB02-BAD6-4CEB-BF01-AB3F5D71CB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60805" y="826002"/>
                  <a:ext cx="183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A93D6A-4F9D-4C71-A455-5079AD4CF834}"/>
                    </a:ext>
                  </a:extLst>
                </p14:cNvPr>
                <p14:cNvContentPartPr/>
                <p14:nvPr/>
              </p14:nvContentPartPr>
              <p14:xfrm>
                <a:off x="1429645" y="607842"/>
                <a:ext cx="286200" cy="325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A93D6A-4F9D-4C71-A455-5079AD4CF8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11645" y="590202"/>
                  <a:ext cx="3218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77FA8BC-428B-4C45-9279-D5EA21BAFDB7}"/>
                    </a:ext>
                  </a:extLst>
                </p14:cNvPr>
                <p14:cNvContentPartPr/>
                <p14:nvPr/>
              </p14:nvContentPartPr>
              <p14:xfrm>
                <a:off x="735205" y="1399122"/>
                <a:ext cx="255600" cy="180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77FA8BC-428B-4C45-9279-D5EA21BAFDB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7205" y="1381122"/>
                  <a:ext cx="291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04CE16C-FE36-4C45-905D-1FB260A1142B}"/>
                    </a:ext>
                  </a:extLst>
                </p14:cNvPr>
                <p14:cNvContentPartPr/>
                <p14:nvPr/>
              </p14:nvContentPartPr>
              <p14:xfrm>
                <a:off x="1337125" y="1081242"/>
                <a:ext cx="106200" cy="387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04CE16C-FE36-4C45-905D-1FB260A114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19125" y="1063242"/>
                  <a:ext cx="1418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B654F2-8E05-485B-B6EA-AE4668917658}"/>
                    </a:ext>
                  </a:extLst>
                </p14:cNvPr>
                <p14:cNvContentPartPr/>
                <p14:nvPr/>
              </p14:nvContentPartPr>
              <p14:xfrm>
                <a:off x="1050205" y="1342962"/>
                <a:ext cx="226440" cy="178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B654F2-8E05-485B-B6EA-AE466891765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2565" y="1324962"/>
                  <a:ext cx="262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64832CB-2587-4FA6-96C3-BE832E417283}"/>
                    </a:ext>
                  </a:extLst>
                </p14:cNvPr>
                <p14:cNvContentPartPr/>
                <p14:nvPr/>
              </p14:nvContentPartPr>
              <p14:xfrm>
                <a:off x="1133005" y="1283562"/>
                <a:ext cx="53280" cy="204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64832CB-2587-4FA6-96C3-BE832E4172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5005" y="1265922"/>
                  <a:ext cx="889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B97664A-B331-45E6-8CBA-EC6CCB8C1B5E}"/>
                    </a:ext>
                  </a:extLst>
                </p14:cNvPr>
                <p14:cNvContentPartPr/>
                <p14:nvPr/>
              </p14:nvContentPartPr>
              <p14:xfrm>
                <a:off x="486085" y="1832202"/>
                <a:ext cx="146520" cy="39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B97664A-B331-45E6-8CBA-EC6CCB8C1B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8445" y="1814562"/>
                  <a:ext cx="1821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B5090D-1865-4B21-AFFF-4CDFECB3EA35}"/>
                    </a:ext>
                  </a:extLst>
                </p14:cNvPr>
                <p14:cNvContentPartPr/>
                <p14:nvPr/>
              </p14:nvContentPartPr>
              <p14:xfrm>
                <a:off x="358645" y="1852002"/>
                <a:ext cx="245160" cy="73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B5090D-1865-4B21-AFFF-4CDFECB3EA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1005" y="1834002"/>
                  <a:ext cx="2808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D82667-7EF5-4E3A-A6F9-8356231B612C}"/>
                    </a:ext>
                  </a:extLst>
                </p14:cNvPr>
                <p14:cNvContentPartPr/>
                <p14:nvPr/>
              </p14:nvContentPartPr>
              <p14:xfrm>
                <a:off x="451525" y="2165922"/>
                <a:ext cx="369000" cy="100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D82667-7EF5-4E3A-A6F9-8356231B612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3525" y="2147922"/>
                  <a:ext cx="404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6393CF-57D1-4291-9B4B-4E1E34DFD8AA}"/>
                    </a:ext>
                  </a:extLst>
                </p14:cNvPr>
                <p14:cNvContentPartPr/>
                <p14:nvPr/>
              </p14:nvContentPartPr>
              <p14:xfrm>
                <a:off x="868045" y="1989882"/>
                <a:ext cx="264960" cy="138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6393CF-57D1-4291-9B4B-4E1E34DFD8A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0045" y="1972242"/>
                  <a:ext cx="300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227FD2-0F63-47A9-AEB6-CB01B2C5A3AD}"/>
                    </a:ext>
                  </a:extLst>
                </p14:cNvPr>
                <p14:cNvContentPartPr/>
                <p14:nvPr/>
              </p14:nvContentPartPr>
              <p14:xfrm>
                <a:off x="1122205" y="1675962"/>
                <a:ext cx="174960" cy="38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227FD2-0F63-47A9-AEB6-CB01B2C5A3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4565" y="1657962"/>
                  <a:ext cx="2106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569F9A2-AA9F-46A1-8F6B-27E3CF93CF22}"/>
                    </a:ext>
                  </a:extLst>
                </p14:cNvPr>
                <p14:cNvContentPartPr/>
                <p14:nvPr/>
              </p14:nvContentPartPr>
              <p14:xfrm>
                <a:off x="1273405" y="1815282"/>
                <a:ext cx="111600" cy="178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569F9A2-AA9F-46A1-8F6B-27E3CF93CF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55405" y="1797282"/>
                  <a:ext cx="147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7F6E789-126E-4470-94E6-07C430086927}"/>
                    </a:ext>
                  </a:extLst>
                </p14:cNvPr>
                <p14:cNvContentPartPr/>
                <p14:nvPr/>
              </p14:nvContentPartPr>
              <p14:xfrm>
                <a:off x="1324885" y="1714122"/>
                <a:ext cx="331200" cy="220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7F6E789-126E-4470-94E6-07C43008692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07245" y="1696122"/>
                  <a:ext cx="3668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0D016D8-66E0-4695-9974-19EA53988605}"/>
                    </a:ext>
                  </a:extLst>
                </p14:cNvPr>
                <p14:cNvContentPartPr/>
                <p14:nvPr/>
              </p14:nvContentPartPr>
              <p14:xfrm>
                <a:off x="479965" y="2934882"/>
                <a:ext cx="201240" cy="314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0D016D8-66E0-4695-9974-19EA539886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1965" y="2916882"/>
                  <a:ext cx="2368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6B8252C-2E2B-40D5-BDBC-7C7E8589AABD}"/>
                    </a:ext>
                  </a:extLst>
                </p14:cNvPr>
                <p14:cNvContentPartPr/>
                <p14:nvPr/>
              </p14:nvContentPartPr>
              <p14:xfrm>
                <a:off x="769405" y="2957922"/>
                <a:ext cx="255960" cy="167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6B8252C-2E2B-40D5-BDBC-7C7E8589AA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1405" y="2940282"/>
                  <a:ext cx="291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0596DF-A65C-4B22-8380-732E60D35941}"/>
                    </a:ext>
                  </a:extLst>
                </p14:cNvPr>
                <p14:cNvContentPartPr/>
                <p14:nvPr/>
              </p14:nvContentPartPr>
              <p14:xfrm>
                <a:off x="1024285" y="2917962"/>
                <a:ext cx="208800" cy="127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30596DF-A65C-4B22-8380-732E60D3594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6645" y="2899962"/>
                  <a:ext cx="244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29CF0DB-9BB9-4D1C-A4F1-4DDA3916245B}"/>
                    </a:ext>
                  </a:extLst>
                </p14:cNvPr>
                <p14:cNvContentPartPr/>
                <p14:nvPr/>
              </p14:nvContentPartPr>
              <p14:xfrm>
                <a:off x="1209685" y="2704482"/>
                <a:ext cx="262440" cy="349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29CF0DB-9BB9-4D1C-A4F1-4DDA3916245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91685" y="2686842"/>
                  <a:ext cx="2980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C06808F-3DFE-49E6-852B-48A83B8B93B1}"/>
                    </a:ext>
                  </a:extLst>
                </p14:cNvPr>
                <p14:cNvContentPartPr/>
                <p14:nvPr/>
              </p14:nvContentPartPr>
              <p14:xfrm>
                <a:off x="1492645" y="2819682"/>
                <a:ext cx="42480" cy="145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C06808F-3DFE-49E6-852B-48A83B8B93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75005" y="2801682"/>
                  <a:ext cx="78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D9C2BF-D2C5-4CD5-8C1D-52F39409D3C3}"/>
                    </a:ext>
                  </a:extLst>
                </p14:cNvPr>
                <p14:cNvContentPartPr/>
                <p14:nvPr/>
              </p14:nvContentPartPr>
              <p14:xfrm>
                <a:off x="1296085" y="2693322"/>
                <a:ext cx="418320" cy="274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D9C2BF-D2C5-4CD5-8C1D-52F39409D3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78085" y="2675322"/>
                  <a:ext cx="4539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45D53F1-A8F7-4A9A-BB38-D20598171BB0}"/>
                    </a:ext>
                  </a:extLst>
                </p14:cNvPr>
                <p14:cNvContentPartPr/>
                <p14:nvPr/>
              </p14:nvContentPartPr>
              <p14:xfrm>
                <a:off x="1626205" y="2565522"/>
                <a:ext cx="75600" cy="268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45D53F1-A8F7-4A9A-BB38-D20598171BB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08205" y="2547882"/>
                  <a:ext cx="111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A4DEFE6-6382-4A66-BC2D-01AF8581DDB9}"/>
                    </a:ext>
                  </a:extLst>
                </p14:cNvPr>
                <p14:cNvContentPartPr/>
                <p14:nvPr/>
              </p14:nvContentPartPr>
              <p14:xfrm>
                <a:off x="457285" y="3333042"/>
                <a:ext cx="338400" cy="304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A4DEFE6-6382-4A66-BC2D-01AF8581DDB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9645" y="3315042"/>
                  <a:ext cx="3740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962CCF-7801-42F7-95D1-80449E6B6039}"/>
                    </a:ext>
                  </a:extLst>
                </p14:cNvPr>
                <p14:cNvContentPartPr/>
                <p14:nvPr/>
              </p14:nvContentPartPr>
              <p14:xfrm>
                <a:off x="944365" y="3400722"/>
                <a:ext cx="168120" cy="144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5962CCF-7801-42F7-95D1-80449E6B603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6725" y="3383082"/>
                  <a:ext cx="2037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AB1ED31-FE11-4303-BB26-B03242F5AEFE}"/>
                    </a:ext>
                  </a:extLst>
                </p14:cNvPr>
                <p14:cNvContentPartPr/>
                <p14:nvPr/>
              </p14:nvContentPartPr>
              <p14:xfrm>
                <a:off x="1105645" y="3160602"/>
                <a:ext cx="334080" cy="311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AB1ED31-FE11-4303-BB26-B03242F5AEF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7645" y="3142602"/>
                  <a:ext cx="3697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A1E760B-8A52-4E3F-A295-CB8730956F8C}"/>
                    </a:ext>
                  </a:extLst>
                </p14:cNvPr>
                <p14:cNvContentPartPr/>
                <p14:nvPr/>
              </p14:nvContentPartPr>
              <p14:xfrm>
                <a:off x="884965" y="127962"/>
                <a:ext cx="249840" cy="486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A1E760B-8A52-4E3F-A295-CB8730956F8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7325" y="109962"/>
                  <a:ext cx="28548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588910-6503-43DA-9188-4661E417821E}"/>
                    </a:ext>
                  </a:extLst>
                </p14:cNvPr>
                <p14:cNvContentPartPr/>
                <p14:nvPr/>
              </p14:nvContentPartPr>
              <p14:xfrm>
                <a:off x="717565" y="243522"/>
                <a:ext cx="434160" cy="456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588910-6503-43DA-9188-4661E41782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9925" y="225882"/>
                  <a:ext cx="46980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C3A77A-54E0-4015-8114-EF77CACAD140}"/>
                    </a:ext>
                  </a:extLst>
                </p14:cNvPr>
                <p14:cNvContentPartPr/>
                <p14:nvPr/>
              </p14:nvContentPartPr>
              <p14:xfrm>
                <a:off x="1134445" y="88002"/>
                <a:ext cx="338400" cy="774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C3A77A-54E0-4015-8114-EF77CACAD1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16445" y="70002"/>
                  <a:ext cx="37404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0DCE2A-0409-4629-9708-EC8025E63B51}"/>
                    </a:ext>
                  </a:extLst>
                </p14:cNvPr>
                <p14:cNvContentPartPr/>
                <p14:nvPr/>
              </p14:nvContentPartPr>
              <p14:xfrm>
                <a:off x="677965" y="226242"/>
                <a:ext cx="356040" cy="763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0DCE2A-0409-4629-9708-EC8025E63B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9965" y="208242"/>
                  <a:ext cx="391680" cy="79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D4FC6B6-FE24-4A5F-A1D0-52BFE0EF290E}"/>
                    </a:ext>
                  </a:extLst>
                </p14:cNvPr>
                <p14:cNvContentPartPr/>
                <p14:nvPr/>
              </p14:nvContentPartPr>
              <p14:xfrm>
                <a:off x="873805" y="2359242"/>
                <a:ext cx="142200" cy="372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D4FC6B6-FE24-4A5F-A1D0-52BFE0EF290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6165" y="2341602"/>
                  <a:ext cx="1778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52F9C36-EF15-4BDD-97B8-878DD656F1E3}"/>
                    </a:ext>
                  </a:extLst>
                </p14:cNvPr>
                <p14:cNvContentPartPr/>
                <p14:nvPr/>
              </p14:nvContentPartPr>
              <p14:xfrm>
                <a:off x="688765" y="2341962"/>
                <a:ext cx="471600" cy="131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52F9C36-EF15-4BDD-97B8-878DD656F1E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1125" y="2324322"/>
                  <a:ext cx="507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6D5426-D030-4AE4-8A6A-0FB5994B467C}"/>
                    </a:ext>
                  </a:extLst>
                </p14:cNvPr>
                <p14:cNvContentPartPr/>
                <p14:nvPr/>
              </p14:nvContentPartPr>
              <p14:xfrm>
                <a:off x="845365" y="2629242"/>
                <a:ext cx="460800" cy="127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6D5426-D030-4AE4-8A6A-0FB5994B46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7365" y="2611242"/>
                  <a:ext cx="496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792902A-E539-4AC3-88D8-B69686965094}"/>
                    </a:ext>
                  </a:extLst>
                </p14:cNvPr>
                <p14:cNvContentPartPr/>
                <p14:nvPr/>
              </p14:nvContentPartPr>
              <p14:xfrm>
                <a:off x="1099525" y="2248002"/>
                <a:ext cx="249480" cy="510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792902A-E539-4AC3-88D8-B6968696509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81525" y="2230362"/>
                  <a:ext cx="2851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EE0170E-E251-4F8A-86A2-943AE6BF92F6}"/>
                    </a:ext>
                  </a:extLst>
                </p14:cNvPr>
                <p14:cNvContentPartPr/>
                <p14:nvPr/>
              </p14:nvContentPartPr>
              <p14:xfrm>
                <a:off x="678685" y="2346282"/>
                <a:ext cx="235080" cy="550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EE0170E-E251-4F8A-86A2-943AE6BF92F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1045" y="2328642"/>
                  <a:ext cx="2707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0AF23B5-DFC8-494D-9823-C51B69764A06}"/>
                    </a:ext>
                  </a:extLst>
                </p14:cNvPr>
                <p14:cNvContentPartPr/>
                <p14:nvPr/>
              </p14:nvContentPartPr>
              <p14:xfrm>
                <a:off x="592645" y="3651642"/>
                <a:ext cx="379800" cy="685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0AF23B5-DFC8-494D-9823-C51B69764A0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4645" y="3634002"/>
                  <a:ext cx="41544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7F01C6E-B9AD-46F0-8C17-366A4D0B7D77}"/>
                    </a:ext>
                  </a:extLst>
                </p14:cNvPr>
                <p14:cNvContentPartPr/>
                <p14:nvPr/>
              </p14:nvContentPartPr>
              <p14:xfrm>
                <a:off x="457285" y="3830922"/>
                <a:ext cx="426960" cy="441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7F01C6E-B9AD-46F0-8C17-366A4D0B7D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9645" y="3812922"/>
                  <a:ext cx="4626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71EF6A7-DD5B-46BB-AC8E-AD1371361511}"/>
                    </a:ext>
                  </a:extLst>
                </p14:cNvPr>
                <p14:cNvContentPartPr/>
                <p14:nvPr/>
              </p14:nvContentPartPr>
              <p14:xfrm>
                <a:off x="972085" y="4082562"/>
                <a:ext cx="250920" cy="617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71EF6A7-DD5B-46BB-AC8E-AD13713615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4445" y="4064562"/>
                  <a:ext cx="28656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CFB5778-E10B-4107-8119-083D64C93807}"/>
                    </a:ext>
                  </a:extLst>
                </p14:cNvPr>
                <p14:cNvContentPartPr/>
                <p14:nvPr/>
              </p14:nvContentPartPr>
              <p14:xfrm>
                <a:off x="1093405" y="3796002"/>
                <a:ext cx="391680" cy="804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CFB5778-E10B-4107-8119-083D64C9380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75765" y="3778362"/>
                  <a:ext cx="42732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077511-FAEC-49B0-82B7-58277A0DE4DC}"/>
                    </a:ext>
                  </a:extLst>
                </p14:cNvPr>
                <p14:cNvContentPartPr/>
                <p14:nvPr/>
              </p14:nvContentPartPr>
              <p14:xfrm>
                <a:off x="447205" y="3790242"/>
                <a:ext cx="485280" cy="1038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077511-FAEC-49B0-82B7-58277A0DE4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9205" y="3772242"/>
                  <a:ext cx="520920" cy="10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8CE0F11-2A80-4627-A350-174188CE2222}"/>
                  </a:ext>
                </a:extLst>
              </p14:cNvPr>
              <p14:cNvContentPartPr/>
              <p14:nvPr/>
            </p14:nvContentPartPr>
            <p14:xfrm>
              <a:off x="2077645" y="1098522"/>
              <a:ext cx="360" cy="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8CE0F11-2A80-4627-A350-174188CE222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060005" y="10805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1D9674B-3825-4511-83E8-708EAA7AFBDA}"/>
                  </a:ext>
                </a:extLst>
              </p14:cNvPr>
              <p14:cNvContentPartPr/>
              <p14:nvPr/>
            </p14:nvContentPartPr>
            <p14:xfrm>
              <a:off x="1985125" y="1189602"/>
              <a:ext cx="268920" cy="246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1D9674B-3825-4511-83E8-708EAA7AFBD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967125" y="1171962"/>
                <a:ext cx="304560" cy="28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98510D83-9A19-4A0C-B994-ED657B154405}"/>
              </a:ext>
            </a:extLst>
          </p:cNvPr>
          <p:cNvGrpSpPr/>
          <p:nvPr/>
        </p:nvGrpSpPr>
        <p:grpSpPr>
          <a:xfrm>
            <a:off x="2841205" y="713322"/>
            <a:ext cx="1369800" cy="729000"/>
            <a:chOff x="2841205" y="713322"/>
            <a:chExt cx="1369800" cy="72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C5473C7-BE97-4CA8-8C98-9D73963916EA}"/>
                    </a:ext>
                  </a:extLst>
                </p14:cNvPr>
                <p14:cNvContentPartPr/>
                <p14:nvPr/>
              </p14:nvContentPartPr>
              <p14:xfrm>
                <a:off x="2841205" y="1147122"/>
                <a:ext cx="207720" cy="246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C5473C7-BE97-4CA8-8C98-9D73963916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23565" y="1129122"/>
                  <a:ext cx="2433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97040E7-B3FF-45E5-8BDA-4ED3835F6208}"/>
                    </a:ext>
                  </a:extLst>
                </p14:cNvPr>
                <p14:cNvContentPartPr/>
                <p14:nvPr/>
              </p14:nvContentPartPr>
              <p14:xfrm>
                <a:off x="3107605" y="1133082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97040E7-B3FF-45E5-8BDA-4ED3835F620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89965" y="11154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6A76C60-0E37-4A3D-B190-8F969A1E149F}"/>
                    </a:ext>
                  </a:extLst>
                </p14:cNvPr>
                <p14:cNvContentPartPr/>
                <p14:nvPr/>
              </p14:nvContentPartPr>
              <p14:xfrm>
                <a:off x="3130285" y="908082"/>
                <a:ext cx="239400" cy="231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6A76C60-0E37-4A3D-B190-8F969A1E149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112645" y="890082"/>
                  <a:ext cx="275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2706531-8EA9-44B7-ABF0-F1A721BF4F31}"/>
                    </a:ext>
                  </a:extLst>
                </p14:cNvPr>
                <p14:cNvContentPartPr/>
                <p14:nvPr/>
              </p14:nvContentPartPr>
              <p14:xfrm>
                <a:off x="3385525" y="904482"/>
                <a:ext cx="209520" cy="171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2706531-8EA9-44B7-ABF0-F1A721BF4F3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367525" y="886482"/>
                  <a:ext cx="245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0508BF-3E1B-4FDF-B9D7-D422DAA77358}"/>
                    </a:ext>
                  </a:extLst>
                </p14:cNvPr>
                <p14:cNvContentPartPr/>
                <p14:nvPr/>
              </p14:nvContentPartPr>
              <p14:xfrm>
                <a:off x="3495325" y="713322"/>
                <a:ext cx="366480" cy="308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0508BF-3E1B-4FDF-B9D7-D422DAA7735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477685" y="695322"/>
                  <a:ext cx="4021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706B9C3-4863-499E-BC57-55FE33815883}"/>
                    </a:ext>
                  </a:extLst>
                </p14:cNvPr>
                <p14:cNvContentPartPr/>
                <p14:nvPr/>
              </p14:nvContentPartPr>
              <p14:xfrm>
                <a:off x="3674605" y="795402"/>
                <a:ext cx="208800" cy="89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706B9C3-4863-499E-BC57-55FE3381588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656605" y="777762"/>
                  <a:ext cx="244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B3119FC-6208-492A-B302-236EE67921A4}"/>
                    </a:ext>
                  </a:extLst>
                </p14:cNvPr>
                <p14:cNvContentPartPr/>
                <p14:nvPr/>
              </p14:nvContentPartPr>
              <p14:xfrm>
                <a:off x="4114165" y="1127322"/>
                <a:ext cx="96840" cy="315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B3119FC-6208-492A-B302-236EE67921A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096165" y="1109322"/>
                  <a:ext cx="13248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869E877-E6B1-4BEC-943E-1C051C47935E}"/>
              </a:ext>
            </a:extLst>
          </p:cNvPr>
          <p:cNvGrpSpPr/>
          <p:nvPr/>
        </p:nvGrpSpPr>
        <p:grpSpPr>
          <a:xfrm>
            <a:off x="4808245" y="834282"/>
            <a:ext cx="1062000" cy="606960"/>
            <a:chOff x="4808245" y="834282"/>
            <a:chExt cx="1062000" cy="6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9F30B3D-84B1-402E-83BE-3F6B2D5B4176}"/>
                    </a:ext>
                  </a:extLst>
                </p14:cNvPr>
                <p14:cNvContentPartPr/>
                <p14:nvPr/>
              </p14:nvContentPartPr>
              <p14:xfrm>
                <a:off x="4808245" y="1203642"/>
                <a:ext cx="169560" cy="237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9F30B3D-84B1-402E-83BE-3F6B2D5B417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90605" y="1186002"/>
                  <a:ext cx="2052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3AB3983-1FB6-4FA9-B5E2-AB49F7CE39A2}"/>
                    </a:ext>
                  </a:extLst>
                </p14:cNvPr>
                <p14:cNvContentPartPr/>
                <p14:nvPr/>
              </p14:nvContentPartPr>
              <p14:xfrm>
                <a:off x="5074645" y="1214082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3AB3983-1FB6-4FA9-B5E2-AB49F7CE39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57005" y="11964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55E8F3E-6715-408D-8B43-71068F2F055F}"/>
                    </a:ext>
                  </a:extLst>
                </p14:cNvPr>
                <p14:cNvContentPartPr/>
                <p14:nvPr/>
              </p14:nvContentPartPr>
              <p14:xfrm>
                <a:off x="5132605" y="1034802"/>
                <a:ext cx="239040" cy="242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55E8F3E-6715-408D-8B43-71068F2F055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14605" y="1017162"/>
                  <a:ext cx="2746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271597-C035-4082-926C-93E273F14DEE}"/>
                    </a:ext>
                  </a:extLst>
                </p14:cNvPr>
                <p14:cNvContentPartPr/>
                <p14:nvPr/>
              </p14:nvContentPartPr>
              <p14:xfrm>
                <a:off x="5590165" y="834282"/>
                <a:ext cx="280080" cy="288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271597-C035-4082-926C-93E273F14DE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72165" y="816642"/>
                  <a:ext cx="3157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3123D35-F00E-4229-8E77-6FC0DFCB5605}"/>
                    </a:ext>
                  </a:extLst>
                </p14:cNvPr>
                <p14:cNvContentPartPr/>
                <p14:nvPr/>
              </p14:nvContentPartPr>
              <p14:xfrm>
                <a:off x="5618965" y="927162"/>
                <a:ext cx="218520" cy="90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3123D35-F00E-4229-8E77-6FC0DFCB560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00965" y="909162"/>
                  <a:ext cx="2541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5CAB2BE-3885-43BE-BE6D-3E17EB849BD2}"/>
                    </a:ext>
                  </a:extLst>
                </p14:cNvPr>
                <p14:cNvContentPartPr/>
                <p14:nvPr/>
              </p14:nvContentPartPr>
              <p14:xfrm>
                <a:off x="5456605" y="1034082"/>
                <a:ext cx="203400" cy="135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5CAB2BE-3885-43BE-BE6D-3E17EB849BD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38605" y="1016442"/>
                  <a:ext cx="23904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15C49DE-E104-4F88-8D85-4EDB8A3F0A4D}"/>
                  </a:ext>
                </a:extLst>
              </p14:cNvPr>
              <p14:cNvContentPartPr/>
              <p14:nvPr/>
            </p14:nvContentPartPr>
            <p14:xfrm>
              <a:off x="6238165" y="1099962"/>
              <a:ext cx="261720" cy="2232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15C49DE-E104-4F88-8D85-4EDB8A3F0A4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220525" y="1082322"/>
                <a:ext cx="29736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AC43CFD-3783-4F3A-BD58-D88A8D2F83D2}"/>
              </a:ext>
            </a:extLst>
          </p:cNvPr>
          <p:cNvGrpSpPr/>
          <p:nvPr/>
        </p:nvGrpSpPr>
        <p:grpSpPr>
          <a:xfrm>
            <a:off x="6961405" y="646722"/>
            <a:ext cx="1754640" cy="742320"/>
            <a:chOff x="6961405" y="646722"/>
            <a:chExt cx="1754640" cy="74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9719B83-9047-4046-8D01-002EC2FD21C4}"/>
                    </a:ext>
                  </a:extLst>
                </p14:cNvPr>
                <p14:cNvContentPartPr/>
                <p14:nvPr/>
              </p14:nvContentPartPr>
              <p14:xfrm>
                <a:off x="6961405" y="1116162"/>
                <a:ext cx="197280" cy="23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9719B83-9047-4046-8D01-002EC2FD21C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43765" y="1098162"/>
                  <a:ext cx="232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FF5773-50B0-4B03-8B70-E7B6CF85839C}"/>
                    </a:ext>
                  </a:extLst>
                </p14:cNvPr>
                <p14:cNvContentPartPr/>
                <p14:nvPr/>
              </p14:nvContentPartPr>
              <p14:xfrm>
                <a:off x="7279645" y="944442"/>
                <a:ext cx="164160" cy="162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FF5773-50B0-4B03-8B70-E7B6CF85839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61645" y="926802"/>
                  <a:ext cx="199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862F14F-61B3-4553-B8AA-28DD47B74F71}"/>
                    </a:ext>
                  </a:extLst>
                </p14:cNvPr>
                <p14:cNvContentPartPr/>
                <p14:nvPr/>
              </p14:nvContentPartPr>
              <p14:xfrm>
                <a:off x="7482325" y="930762"/>
                <a:ext cx="36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862F14F-61B3-4553-B8AA-28DD47B74F7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64325" y="9127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88ED10-8510-4E15-9509-43C10A469C3E}"/>
                    </a:ext>
                  </a:extLst>
                </p14:cNvPr>
                <p14:cNvContentPartPr/>
                <p14:nvPr/>
              </p14:nvContentPartPr>
              <p14:xfrm>
                <a:off x="7458565" y="751122"/>
                <a:ext cx="331560" cy="312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88ED10-8510-4E15-9509-43C10A469C3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40925" y="733482"/>
                  <a:ext cx="3672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35368CE-8A3D-4CB0-9996-4DD9A37C1727}"/>
                    </a:ext>
                  </a:extLst>
                </p14:cNvPr>
                <p14:cNvContentPartPr/>
                <p14:nvPr/>
              </p14:nvContentPartPr>
              <p14:xfrm>
                <a:off x="7846645" y="807642"/>
                <a:ext cx="189000" cy="116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35368CE-8A3D-4CB0-9996-4DD9A37C172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28645" y="790002"/>
                  <a:ext cx="224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95C5BFA-F678-4C7D-9E7D-BACFB2CC1334}"/>
                    </a:ext>
                  </a:extLst>
                </p14:cNvPr>
                <p14:cNvContentPartPr/>
                <p14:nvPr/>
              </p14:nvContentPartPr>
              <p14:xfrm>
                <a:off x="8078125" y="646722"/>
                <a:ext cx="307800" cy="295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95C5BFA-F678-4C7D-9E7D-BACFB2CC133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060125" y="628722"/>
                  <a:ext cx="343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C570755-E20F-49B3-8A84-F34167D500D0}"/>
                    </a:ext>
                  </a:extLst>
                </p14:cNvPr>
                <p14:cNvContentPartPr/>
                <p14:nvPr/>
              </p14:nvContentPartPr>
              <p14:xfrm>
                <a:off x="8147605" y="748962"/>
                <a:ext cx="331200" cy="142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570755-E20F-49B3-8A84-F34167D500D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129965" y="730962"/>
                  <a:ext cx="366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682D3F8-F198-4642-BDF9-DD9811FE0E4F}"/>
                    </a:ext>
                  </a:extLst>
                </p14:cNvPr>
                <p14:cNvContentPartPr/>
                <p14:nvPr/>
              </p14:nvContentPartPr>
              <p14:xfrm>
                <a:off x="8112685" y="1245402"/>
                <a:ext cx="327600" cy="61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682D3F8-F198-4642-BDF9-DD9811FE0E4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095045" y="1227762"/>
                  <a:ext cx="363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3B7E328-04C6-4474-93B6-FD6F98A80D73}"/>
                    </a:ext>
                  </a:extLst>
                </p14:cNvPr>
                <p14:cNvContentPartPr/>
                <p14:nvPr/>
              </p14:nvContentPartPr>
              <p14:xfrm>
                <a:off x="8575645" y="1029042"/>
                <a:ext cx="140400" cy="360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3B7E328-04C6-4474-93B6-FD6F98A80D7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558005" y="1011042"/>
                  <a:ext cx="176040" cy="39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BF8258A-B0EC-4B01-BC1C-C465399D10D9}"/>
                  </a:ext>
                </a:extLst>
              </p14:cNvPr>
              <p14:cNvContentPartPr/>
              <p14:nvPr/>
            </p14:nvContentPartPr>
            <p14:xfrm>
              <a:off x="7580245" y="6102801"/>
              <a:ext cx="721800" cy="4161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BF8258A-B0EC-4B01-BC1C-C465399D10D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562245" y="6084801"/>
                <a:ext cx="75744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95ADE246-6031-4D1E-9FAD-235B6DFF66CE}"/>
                  </a:ext>
                </a:extLst>
              </p14:cNvPr>
              <p14:cNvContentPartPr/>
              <p14:nvPr/>
            </p14:nvContentPartPr>
            <p14:xfrm>
              <a:off x="1943005" y="1891881"/>
              <a:ext cx="438120" cy="4287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95ADE246-6031-4D1E-9FAD-235B6DFF66CE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925005" y="1873881"/>
                <a:ext cx="473760" cy="46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03CD928-4A7C-458E-81E8-C8CF9651C649}"/>
              </a:ext>
            </a:extLst>
          </p:cNvPr>
          <p:cNvGrpSpPr/>
          <p:nvPr/>
        </p:nvGrpSpPr>
        <p:grpSpPr>
          <a:xfrm>
            <a:off x="2945245" y="2049201"/>
            <a:ext cx="410760" cy="364680"/>
            <a:chOff x="2945245" y="2049201"/>
            <a:chExt cx="41076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C55C3E-847D-45EF-A556-65FF5827723F}"/>
                    </a:ext>
                  </a:extLst>
                </p14:cNvPr>
                <p14:cNvContentPartPr/>
                <p14:nvPr/>
              </p14:nvContentPartPr>
              <p14:xfrm>
                <a:off x="3165205" y="2121201"/>
                <a:ext cx="360" cy="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C55C3E-847D-45EF-A556-65FF5827723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47565" y="21032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028F97F-311D-4064-8961-A4F02456E9A6}"/>
                    </a:ext>
                  </a:extLst>
                </p14:cNvPr>
                <p14:cNvContentPartPr/>
                <p14:nvPr/>
              </p14:nvContentPartPr>
              <p14:xfrm>
                <a:off x="2945245" y="2049201"/>
                <a:ext cx="410760" cy="364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028F97F-311D-4064-8961-A4F02456E9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27245" y="2031561"/>
                  <a:ext cx="44640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7058558-0159-4055-9F7C-20409F5DA8BE}"/>
              </a:ext>
            </a:extLst>
          </p:cNvPr>
          <p:cNvGrpSpPr/>
          <p:nvPr/>
        </p:nvGrpSpPr>
        <p:grpSpPr>
          <a:xfrm>
            <a:off x="3933805" y="2050281"/>
            <a:ext cx="440280" cy="447480"/>
            <a:chOff x="3933805" y="2050281"/>
            <a:chExt cx="44028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B52E0FE-16D1-4D91-852F-295A7A596BAA}"/>
                    </a:ext>
                  </a:extLst>
                </p14:cNvPr>
                <p14:cNvContentPartPr/>
                <p14:nvPr/>
              </p14:nvContentPartPr>
              <p14:xfrm>
                <a:off x="4056205" y="2080161"/>
                <a:ext cx="191160" cy="417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B52E0FE-16D1-4D91-852F-295A7A596BA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38565" y="2062521"/>
                  <a:ext cx="2268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5765C4C-6C76-4C9C-80ED-46500A2272E8}"/>
                    </a:ext>
                  </a:extLst>
                </p14:cNvPr>
                <p14:cNvContentPartPr/>
                <p14:nvPr/>
              </p14:nvContentPartPr>
              <p14:xfrm>
                <a:off x="3933805" y="2050281"/>
                <a:ext cx="440280" cy="251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5765C4C-6C76-4C9C-80ED-46500A2272E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15805" y="2032641"/>
                  <a:ext cx="475920" cy="28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C5DA348-21B8-4B12-9164-E1D7144E627E}"/>
                  </a:ext>
                </a:extLst>
              </p14:cNvPr>
              <p14:cNvContentPartPr/>
              <p14:nvPr/>
            </p14:nvContentPartPr>
            <p14:xfrm>
              <a:off x="5057365" y="1962801"/>
              <a:ext cx="417240" cy="2692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C5DA348-21B8-4B12-9164-E1D7144E627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039365" y="1945161"/>
                <a:ext cx="4528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E0B77C1B-D42A-420B-9552-D041B70F15F9}"/>
                  </a:ext>
                </a:extLst>
              </p14:cNvPr>
              <p14:cNvContentPartPr/>
              <p14:nvPr/>
            </p14:nvContentPartPr>
            <p14:xfrm>
              <a:off x="6128365" y="1889721"/>
              <a:ext cx="511920" cy="2926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E0B77C1B-D42A-420B-9552-D041B70F15F9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110365" y="1871721"/>
                <a:ext cx="5475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625C7A6D-F8FE-411D-886D-80E2A7E78E9C}"/>
                  </a:ext>
                </a:extLst>
              </p14:cNvPr>
              <p14:cNvContentPartPr/>
              <p14:nvPr/>
            </p14:nvContentPartPr>
            <p14:xfrm>
              <a:off x="7410325" y="1901241"/>
              <a:ext cx="54000" cy="3711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625C7A6D-F8FE-411D-886D-80E2A7E78E9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392325" y="1883241"/>
                <a:ext cx="8964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AF85A1E-B32C-4FE8-9FBA-AB2F992EE96B}"/>
                  </a:ext>
                </a:extLst>
              </p14:cNvPr>
              <p14:cNvContentPartPr/>
              <p14:nvPr/>
            </p14:nvContentPartPr>
            <p14:xfrm>
              <a:off x="8298085" y="1923921"/>
              <a:ext cx="349200" cy="3016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AF85A1E-B32C-4FE8-9FBA-AB2F992EE96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280085" y="1906281"/>
                <a:ext cx="384840" cy="33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7414F01-18B3-498F-BE96-EE2224CB96AE}"/>
              </a:ext>
            </a:extLst>
          </p:cNvPr>
          <p:cNvGrpSpPr/>
          <p:nvPr/>
        </p:nvGrpSpPr>
        <p:grpSpPr>
          <a:xfrm>
            <a:off x="272245" y="4479561"/>
            <a:ext cx="8692560" cy="2466303"/>
            <a:chOff x="272245" y="4479561"/>
            <a:chExt cx="8692560" cy="246630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2FD4022-A627-41CB-8136-8282A286DC3F}"/>
                    </a:ext>
                  </a:extLst>
                </p14:cNvPr>
                <p14:cNvContentPartPr/>
                <p14:nvPr/>
              </p14:nvContentPartPr>
              <p14:xfrm>
                <a:off x="722965" y="5338242"/>
                <a:ext cx="103320" cy="380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2FD4022-A627-41CB-8136-8282A286DC3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5325" y="5320242"/>
                  <a:ext cx="1389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3097E57-C06C-415D-B2DF-7CC8C1D986B7}"/>
                    </a:ext>
                  </a:extLst>
                </p14:cNvPr>
                <p14:cNvContentPartPr/>
                <p14:nvPr/>
              </p14:nvContentPartPr>
              <p14:xfrm>
                <a:off x="440005" y="5383602"/>
                <a:ext cx="471960" cy="64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3097E57-C06C-415D-B2DF-7CC8C1D986B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22005" y="5365962"/>
                  <a:ext cx="507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60B76D-B194-4868-AA63-20EBDC07E259}"/>
                    </a:ext>
                  </a:extLst>
                </p14:cNvPr>
                <p14:cNvContentPartPr/>
                <p14:nvPr/>
              </p14:nvContentPartPr>
              <p14:xfrm>
                <a:off x="607765" y="5667642"/>
                <a:ext cx="531000" cy="92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60B76D-B194-4868-AA63-20EBDC07E25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9765" y="5650002"/>
                  <a:ext cx="566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3AC0B36-1FED-4EDE-9FC8-D39E81D6DBEE}"/>
                    </a:ext>
                  </a:extLst>
                </p14:cNvPr>
                <p14:cNvContentPartPr/>
                <p14:nvPr/>
              </p14:nvContentPartPr>
              <p14:xfrm>
                <a:off x="1342525" y="5578722"/>
                <a:ext cx="152640" cy="182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3AC0B36-1FED-4EDE-9FC8-D39E81D6DBE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324525" y="5561082"/>
                  <a:ext cx="188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2318647-FBBF-4CF4-A9BF-1CF4FC3FB086}"/>
                    </a:ext>
                  </a:extLst>
                </p14:cNvPr>
                <p14:cNvContentPartPr/>
                <p14:nvPr/>
              </p14:nvContentPartPr>
              <p14:xfrm>
                <a:off x="1614685" y="5343282"/>
                <a:ext cx="564840" cy="58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2318647-FBBF-4CF4-A9BF-1CF4FC3FB08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97045" y="5325642"/>
                  <a:ext cx="600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0AFFDA4-6DB2-4FF3-874F-CE337EAED9ED}"/>
                    </a:ext>
                  </a:extLst>
                </p14:cNvPr>
                <p14:cNvContentPartPr/>
                <p14:nvPr/>
              </p14:nvContentPartPr>
              <p14:xfrm>
                <a:off x="1730245" y="5524002"/>
                <a:ext cx="628560" cy="55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0AFFDA4-6DB2-4FF3-874F-CE337EAED9E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12245" y="5506002"/>
                  <a:ext cx="6642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10D666D-5867-408C-A26F-9BAC4B01BF08}"/>
                    </a:ext>
                  </a:extLst>
                </p14:cNvPr>
                <p14:cNvContentPartPr/>
                <p14:nvPr/>
              </p14:nvContentPartPr>
              <p14:xfrm>
                <a:off x="2400925" y="5181642"/>
                <a:ext cx="391320" cy="280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10D666D-5867-408C-A26F-9BAC4B01BF0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383285" y="5164002"/>
                  <a:ext cx="4269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4220AE3-7951-4BD3-9DF0-CEABA8D39FF5}"/>
                    </a:ext>
                  </a:extLst>
                </p14:cNvPr>
                <p14:cNvContentPartPr/>
                <p14:nvPr/>
              </p14:nvContentPartPr>
              <p14:xfrm>
                <a:off x="2893405" y="5152122"/>
                <a:ext cx="199440" cy="210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4220AE3-7951-4BD3-9DF0-CEABA8D39FF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75765" y="5134122"/>
                  <a:ext cx="235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C461623-D1E6-42B8-BFF3-4C9454BE8037}"/>
                    </a:ext>
                  </a:extLst>
                </p14:cNvPr>
                <p14:cNvContentPartPr/>
                <p14:nvPr/>
              </p14:nvContentPartPr>
              <p14:xfrm>
                <a:off x="3655525" y="4858722"/>
                <a:ext cx="218880" cy="555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C461623-D1E6-42B8-BFF3-4C9454BE803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637525" y="4841082"/>
                  <a:ext cx="25452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5A2ACF9-ADC8-4CA0-A315-E8C20094FDC2}"/>
                    </a:ext>
                  </a:extLst>
                </p14:cNvPr>
                <p14:cNvContentPartPr/>
                <p14:nvPr/>
              </p14:nvContentPartPr>
              <p14:xfrm>
                <a:off x="3251965" y="5208282"/>
                <a:ext cx="354600" cy="114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5A2ACF9-ADC8-4CA0-A315-E8C20094FDC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33965" y="5190282"/>
                  <a:ext cx="390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5733A1D-A1F2-4581-9B0B-1EA4F1246562}"/>
                    </a:ext>
                  </a:extLst>
                </p14:cNvPr>
                <p14:cNvContentPartPr/>
                <p14:nvPr/>
              </p14:nvContentPartPr>
              <p14:xfrm>
                <a:off x="4081405" y="4778802"/>
                <a:ext cx="545400" cy="1135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5733A1D-A1F2-4581-9B0B-1EA4F124656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63405" y="4760802"/>
                  <a:ext cx="581040" cy="11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040325-6DBD-4206-9612-05CE029FFAE3}"/>
                    </a:ext>
                  </a:extLst>
                </p14:cNvPr>
                <p14:cNvContentPartPr/>
                <p14:nvPr/>
              </p14:nvContentPartPr>
              <p14:xfrm>
                <a:off x="4808605" y="4812642"/>
                <a:ext cx="277920" cy="577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040325-6DBD-4206-9612-05CE029FFAE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90965" y="4795002"/>
                  <a:ext cx="31356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2161A13-934E-49D1-A147-9677B8C550D1}"/>
                    </a:ext>
                  </a:extLst>
                </p14:cNvPr>
                <p14:cNvContentPartPr/>
                <p14:nvPr/>
              </p14:nvContentPartPr>
              <p14:xfrm>
                <a:off x="4704565" y="4881762"/>
                <a:ext cx="374400" cy="404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2161A13-934E-49D1-A147-9677B8C550D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86565" y="4863762"/>
                  <a:ext cx="4100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D9755E6-EA22-403F-8853-764BA361E28D}"/>
                    </a:ext>
                  </a:extLst>
                </p14:cNvPr>
                <p14:cNvContentPartPr/>
                <p14:nvPr/>
              </p14:nvContentPartPr>
              <p14:xfrm>
                <a:off x="5387485" y="5021802"/>
                <a:ext cx="371880" cy="33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D9755E6-EA22-403F-8853-764BA361E28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69485" y="5004162"/>
                  <a:ext cx="407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A99F7CF-76BC-4B7F-97C6-9F3D6BE815C3}"/>
                    </a:ext>
                  </a:extLst>
                </p14:cNvPr>
                <p14:cNvContentPartPr/>
                <p14:nvPr/>
              </p14:nvContentPartPr>
              <p14:xfrm>
                <a:off x="6175885" y="4639482"/>
                <a:ext cx="317160" cy="594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A99F7CF-76BC-4B7F-97C6-9F3D6BE815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57885" y="4621842"/>
                  <a:ext cx="35280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0D3E147-2B7A-4082-AB9F-42327A4AB1D0}"/>
                    </a:ext>
                  </a:extLst>
                </p14:cNvPr>
                <p14:cNvContentPartPr/>
                <p14:nvPr/>
              </p14:nvContentPartPr>
              <p14:xfrm>
                <a:off x="6093445" y="4754682"/>
                <a:ext cx="480960" cy="426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0D3E147-2B7A-4082-AB9F-42327A4AB1D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075445" y="4736682"/>
                  <a:ext cx="51660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052E010-9455-4BB1-BDCA-24F9EFD4D0A7}"/>
                    </a:ext>
                  </a:extLst>
                </p14:cNvPr>
                <p14:cNvContentPartPr/>
                <p14:nvPr/>
              </p14:nvContentPartPr>
              <p14:xfrm>
                <a:off x="6805165" y="4945842"/>
                <a:ext cx="456480" cy="140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052E010-9455-4BB1-BDCA-24F9EFD4D0A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787525" y="4927842"/>
                  <a:ext cx="492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9E0E20E-28C9-4A04-A668-36B8FD0F8AD0}"/>
                    </a:ext>
                  </a:extLst>
                </p14:cNvPr>
                <p14:cNvContentPartPr/>
                <p14:nvPr/>
              </p14:nvContentPartPr>
              <p14:xfrm>
                <a:off x="7424365" y="4928562"/>
                <a:ext cx="88200" cy="76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9E0E20E-28C9-4A04-A668-36B8FD0F8AD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06725" y="4910562"/>
                  <a:ext cx="123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B862056-F5F0-437E-844E-E19481ABBCF7}"/>
                    </a:ext>
                  </a:extLst>
                </p14:cNvPr>
                <p14:cNvContentPartPr/>
                <p14:nvPr/>
              </p14:nvContentPartPr>
              <p14:xfrm>
                <a:off x="7435885" y="4720482"/>
                <a:ext cx="360" cy="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B862056-F5F0-437E-844E-E19481ABBC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17885" y="47028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7AD2DB8-A387-4C28-B555-CABDBCCB56F1}"/>
                    </a:ext>
                  </a:extLst>
                </p14:cNvPr>
                <p14:cNvContentPartPr/>
                <p14:nvPr/>
              </p14:nvContentPartPr>
              <p14:xfrm>
                <a:off x="7875445" y="4494402"/>
                <a:ext cx="470880" cy="1008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7AD2DB8-A387-4C28-B555-CABDBCCB56F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857445" y="4476762"/>
                  <a:ext cx="50652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E3E3E6A-9ED9-4B47-ACE0-07ADE9EB92F1}"/>
                    </a:ext>
                  </a:extLst>
                </p14:cNvPr>
                <p14:cNvContentPartPr/>
                <p14:nvPr/>
              </p14:nvContentPartPr>
              <p14:xfrm>
                <a:off x="7643965" y="4858722"/>
                <a:ext cx="457920" cy="308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E3E3E6A-9ED9-4B47-ACE0-07ADE9EB92F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625965" y="4841082"/>
                  <a:ext cx="493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2CEDEA4-4558-419D-94F7-4A6787591733}"/>
                    </a:ext>
                  </a:extLst>
                </p14:cNvPr>
                <p14:cNvContentPartPr/>
                <p14:nvPr/>
              </p14:nvContentPartPr>
              <p14:xfrm>
                <a:off x="4508005" y="5337162"/>
                <a:ext cx="3410640" cy="151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2CEDEA4-4558-419D-94F7-4A678759173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490005" y="5319522"/>
                  <a:ext cx="3446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18FA0E9-66FE-4A09-B5D3-8F9D45B69B21}"/>
                    </a:ext>
                  </a:extLst>
                </p14:cNvPr>
                <p14:cNvContentPartPr/>
                <p14:nvPr/>
              </p14:nvContentPartPr>
              <p14:xfrm>
                <a:off x="6203245" y="5655402"/>
                <a:ext cx="419040" cy="441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18FA0E9-66FE-4A09-B5D3-8F9D45B69B2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185605" y="5637402"/>
                  <a:ext cx="4546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5001157-BEFA-49C2-A699-8EB068566C34}"/>
                    </a:ext>
                  </a:extLst>
                </p14:cNvPr>
                <p14:cNvContentPartPr/>
                <p14:nvPr/>
              </p14:nvContentPartPr>
              <p14:xfrm>
                <a:off x="1661125" y="6262002"/>
                <a:ext cx="838800" cy="275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5001157-BEFA-49C2-A699-8EB068566C3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643125" y="6244362"/>
                  <a:ext cx="8744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6C99453-875A-45C2-8ECB-039CA4AAE5DE}"/>
                    </a:ext>
                  </a:extLst>
                </p14:cNvPr>
                <p14:cNvContentPartPr/>
                <p14:nvPr/>
              </p14:nvContentPartPr>
              <p14:xfrm>
                <a:off x="2870005" y="6043482"/>
                <a:ext cx="466920" cy="342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6C99453-875A-45C2-8ECB-039CA4AAE5D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852365" y="6025482"/>
                  <a:ext cx="5025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3FCBDBA-6FB4-4B8F-A716-BF2EC6067384}"/>
                    </a:ext>
                  </a:extLst>
                </p14:cNvPr>
                <p14:cNvContentPartPr/>
                <p14:nvPr/>
              </p14:nvContentPartPr>
              <p14:xfrm>
                <a:off x="3518365" y="6210522"/>
                <a:ext cx="360" cy="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3FCBDBA-6FB4-4B8F-A716-BF2EC60673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00365" y="61925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6B7E4FB-F80F-4335-B0BB-32A5DD329B96}"/>
                    </a:ext>
                  </a:extLst>
                </p14:cNvPr>
                <p14:cNvContentPartPr/>
                <p14:nvPr/>
              </p14:nvContentPartPr>
              <p14:xfrm>
                <a:off x="4218565" y="6143202"/>
                <a:ext cx="372240" cy="36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6B7E4FB-F80F-4335-B0BB-32A5DD329B9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00925" y="6125202"/>
                  <a:ext cx="4078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6568CF7-7D2E-4B4F-9DCE-D3D37E57E5ED}"/>
                    </a:ext>
                  </a:extLst>
                </p14:cNvPr>
                <p14:cNvContentPartPr/>
                <p14:nvPr/>
              </p14:nvContentPartPr>
              <p14:xfrm>
                <a:off x="4941805" y="6308082"/>
                <a:ext cx="403200" cy="64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6568CF7-7D2E-4B4F-9DCE-D3D37E57E5E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924165" y="6290082"/>
                  <a:ext cx="438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1B41B53-0A9B-4833-B219-C3170660BBF8}"/>
                    </a:ext>
                  </a:extLst>
                </p14:cNvPr>
                <p14:cNvContentPartPr/>
                <p14:nvPr/>
              </p14:nvContentPartPr>
              <p14:xfrm>
                <a:off x="5670445" y="6377562"/>
                <a:ext cx="362880" cy="23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1B41B53-0A9B-4833-B219-C3170660BBF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52805" y="6359562"/>
                  <a:ext cx="398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7834391-D75A-434F-8247-D1B454F37825}"/>
                    </a:ext>
                  </a:extLst>
                </p14:cNvPr>
                <p14:cNvContentPartPr/>
                <p14:nvPr/>
              </p14:nvContentPartPr>
              <p14:xfrm>
                <a:off x="6093445" y="6199002"/>
                <a:ext cx="146160" cy="339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7834391-D75A-434F-8247-D1B454F3782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75445" y="6181362"/>
                  <a:ext cx="1818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9913705-B4EF-4508-9946-C3B1CC399C13}"/>
                    </a:ext>
                  </a:extLst>
                </p14:cNvPr>
                <p14:cNvContentPartPr/>
                <p14:nvPr/>
              </p14:nvContentPartPr>
              <p14:xfrm>
                <a:off x="6220885" y="6118002"/>
                <a:ext cx="221400" cy="410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9913705-B4EF-4508-9946-C3B1CC399C1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202885" y="6100362"/>
                  <a:ext cx="25704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AB946F1-9E25-403E-A75D-8CD40FE84625}"/>
                    </a:ext>
                  </a:extLst>
                </p14:cNvPr>
                <p14:cNvContentPartPr/>
                <p14:nvPr/>
              </p14:nvContentPartPr>
              <p14:xfrm>
                <a:off x="5779165" y="6158322"/>
                <a:ext cx="231840" cy="474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AB946F1-9E25-403E-A75D-8CD40FE8462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761165" y="6140322"/>
                  <a:ext cx="26748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CA2C589-05F4-443A-A63F-96F7D93D9ECF}"/>
                    </a:ext>
                  </a:extLst>
                </p14:cNvPr>
                <p14:cNvContentPartPr/>
                <p14:nvPr/>
              </p14:nvContentPartPr>
              <p14:xfrm>
                <a:off x="4461565" y="6492762"/>
                <a:ext cx="1944360" cy="116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CA2C589-05F4-443A-A63F-96F7D93D9EC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43925" y="6474762"/>
                  <a:ext cx="19800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49C5211-262D-4B88-B3DD-627BD05B3B0D}"/>
                    </a:ext>
                  </a:extLst>
                </p14:cNvPr>
                <p14:cNvContentPartPr/>
                <p14:nvPr/>
              </p14:nvContentPartPr>
              <p14:xfrm>
                <a:off x="5057365" y="6705882"/>
                <a:ext cx="379440" cy="176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49C5211-262D-4B88-B3DD-627BD05B3B0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039365" y="6688242"/>
                  <a:ext cx="415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F6B9551-930E-4E08-A424-9970912AE2BD}"/>
                    </a:ext>
                  </a:extLst>
                </p14:cNvPr>
                <p14:cNvContentPartPr/>
                <p14:nvPr/>
              </p14:nvContentPartPr>
              <p14:xfrm>
                <a:off x="5497645" y="6736344"/>
                <a:ext cx="360" cy="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F6B9551-930E-4E08-A424-9970912AE2B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79645" y="67187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9F90940-34C0-4739-89BF-EBF8764B4A79}"/>
                    </a:ext>
                  </a:extLst>
                </p14:cNvPr>
                <p14:cNvContentPartPr/>
                <p14:nvPr/>
              </p14:nvContentPartPr>
              <p14:xfrm>
                <a:off x="5899765" y="6638064"/>
                <a:ext cx="242280" cy="307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9F90940-34C0-4739-89BF-EBF8764B4A7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881765" y="6620064"/>
                  <a:ext cx="2779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A6BF7B0-C442-4C46-9575-7B691F2FD7AB}"/>
                    </a:ext>
                  </a:extLst>
                </p14:cNvPr>
                <p14:cNvContentPartPr/>
                <p14:nvPr/>
              </p14:nvContentPartPr>
              <p14:xfrm>
                <a:off x="6538765" y="6404481"/>
                <a:ext cx="666000" cy="289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A6BF7B0-C442-4C46-9575-7B691F2FD7A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521125" y="6386841"/>
                  <a:ext cx="7016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93931BD-F062-43F8-9E54-2D47E1758C4E}"/>
                    </a:ext>
                  </a:extLst>
                </p14:cNvPr>
                <p14:cNvContentPartPr/>
                <p14:nvPr/>
              </p14:nvContentPartPr>
              <p14:xfrm>
                <a:off x="272245" y="4479561"/>
                <a:ext cx="8692560" cy="408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93931BD-F062-43F8-9E54-2D47E1758C4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54245" y="4461921"/>
                  <a:ext cx="8728200" cy="44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038AD26E-5A02-4783-8C7F-BCBAC89EC909}"/>
                  </a:ext>
                </a:extLst>
              </p14:cNvPr>
              <p14:cNvContentPartPr/>
              <p14:nvPr/>
            </p14:nvContentPartPr>
            <p14:xfrm>
              <a:off x="1896925" y="3127761"/>
              <a:ext cx="291240" cy="4320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038AD26E-5A02-4783-8C7F-BCBAC89EC909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1878925" y="3109761"/>
                <a:ext cx="326880" cy="46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C4CC830-F6F5-43C9-B483-5A988E2A4E7E}"/>
              </a:ext>
            </a:extLst>
          </p:cNvPr>
          <p:cNvGrpSpPr/>
          <p:nvPr/>
        </p:nvGrpSpPr>
        <p:grpSpPr>
          <a:xfrm>
            <a:off x="2864965" y="2838321"/>
            <a:ext cx="724320" cy="509400"/>
            <a:chOff x="2864965" y="2838321"/>
            <a:chExt cx="72432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F54B59-D357-4FB2-8C7F-35B4605FA612}"/>
                    </a:ext>
                  </a:extLst>
                </p14:cNvPr>
                <p14:cNvContentPartPr/>
                <p14:nvPr/>
              </p14:nvContentPartPr>
              <p14:xfrm>
                <a:off x="2864965" y="3094281"/>
                <a:ext cx="192600" cy="253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F54B59-D357-4FB2-8C7F-35B4605FA61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846965" y="3076641"/>
                  <a:ext cx="2282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00CCB92-F1D4-4CBD-AF8B-520A6322E2A2}"/>
                    </a:ext>
                  </a:extLst>
                </p14:cNvPr>
                <p14:cNvContentPartPr/>
                <p14:nvPr/>
              </p14:nvContentPartPr>
              <p14:xfrm>
                <a:off x="3107605" y="3137841"/>
                <a:ext cx="360" cy="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00CCB92-F1D4-4CBD-AF8B-520A6322E2A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89965" y="31198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8C672B1-B1A5-43B2-B0FD-50D7F363449B}"/>
                    </a:ext>
                  </a:extLst>
                </p14:cNvPr>
                <p14:cNvContentPartPr/>
                <p14:nvPr/>
              </p14:nvContentPartPr>
              <p14:xfrm>
                <a:off x="3228565" y="2838321"/>
                <a:ext cx="360720" cy="5086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8C672B1-B1A5-43B2-B0FD-50D7F363449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210925" y="2820321"/>
                  <a:ext cx="3963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6BAE2A-FCC6-4593-8038-76660590274A}"/>
                    </a:ext>
                  </a:extLst>
                </p14:cNvPr>
                <p14:cNvContentPartPr/>
                <p14:nvPr/>
              </p14:nvContentPartPr>
              <p14:xfrm>
                <a:off x="3136405" y="3171681"/>
                <a:ext cx="360" cy="23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6BAE2A-FCC6-4593-8038-76660590274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118765" y="3154041"/>
                  <a:ext cx="36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DD5AD57-999C-46EA-AB47-4849EEECEE69}"/>
                    </a:ext>
                  </a:extLst>
                </p14:cNvPr>
                <p14:cNvContentPartPr/>
                <p14:nvPr/>
              </p14:nvContentPartPr>
              <p14:xfrm>
                <a:off x="3107605" y="3183921"/>
                <a:ext cx="360" cy="291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DD5AD57-999C-46EA-AB47-4849EEECEE6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89965" y="3165921"/>
                  <a:ext cx="3600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6BD61BF-A1A5-47DF-A321-3E590AE6870E}"/>
                  </a:ext>
                </a:extLst>
              </p14:cNvPr>
              <p14:cNvContentPartPr/>
              <p14:nvPr/>
            </p14:nvContentPartPr>
            <p14:xfrm>
              <a:off x="3981325" y="2825721"/>
              <a:ext cx="55080" cy="2559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6BD61BF-A1A5-47DF-A321-3E590AE6870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3963325" y="2807721"/>
                <a:ext cx="90720" cy="29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9B0FF1D-FB9A-4836-AFED-B8664337B9B0}"/>
              </a:ext>
            </a:extLst>
          </p:cNvPr>
          <p:cNvGrpSpPr/>
          <p:nvPr/>
        </p:nvGrpSpPr>
        <p:grpSpPr>
          <a:xfrm>
            <a:off x="4936045" y="2657961"/>
            <a:ext cx="644400" cy="497880"/>
            <a:chOff x="4936045" y="2657961"/>
            <a:chExt cx="644400" cy="49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3FF0AC6-286F-497D-9D22-4CF6DF17EF28}"/>
                    </a:ext>
                  </a:extLst>
                </p14:cNvPr>
                <p14:cNvContentPartPr/>
                <p14:nvPr/>
              </p14:nvContentPartPr>
              <p14:xfrm>
                <a:off x="4936045" y="2961441"/>
                <a:ext cx="199080" cy="194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3FF0AC6-286F-497D-9D22-4CF6DF17EF2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918045" y="2943801"/>
                  <a:ext cx="234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87F5C39-C2F8-4307-863E-EF9FDB6094BD}"/>
                    </a:ext>
                  </a:extLst>
                </p14:cNvPr>
                <p14:cNvContentPartPr/>
                <p14:nvPr/>
              </p14:nvContentPartPr>
              <p14:xfrm>
                <a:off x="5225125" y="2970081"/>
                <a:ext cx="360" cy="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87F5C39-C2F8-4307-863E-EF9FDB6094B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207125" y="29520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546BCA6-F73A-46B2-BAF7-176585674692}"/>
                    </a:ext>
                  </a:extLst>
                </p14:cNvPr>
                <p14:cNvContentPartPr/>
                <p14:nvPr/>
              </p14:nvContentPartPr>
              <p14:xfrm>
                <a:off x="5407645" y="2657961"/>
                <a:ext cx="172800" cy="327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546BCA6-F73A-46B2-BAF7-17658567469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90005" y="2639961"/>
                  <a:ext cx="20844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5FF101F-CCD9-4DFB-B931-610AAB5BCDE9}"/>
                  </a:ext>
                </a:extLst>
              </p14:cNvPr>
              <p14:cNvContentPartPr/>
              <p14:nvPr/>
            </p14:nvContentPartPr>
            <p14:xfrm>
              <a:off x="6122245" y="2823201"/>
              <a:ext cx="303840" cy="2124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5FF101F-CCD9-4DFB-B931-610AAB5BCDE9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104245" y="2805201"/>
                <a:ext cx="339480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B9FE482-2A2E-40CA-82E9-AE21EBD1A7FE}"/>
              </a:ext>
            </a:extLst>
          </p:cNvPr>
          <p:cNvGrpSpPr/>
          <p:nvPr/>
        </p:nvGrpSpPr>
        <p:grpSpPr>
          <a:xfrm>
            <a:off x="6972925" y="2583801"/>
            <a:ext cx="826920" cy="352080"/>
            <a:chOff x="6972925" y="2583801"/>
            <a:chExt cx="82692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7B921E9-5EEC-4406-B2C9-57DC1F8E78D1}"/>
                    </a:ext>
                  </a:extLst>
                </p14:cNvPr>
                <p14:cNvContentPartPr/>
                <p14:nvPr/>
              </p14:nvContentPartPr>
              <p14:xfrm>
                <a:off x="6972925" y="2888721"/>
                <a:ext cx="212400" cy="47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7B921E9-5EEC-4406-B2C9-57DC1F8E78D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54925" y="2870721"/>
                  <a:ext cx="2480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7546681-B456-42D2-A40B-7C03FBF83BD9}"/>
                    </a:ext>
                  </a:extLst>
                </p14:cNvPr>
                <p14:cNvContentPartPr/>
                <p14:nvPr/>
              </p14:nvContentPartPr>
              <p14:xfrm>
                <a:off x="7580245" y="2744721"/>
                <a:ext cx="360" cy="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7546681-B456-42D2-A40B-7C03FBF83BD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562245" y="27270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74A5FD5-9AD9-489F-A122-14B2ADF66336}"/>
                    </a:ext>
                  </a:extLst>
                </p14:cNvPr>
                <p14:cNvContentPartPr/>
                <p14:nvPr/>
              </p14:nvContentPartPr>
              <p14:xfrm>
                <a:off x="7663045" y="2583801"/>
                <a:ext cx="136800" cy="282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74A5FD5-9AD9-489F-A122-14B2ADF6633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645405" y="2566161"/>
                  <a:ext cx="1724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C9C6674-08AF-4E7D-8FA3-7E92EBA18108}"/>
                    </a:ext>
                  </a:extLst>
                </p14:cNvPr>
                <p14:cNvContentPartPr/>
                <p14:nvPr/>
              </p14:nvContentPartPr>
              <p14:xfrm>
                <a:off x="7268125" y="2769201"/>
                <a:ext cx="158400" cy="145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C9C6674-08AF-4E7D-8FA3-7E92EBA1810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50125" y="2751561"/>
                  <a:ext cx="1940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336B1C1C-52DB-47BF-B8D8-E21D6FE571AE}"/>
              </a:ext>
            </a:extLst>
          </p:cNvPr>
          <p:cNvGrpSpPr/>
          <p:nvPr/>
        </p:nvGrpSpPr>
        <p:grpSpPr>
          <a:xfrm>
            <a:off x="8205565" y="2646441"/>
            <a:ext cx="676440" cy="385560"/>
            <a:chOff x="8205565" y="2646441"/>
            <a:chExt cx="67644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A2681D1-13BC-418F-A509-1A543A962128}"/>
                    </a:ext>
                  </a:extLst>
                </p14:cNvPr>
                <p14:cNvContentPartPr/>
                <p14:nvPr/>
              </p14:nvContentPartPr>
              <p14:xfrm>
                <a:off x="8205565" y="2925441"/>
                <a:ext cx="258840" cy="45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A2681D1-13BC-418F-A509-1A543A96212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187565" y="2907801"/>
                  <a:ext cx="294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5722530-819F-4441-B157-FED0E2B93618}"/>
                    </a:ext>
                  </a:extLst>
                </p14:cNvPr>
                <p14:cNvContentPartPr/>
                <p14:nvPr/>
              </p14:nvContentPartPr>
              <p14:xfrm>
                <a:off x="8708485" y="2646441"/>
                <a:ext cx="173520" cy="385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5722530-819F-4441-B157-FED0E2B9361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690845" y="2628801"/>
                  <a:ext cx="209160" cy="42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6F0E3B55-2BB5-4E0E-9B7D-E6BCEF7FC859}"/>
                  </a:ext>
                </a:extLst>
              </p14:cNvPr>
              <p14:cNvContentPartPr/>
              <p14:nvPr/>
            </p14:nvContentPartPr>
            <p14:xfrm>
              <a:off x="3973405" y="748881"/>
              <a:ext cx="454680" cy="7844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6F0E3B55-2BB5-4E0E-9B7D-E6BCEF7FC859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3955405" y="731241"/>
                <a:ext cx="490320" cy="8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7AA2A377-25D1-4AC8-92FE-914D5DEDD9F0}"/>
                  </a:ext>
                </a:extLst>
              </p14:cNvPr>
              <p14:cNvContentPartPr/>
              <p14:nvPr/>
            </p14:nvContentPartPr>
            <p14:xfrm>
              <a:off x="3765325" y="2547441"/>
              <a:ext cx="679320" cy="9842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7AA2A377-25D1-4AC8-92FE-914D5DEDD9F0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3747685" y="2529801"/>
                <a:ext cx="714960" cy="10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4D11156-09C8-45C6-BC3F-E7EAEC2614EF}"/>
              </a:ext>
            </a:extLst>
          </p:cNvPr>
          <p:cNvGrpSpPr/>
          <p:nvPr/>
        </p:nvGrpSpPr>
        <p:grpSpPr>
          <a:xfrm>
            <a:off x="3944245" y="1646001"/>
            <a:ext cx="587520" cy="522720"/>
            <a:chOff x="3944245" y="1646001"/>
            <a:chExt cx="58752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2D6CD6C-C97F-43FC-BF44-91B91371FA10}"/>
                    </a:ext>
                  </a:extLst>
                </p14:cNvPr>
                <p14:cNvContentPartPr/>
                <p14:nvPr/>
              </p14:nvContentPartPr>
              <p14:xfrm>
                <a:off x="3963685" y="1720521"/>
                <a:ext cx="476640" cy="3448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2D6CD6C-C97F-43FC-BF44-91B91371FA1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946045" y="1702881"/>
                  <a:ext cx="5122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AB9BAA9-01A4-4E88-8ECD-C3C7EE30B2DF}"/>
                    </a:ext>
                  </a:extLst>
                </p14:cNvPr>
                <p14:cNvContentPartPr/>
                <p14:nvPr/>
              </p14:nvContentPartPr>
              <p14:xfrm>
                <a:off x="3944245" y="1646001"/>
                <a:ext cx="587520" cy="522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AB9BAA9-01A4-4E88-8ECD-C3C7EE30B2D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926245" y="1628001"/>
                  <a:ext cx="623160" cy="55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6499EF2E-5CEE-411F-9F57-07D4CFF60859}"/>
              </a:ext>
            </a:extLst>
          </p:cNvPr>
          <p:cNvGrpSpPr/>
          <p:nvPr/>
        </p:nvGrpSpPr>
        <p:grpSpPr>
          <a:xfrm>
            <a:off x="1765165" y="3929841"/>
            <a:ext cx="558720" cy="390240"/>
            <a:chOff x="1765165" y="3929841"/>
            <a:chExt cx="55872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DAD5424-88CD-42A1-8A5A-297498D6A4E9}"/>
                    </a:ext>
                  </a:extLst>
                </p14:cNvPr>
                <p14:cNvContentPartPr/>
                <p14:nvPr/>
              </p14:nvContentPartPr>
              <p14:xfrm>
                <a:off x="1765165" y="4032801"/>
                <a:ext cx="105840" cy="287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DAD5424-88CD-42A1-8A5A-297498D6A4E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747165" y="4014801"/>
                  <a:ext cx="1414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21ED2AA-6CFF-4CDD-9C9A-E67593A4FE90}"/>
                    </a:ext>
                  </a:extLst>
                </p14:cNvPr>
                <p14:cNvContentPartPr/>
                <p14:nvPr/>
              </p14:nvContentPartPr>
              <p14:xfrm>
                <a:off x="2041645" y="3929841"/>
                <a:ext cx="282240" cy="357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21ED2AA-6CFF-4CDD-9C9A-E67593A4FE9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024005" y="3911841"/>
                  <a:ext cx="31788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709B1EA-F896-41DE-891C-2142862CD428}"/>
              </a:ext>
            </a:extLst>
          </p:cNvPr>
          <p:cNvGrpSpPr/>
          <p:nvPr/>
        </p:nvGrpSpPr>
        <p:grpSpPr>
          <a:xfrm>
            <a:off x="3090325" y="3790161"/>
            <a:ext cx="319680" cy="396720"/>
            <a:chOff x="3090325" y="3790161"/>
            <a:chExt cx="31968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2FD6566-2D38-4418-BEAE-8260B13D269B}"/>
                    </a:ext>
                  </a:extLst>
                </p14:cNvPr>
                <p14:cNvContentPartPr/>
                <p14:nvPr/>
              </p14:nvContentPartPr>
              <p14:xfrm>
                <a:off x="3090325" y="3882321"/>
                <a:ext cx="63720" cy="3045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2FD6566-2D38-4418-BEAE-8260B13D269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072325" y="3864681"/>
                  <a:ext cx="993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02024FF-BE1F-46B1-8145-70BF57889A76}"/>
                    </a:ext>
                  </a:extLst>
                </p14:cNvPr>
                <p14:cNvContentPartPr/>
                <p14:nvPr/>
              </p14:nvContentPartPr>
              <p14:xfrm>
                <a:off x="3310285" y="3790161"/>
                <a:ext cx="99720" cy="381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02024FF-BE1F-46B1-8145-70BF57889A7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292285" y="3772161"/>
                  <a:ext cx="135360" cy="41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8C0ECA9-ED62-4B4A-BD79-21A9B55194FC}"/>
              </a:ext>
            </a:extLst>
          </p:cNvPr>
          <p:cNvGrpSpPr/>
          <p:nvPr/>
        </p:nvGrpSpPr>
        <p:grpSpPr>
          <a:xfrm>
            <a:off x="3851365" y="3160521"/>
            <a:ext cx="1803240" cy="1213200"/>
            <a:chOff x="3851365" y="3160521"/>
            <a:chExt cx="1803240" cy="12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1B9F7F7-3A1C-4F0C-9B2E-5B412EEA38F6}"/>
                    </a:ext>
                  </a:extLst>
                </p14:cNvPr>
                <p14:cNvContentPartPr/>
                <p14:nvPr/>
              </p14:nvContentPartPr>
              <p14:xfrm>
                <a:off x="3851365" y="3160521"/>
                <a:ext cx="277560" cy="8524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1B9F7F7-3A1C-4F0C-9B2E-5B412EEA38F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833725" y="3142521"/>
                  <a:ext cx="31320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62B8FDA-57DE-48ED-B56C-4C068499F25B}"/>
                    </a:ext>
                  </a:extLst>
                </p14:cNvPr>
                <p14:cNvContentPartPr/>
                <p14:nvPr/>
              </p14:nvContentPartPr>
              <p14:xfrm>
                <a:off x="4310365" y="4100481"/>
                <a:ext cx="254880" cy="273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62B8FDA-57DE-48ED-B56C-4C068499F25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292725" y="4082481"/>
                  <a:ext cx="2905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5D8D240-6E9D-420A-9C5F-13EB2295BAFE}"/>
                    </a:ext>
                  </a:extLst>
                </p14:cNvPr>
                <p14:cNvContentPartPr/>
                <p14:nvPr/>
              </p14:nvContentPartPr>
              <p14:xfrm>
                <a:off x="4762165" y="4021281"/>
                <a:ext cx="360" cy="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5D8D240-6E9D-420A-9C5F-13EB2295BAF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744165" y="40036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36213C8-8344-4670-BE6B-4D0CE670EEBD}"/>
                    </a:ext>
                  </a:extLst>
                </p14:cNvPr>
                <p14:cNvContentPartPr/>
                <p14:nvPr/>
              </p14:nvContentPartPr>
              <p14:xfrm>
                <a:off x="4982845" y="3698001"/>
                <a:ext cx="273240" cy="493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36213C8-8344-4670-BE6B-4D0CE670EEB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965205" y="3680001"/>
                  <a:ext cx="3088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6B5D95D-3336-4618-9773-942E2DFCD200}"/>
                    </a:ext>
                  </a:extLst>
                </p14:cNvPr>
                <p14:cNvContentPartPr/>
                <p14:nvPr/>
              </p14:nvContentPartPr>
              <p14:xfrm>
                <a:off x="5271565" y="3492801"/>
                <a:ext cx="205200" cy="234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6B5D95D-3336-4618-9773-942E2DFCD20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253565" y="3474801"/>
                  <a:ext cx="2408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711F1F8-7A61-48A6-AA5A-80727A6CFC5B}"/>
                    </a:ext>
                  </a:extLst>
                </p14:cNvPr>
                <p14:cNvContentPartPr/>
                <p14:nvPr/>
              </p14:nvContentPartPr>
              <p14:xfrm>
                <a:off x="4270405" y="3698001"/>
                <a:ext cx="100080" cy="2512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711F1F8-7A61-48A6-AA5A-80727A6CFC5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252405" y="3680001"/>
                  <a:ext cx="135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4BCEE95-9381-4649-9078-8B9108AA5DA9}"/>
                    </a:ext>
                  </a:extLst>
                </p14:cNvPr>
                <p14:cNvContentPartPr/>
                <p14:nvPr/>
              </p14:nvContentPartPr>
              <p14:xfrm>
                <a:off x="4455445" y="3628521"/>
                <a:ext cx="134280" cy="262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4BCEE95-9381-4649-9078-8B9108AA5DA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437805" y="3610521"/>
                  <a:ext cx="169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D6FCF9D-1553-4D00-B976-C4016C1D9BF7}"/>
                    </a:ext>
                  </a:extLst>
                </p14:cNvPr>
                <p14:cNvContentPartPr/>
                <p14:nvPr/>
              </p14:nvContentPartPr>
              <p14:xfrm>
                <a:off x="5531845" y="3472641"/>
                <a:ext cx="122760" cy="3614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D6FCF9D-1553-4D00-B976-C4016C1D9BF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513845" y="3454641"/>
                  <a:ext cx="1584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F14ED0F-564C-4FAD-B45D-08D76D424375}"/>
                    </a:ext>
                  </a:extLst>
                </p14:cNvPr>
                <p14:cNvContentPartPr/>
                <p14:nvPr/>
              </p14:nvContentPartPr>
              <p14:xfrm>
                <a:off x="5288845" y="3501441"/>
                <a:ext cx="179640" cy="478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F14ED0F-564C-4FAD-B45D-08D76D42437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270845" y="3483441"/>
                  <a:ext cx="2152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D785F9A-0F44-4B6C-9DC4-29288D144928}"/>
                    </a:ext>
                  </a:extLst>
                </p14:cNvPr>
                <p14:cNvContentPartPr/>
                <p14:nvPr/>
              </p14:nvContentPartPr>
              <p14:xfrm>
                <a:off x="4321885" y="4007961"/>
                <a:ext cx="932040" cy="327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D785F9A-0F44-4B6C-9DC4-29288D14492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303885" y="3989961"/>
                  <a:ext cx="96768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B1AB1BE-A4EF-400B-96DA-368B77025B19}"/>
              </a:ext>
            </a:extLst>
          </p:cNvPr>
          <p:cNvGrpSpPr/>
          <p:nvPr/>
        </p:nvGrpSpPr>
        <p:grpSpPr>
          <a:xfrm>
            <a:off x="6075805" y="3536001"/>
            <a:ext cx="632520" cy="340560"/>
            <a:chOff x="6075805" y="3536001"/>
            <a:chExt cx="63252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43D1950-021A-460E-AF14-46C705042EB2}"/>
                    </a:ext>
                  </a:extLst>
                </p14:cNvPr>
                <p14:cNvContentPartPr/>
                <p14:nvPr/>
              </p14:nvContentPartPr>
              <p14:xfrm>
                <a:off x="6075805" y="3599721"/>
                <a:ext cx="183600" cy="276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43D1950-021A-460E-AF14-46C705042EB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058165" y="3581721"/>
                  <a:ext cx="2192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E68A442-83EB-4BE2-BBB5-DA7FD7F3BD04}"/>
                    </a:ext>
                  </a:extLst>
                </p14:cNvPr>
                <p14:cNvContentPartPr/>
                <p14:nvPr/>
              </p14:nvContentPartPr>
              <p14:xfrm>
                <a:off x="6498445" y="3536001"/>
                <a:ext cx="209880" cy="2552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E68A442-83EB-4BE2-BBB5-DA7FD7F3BD0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480805" y="3518361"/>
                  <a:ext cx="24552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898DF1D-97DB-408A-836F-766BFE408541}"/>
              </a:ext>
            </a:extLst>
          </p:cNvPr>
          <p:cNvGrpSpPr/>
          <p:nvPr/>
        </p:nvGrpSpPr>
        <p:grpSpPr>
          <a:xfrm>
            <a:off x="7175605" y="3403161"/>
            <a:ext cx="604080" cy="403920"/>
            <a:chOff x="7175605" y="3403161"/>
            <a:chExt cx="60408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C684AE0-C4E9-4A70-B029-1F061DE003B7}"/>
                    </a:ext>
                  </a:extLst>
                </p14:cNvPr>
                <p14:cNvContentPartPr/>
                <p14:nvPr/>
              </p14:nvContentPartPr>
              <p14:xfrm>
                <a:off x="7175605" y="3515121"/>
                <a:ext cx="330840" cy="2919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C684AE0-C4E9-4A70-B029-1F061DE003B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157605" y="3497121"/>
                  <a:ext cx="366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F056A3C-AAE1-46F8-9015-19E51CBCB783}"/>
                    </a:ext>
                  </a:extLst>
                </p14:cNvPr>
                <p14:cNvContentPartPr/>
                <p14:nvPr/>
              </p14:nvContentPartPr>
              <p14:xfrm>
                <a:off x="7609765" y="3403161"/>
                <a:ext cx="169920" cy="3438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F056A3C-AAE1-46F8-9015-19E51CBCB78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591765" y="3385161"/>
                  <a:ext cx="20556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1872778-B76D-4E78-AAB4-68AE6EB10B52}"/>
              </a:ext>
            </a:extLst>
          </p:cNvPr>
          <p:cNvGrpSpPr/>
          <p:nvPr/>
        </p:nvGrpSpPr>
        <p:grpSpPr>
          <a:xfrm>
            <a:off x="8083885" y="3406041"/>
            <a:ext cx="671760" cy="294120"/>
            <a:chOff x="8083885" y="3406041"/>
            <a:chExt cx="67176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83F743F-AA22-457F-9181-E11B7FA6F804}"/>
                    </a:ext>
                  </a:extLst>
                </p14:cNvPr>
                <p14:cNvContentPartPr/>
                <p14:nvPr/>
              </p14:nvContentPartPr>
              <p14:xfrm>
                <a:off x="8454325" y="3406041"/>
                <a:ext cx="301320" cy="2642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83F743F-AA22-457F-9181-E11B7FA6F80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436685" y="3388401"/>
                  <a:ext cx="3369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C648C05-C0D1-4B6C-83FD-A6567C14622F}"/>
                    </a:ext>
                  </a:extLst>
                </p14:cNvPr>
                <p14:cNvContentPartPr/>
                <p14:nvPr/>
              </p14:nvContentPartPr>
              <p14:xfrm>
                <a:off x="8083885" y="3409281"/>
                <a:ext cx="200520" cy="29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C648C05-C0D1-4B6C-83FD-A6567C14622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066245" y="3391281"/>
                  <a:ext cx="236160" cy="32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72802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1A38319-C011-4F58-BF92-87555D892F6B}"/>
              </a:ext>
            </a:extLst>
          </p:cNvPr>
          <p:cNvGrpSpPr/>
          <p:nvPr/>
        </p:nvGrpSpPr>
        <p:grpSpPr>
          <a:xfrm>
            <a:off x="1296085" y="208962"/>
            <a:ext cx="7668360" cy="1099080"/>
            <a:chOff x="1296085" y="208962"/>
            <a:chExt cx="7668360" cy="10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DEFD176-DC5F-4D5A-BECC-7C850A4BE0E1}"/>
                    </a:ext>
                  </a:extLst>
                </p14:cNvPr>
                <p14:cNvContentPartPr/>
                <p14:nvPr/>
              </p14:nvContentPartPr>
              <p14:xfrm>
                <a:off x="1296085" y="376722"/>
                <a:ext cx="822960" cy="378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DEFD176-DC5F-4D5A-BECC-7C850A4BE0E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8085" y="359082"/>
                  <a:ext cx="85860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6426860-B8EA-4557-9F2A-F70C38D1B3D5}"/>
                    </a:ext>
                  </a:extLst>
                </p14:cNvPr>
                <p14:cNvContentPartPr/>
                <p14:nvPr/>
              </p14:nvContentPartPr>
              <p14:xfrm>
                <a:off x="1683805" y="399402"/>
                <a:ext cx="284400" cy="402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6426860-B8EA-4557-9F2A-F70C38D1B3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66165" y="381402"/>
                  <a:ext cx="320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2FD656-AE27-466E-BED5-1E5C213E1465}"/>
                    </a:ext>
                  </a:extLst>
                </p14:cNvPr>
                <p14:cNvContentPartPr/>
                <p14:nvPr/>
              </p14:nvContentPartPr>
              <p14:xfrm>
                <a:off x="2349445" y="423882"/>
                <a:ext cx="428400" cy="63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2FD656-AE27-466E-BED5-1E5C213E14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31445" y="405882"/>
                  <a:ext cx="46404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6E7749-6E5F-4AA3-BA2C-73096429B62B}"/>
                    </a:ext>
                  </a:extLst>
                </p14:cNvPr>
                <p14:cNvContentPartPr/>
                <p14:nvPr/>
              </p14:nvContentPartPr>
              <p14:xfrm>
                <a:off x="3008965" y="567162"/>
                <a:ext cx="369360" cy="163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6E7749-6E5F-4AA3-BA2C-73096429B6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1325" y="549162"/>
                  <a:ext cx="405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15AA9F-4415-4068-A4CE-01EA586A1BF0}"/>
                    </a:ext>
                  </a:extLst>
                </p14:cNvPr>
                <p14:cNvContentPartPr/>
                <p14:nvPr/>
              </p14:nvContentPartPr>
              <p14:xfrm>
                <a:off x="3690085" y="433962"/>
                <a:ext cx="250560" cy="304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15AA9F-4415-4068-A4CE-01EA586A1B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72445" y="416322"/>
                  <a:ext cx="286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726ADD-DD5F-4B83-AAC5-877784E0318F}"/>
                    </a:ext>
                  </a:extLst>
                </p14:cNvPr>
                <p14:cNvContentPartPr/>
                <p14:nvPr/>
              </p14:nvContentPartPr>
              <p14:xfrm>
                <a:off x="4102645" y="387882"/>
                <a:ext cx="511200" cy="227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726ADD-DD5F-4B83-AAC5-877784E031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84645" y="370242"/>
                  <a:ext cx="546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EE6E11-91ED-4F84-83C4-F59AB51411CA}"/>
                    </a:ext>
                  </a:extLst>
                </p14:cNvPr>
                <p14:cNvContentPartPr/>
                <p14:nvPr/>
              </p14:nvContentPartPr>
              <p14:xfrm>
                <a:off x="4872325" y="446202"/>
                <a:ext cx="119160" cy="212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EE6E11-91ED-4F84-83C4-F59AB51411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54325" y="428202"/>
                  <a:ext cx="154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581C98F-EF1C-4151-AA79-22F7DCE8FFDB}"/>
                    </a:ext>
                  </a:extLst>
                </p14:cNvPr>
                <p14:cNvContentPartPr/>
                <p14:nvPr/>
              </p14:nvContentPartPr>
              <p14:xfrm>
                <a:off x="4854685" y="208962"/>
                <a:ext cx="650160" cy="42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581C98F-EF1C-4151-AA79-22F7DCE8FF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37045" y="190962"/>
                  <a:ext cx="6858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42AC9EA-CCBF-4A65-A53E-C20A1BE0EC48}"/>
                    </a:ext>
                  </a:extLst>
                </p14:cNvPr>
                <p14:cNvContentPartPr/>
                <p14:nvPr/>
              </p14:nvContentPartPr>
              <p14:xfrm>
                <a:off x="6064285" y="338202"/>
                <a:ext cx="651600" cy="573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42AC9EA-CCBF-4A65-A53E-C20A1BE0EC4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46645" y="320202"/>
                  <a:ext cx="68724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EF79CF-ECA1-47C8-9C8C-C65ECE766281}"/>
                    </a:ext>
                  </a:extLst>
                </p14:cNvPr>
                <p14:cNvContentPartPr/>
                <p14:nvPr/>
              </p14:nvContentPartPr>
              <p14:xfrm>
                <a:off x="7064005" y="359082"/>
                <a:ext cx="488160" cy="336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EF79CF-ECA1-47C8-9C8C-C65ECE76628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46005" y="341442"/>
                  <a:ext cx="5238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6CF8004-4E86-481D-9E67-D8BD1D974710}"/>
                    </a:ext>
                  </a:extLst>
                </p14:cNvPr>
                <p14:cNvContentPartPr/>
                <p14:nvPr/>
              </p14:nvContentPartPr>
              <p14:xfrm>
                <a:off x="7804525" y="318402"/>
                <a:ext cx="783720" cy="644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6CF8004-4E86-481D-9E67-D8BD1D97471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86885" y="300762"/>
                  <a:ext cx="81936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ACB910F-A936-4398-9BBD-57028434F9FD}"/>
                    </a:ext>
                  </a:extLst>
                </p14:cNvPr>
                <p14:cNvContentPartPr/>
                <p14:nvPr/>
              </p14:nvContentPartPr>
              <p14:xfrm>
                <a:off x="1331005" y="728802"/>
                <a:ext cx="7633440" cy="579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ACB910F-A936-4398-9BBD-57028434F9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13005" y="711162"/>
                  <a:ext cx="7669080" cy="61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CBCB293-4BF6-4CA4-9FD7-978519E3995D}"/>
                  </a:ext>
                </a:extLst>
              </p14:cNvPr>
              <p14:cNvContentPartPr/>
              <p14:nvPr/>
            </p14:nvContentPartPr>
            <p14:xfrm>
              <a:off x="-657995" y="2187882"/>
              <a:ext cx="36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CBCB293-4BF6-4CA4-9FD7-978519E3995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-675635" y="217024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DAF6306-5F8F-4F32-9EF3-800AD28B337D}"/>
              </a:ext>
            </a:extLst>
          </p:cNvPr>
          <p:cNvGrpSpPr/>
          <p:nvPr/>
        </p:nvGrpSpPr>
        <p:grpSpPr>
          <a:xfrm>
            <a:off x="260005" y="1242882"/>
            <a:ext cx="8506800" cy="5900319"/>
            <a:chOff x="260005" y="1242882"/>
            <a:chExt cx="8506800" cy="590031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153836-9A36-4B19-8665-401614453E8C}"/>
                    </a:ext>
                  </a:extLst>
                </p14:cNvPr>
                <p14:cNvContentPartPr/>
                <p14:nvPr/>
              </p14:nvContentPartPr>
              <p14:xfrm>
                <a:off x="260005" y="2028042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153836-9A36-4B19-8665-401614453E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2365" y="20104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1835092-C993-4A8F-9D04-5758082FBD6D}"/>
                    </a:ext>
                  </a:extLst>
                </p14:cNvPr>
                <p14:cNvContentPartPr/>
                <p14:nvPr/>
              </p14:nvContentPartPr>
              <p14:xfrm>
                <a:off x="352885" y="1889442"/>
                <a:ext cx="443520" cy="322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1835092-C993-4A8F-9D04-5758082FBD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4885" y="1871802"/>
                  <a:ext cx="4791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A6F2D1F-C14A-4535-9443-B3DCBA2B6A87}"/>
                    </a:ext>
                  </a:extLst>
                </p14:cNvPr>
                <p14:cNvContentPartPr/>
                <p14:nvPr/>
              </p14:nvContentPartPr>
              <p14:xfrm>
                <a:off x="1111405" y="1849842"/>
                <a:ext cx="240120" cy="296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A6F2D1F-C14A-4535-9443-B3DCBA2B6A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93405" y="1831842"/>
                  <a:ext cx="2757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1099ED-20C6-4F6A-A1CD-9290110FC82A}"/>
                    </a:ext>
                  </a:extLst>
                </p14:cNvPr>
                <p14:cNvContentPartPr/>
                <p14:nvPr/>
              </p14:nvContentPartPr>
              <p14:xfrm>
                <a:off x="1550965" y="1623762"/>
                <a:ext cx="327600" cy="442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1099ED-20C6-4F6A-A1CD-9290110FC8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33325" y="1606122"/>
                  <a:ext cx="36324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C87B2A-89A5-49C2-A6EF-7E7D6BF18851}"/>
                    </a:ext>
                  </a:extLst>
                </p14:cNvPr>
                <p14:cNvContentPartPr/>
                <p14:nvPr/>
              </p14:nvContentPartPr>
              <p14:xfrm>
                <a:off x="1527565" y="1886562"/>
                <a:ext cx="204840" cy="61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C87B2A-89A5-49C2-A6EF-7E7D6BF1885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09565" y="1868562"/>
                  <a:ext cx="2404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3F8C57D-CA5A-40DC-851F-32E5A6D7013D}"/>
                    </a:ext>
                  </a:extLst>
                </p14:cNvPr>
                <p14:cNvContentPartPr/>
                <p14:nvPr/>
              </p14:nvContentPartPr>
              <p14:xfrm>
                <a:off x="1996645" y="1704762"/>
                <a:ext cx="233280" cy="298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F8C57D-CA5A-40DC-851F-32E5A6D7013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978645" y="1686762"/>
                  <a:ext cx="2689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6C9112-8360-4F80-92E2-A896F43AA30A}"/>
                    </a:ext>
                  </a:extLst>
                </p14:cNvPr>
                <p14:cNvContentPartPr/>
                <p14:nvPr/>
              </p14:nvContentPartPr>
              <p14:xfrm>
                <a:off x="2239285" y="1675962"/>
                <a:ext cx="199080" cy="246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6C9112-8360-4F80-92E2-A896F43AA30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21645" y="1657962"/>
                  <a:ext cx="2347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A87F2C-386C-492E-A309-5EE13C427FE7}"/>
                    </a:ext>
                  </a:extLst>
                </p14:cNvPr>
                <p14:cNvContentPartPr/>
                <p14:nvPr/>
              </p14:nvContentPartPr>
              <p14:xfrm>
                <a:off x="2974045" y="1776762"/>
                <a:ext cx="234720" cy="172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A87F2C-386C-492E-A309-5EE13C427FE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956405" y="1758762"/>
                  <a:ext cx="270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F4484A4-9010-4D10-9805-E987E11EEDBC}"/>
                    </a:ext>
                  </a:extLst>
                </p14:cNvPr>
                <p14:cNvContentPartPr/>
                <p14:nvPr/>
              </p14:nvContentPartPr>
              <p14:xfrm>
                <a:off x="3551845" y="1496682"/>
                <a:ext cx="180720" cy="556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F4484A4-9010-4D10-9805-E987E11EEDB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534205" y="1479042"/>
                  <a:ext cx="21636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84A4059-8255-4CE7-AE03-8F230B05E46F}"/>
                    </a:ext>
                  </a:extLst>
                </p14:cNvPr>
                <p14:cNvContentPartPr/>
                <p14:nvPr/>
              </p14:nvContentPartPr>
              <p14:xfrm>
                <a:off x="3431605" y="1825362"/>
                <a:ext cx="389520" cy="70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84A4059-8255-4CE7-AE03-8F230B05E46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13965" y="1807362"/>
                  <a:ext cx="425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B9B114F-44DE-4DDB-8008-6652DE1C3AD6}"/>
                    </a:ext>
                  </a:extLst>
                </p14:cNvPr>
                <p14:cNvContentPartPr/>
                <p14:nvPr/>
              </p14:nvContentPartPr>
              <p14:xfrm>
                <a:off x="520645" y="2421162"/>
                <a:ext cx="453240" cy="502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B9B114F-44DE-4DDB-8008-6652DE1C3AD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03005" y="2403522"/>
                  <a:ext cx="48888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C8F3B48-A8EA-48BB-8192-8234819ADC9A}"/>
                    </a:ext>
                  </a:extLst>
                </p14:cNvPr>
                <p14:cNvContentPartPr/>
                <p14:nvPr/>
              </p14:nvContentPartPr>
              <p14:xfrm>
                <a:off x="1059205" y="2600442"/>
                <a:ext cx="569520" cy="263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C8F3B48-A8EA-48BB-8192-8234819ADC9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41565" y="2582442"/>
                  <a:ext cx="605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8CF6324-4A59-4D5F-85AD-9C1E3A85D1CB}"/>
                    </a:ext>
                  </a:extLst>
                </p14:cNvPr>
                <p14:cNvContentPartPr/>
                <p14:nvPr/>
              </p14:nvContentPartPr>
              <p14:xfrm>
                <a:off x="1904125" y="2571642"/>
                <a:ext cx="271800" cy="277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8CF6324-4A59-4D5F-85AD-9C1E3A85D1C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886485" y="2553642"/>
                  <a:ext cx="307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1DED10-38B2-4DBB-8A47-07C918472C6B}"/>
                    </a:ext>
                  </a:extLst>
                </p14:cNvPr>
                <p14:cNvContentPartPr/>
                <p14:nvPr/>
              </p14:nvContentPartPr>
              <p14:xfrm>
                <a:off x="2332165" y="2311722"/>
                <a:ext cx="163800" cy="49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1DED10-38B2-4DBB-8A47-07C918472C6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14165" y="2293722"/>
                  <a:ext cx="19944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C883B76-2BBE-4E11-9F11-F118A5946E29}"/>
                    </a:ext>
                  </a:extLst>
                </p14:cNvPr>
                <p14:cNvContentPartPr/>
                <p14:nvPr/>
              </p14:nvContentPartPr>
              <p14:xfrm>
                <a:off x="2499565" y="2207322"/>
                <a:ext cx="176040" cy="542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C883B76-2BBE-4E11-9F11-F118A5946E2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81925" y="2189682"/>
                  <a:ext cx="21168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DF1F269-8D19-4AF7-9633-E91F8E68252A}"/>
                    </a:ext>
                  </a:extLst>
                </p14:cNvPr>
                <p14:cNvContentPartPr/>
                <p14:nvPr/>
              </p14:nvContentPartPr>
              <p14:xfrm>
                <a:off x="2933725" y="2430882"/>
                <a:ext cx="208440" cy="34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DF1F269-8D19-4AF7-9633-E91F8E68252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16085" y="2412882"/>
                  <a:ext cx="244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B16F7DF-1F59-4705-95CD-39DC24E9883F}"/>
                    </a:ext>
                  </a:extLst>
                </p14:cNvPr>
                <p14:cNvContentPartPr/>
                <p14:nvPr/>
              </p14:nvContentPartPr>
              <p14:xfrm>
                <a:off x="3357805" y="2329002"/>
                <a:ext cx="159120" cy="427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B16F7DF-1F59-4705-95CD-39DC24E9883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340165" y="2311002"/>
                  <a:ext cx="1947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BD9F38-D169-452C-B0EF-05F840E89369}"/>
                    </a:ext>
                  </a:extLst>
                </p14:cNvPr>
                <p14:cNvContentPartPr/>
                <p14:nvPr/>
              </p14:nvContentPartPr>
              <p14:xfrm>
                <a:off x="3604765" y="2248002"/>
                <a:ext cx="361440" cy="455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BD9F38-D169-452C-B0EF-05F840E8936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87125" y="2230362"/>
                  <a:ext cx="3970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C27EE4A-27B1-45DF-A067-F37A15C63854}"/>
                    </a:ext>
                  </a:extLst>
                </p14:cNvPr>
                <p14:cNvContentPartPr/>
                <p14:nvPr/>
              </p14:nvContentPartPr>
              <p14:xfrm>
                <a:off x="3453565" y="2403882"/>
                <a:ext cx="596880" cy="216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C27EE4A-27B1-45DF-A067-F37A15C638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435925" y="2385882"/>
                  <a:ext cx="6325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BA9731-BB46-470E-AB11-6FA0D97853A6}"/>
                    </a:ext>
                  </a:extLst>
                </p14:cNvPr>
                <p14:cNvContentPartPr/>
                <p14:nvPr/>
              </p14:nvContentPartPr>
              <p14:xfrm>
                <a:off x="4600525" y="1364562"/>
                <a:ext cx="471600" cy="727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BA9731-BB46-470E-AB11-6FA0D97853A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582525" y="1346562"/>
                  <a:ext cx="50724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4F997D-A389-48EB-8579-23BD1AE6A949}"/>
                    </a:ext>
                  </a:extLst>
                </p14:cNvPr>
                <p14:cNvContentPartPr/>
                <p14:nvPr/>
              </p14:nvContentPartPr>
              <p14:xfrm>
                <a:off x="5317285" y="1532682"/>
                <a:ext cx="721440" cy="343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4F997D-A389-48EB-8579-23BD1AE6A94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99645" y="1515042"/>
                  <a:ext cx="75708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0711BB0-1F33-4ACB-9AC6-76982014DE5F}"/>
                    </a:ext>
                  </a:extLst>
                </p14:cNvPr>
                <p14:cNvContentPartPr/>
                <p14:nvPr/>
              </p14:nvContentPartPr>
              <p14:xfrm>
                <a:off x="6199285" y="1462842"/>
                <a:ext cx="516240" cy="497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0711BB0-1F33-4ACB-9AC6-76982014DE5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181645" y="1444842"/>
                  <a:ext cx="55188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5250611-F605-42AE-ACAA-D4EF8E683EB5}"/>
                    </a:ext>
                  </a:extLst>
                </p14:cNvPr>
                <p14:cNvContentPartPr/>
                <p14:nvPr/>
              </p14:nvContentPartPr>
              <p14:xfrm>
                <a:off x="6952045" y="1502802"/>
                <a:ext cx="141120" cy="345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5250611-F605-42AE-ACAA-D4EF8E683EB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34045" y="1485162"/>
                  <a:ext cx="1767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11842B1-0125-47E3-9FE0-4BF215666343}"/>
                    </a:ext>
                  </a:extLst>
                </p14:cNvPr>
                <p14:cNvContentPartPr/>
                <p14:nvPr/>
              </p14:nvContentPartPr>
              <p14:xfrm>
                <a:off x="7157965" y="1329642"/>
                <a:ext cx="251640" cy="529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11842B1-0125-47E3-9FE0-4BF21566634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140325" y="1312002"/>
                  <a:ext cx="2872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8D96F3E-42AA-42DE-B999-29235C365CCA}"/>
                    </a:ext>
                  </a:extLst>
                </p14:cNvPr>
                <p14:cNvContentPartPr/>
                <p14:nvPr/>
              </p14:nvContentPartPr>
              <p14:xfrm>
                <a:off x="7100365" y="1636722"/>
                <a:ext cx="381240" cy="39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8D96F3E-42AA-42DE-B999-29235C365CC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082725" y="1619082"/>
                  <a:ext cx="416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A8D4A92-2BBB-49E8-9F10-9CA110846727}"/>
                    </a:ext>
                  </a:extLst>
                </p14:cNvPr>
                <p14:cNvContentPartPr/>
                <p14:nvPr/>
              </p14:nvContentPartPr>
              <p14:xfrm>
                <a:off x="7887325" y="1461762"/>
                <a:ext cx="573480" cy="191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A8D4A92-2BBB-49E8-9F10-9CA11084672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869685" y="1443762"/>
                  <a:ext cx="609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D56D71-996E-4472-AE87-98046D19FA95}"/>
                    </a:ext>
                  </a:extLst>
                </p14:cNvPr>
                <p14:cNvContentPartPr/>
                <p14:nvPr/>
              </p14:nvContentPartPr>
              <p14:xfrm>
                <a:off x="8222845" y="1242882"/>
                <a:ext cx="543960" cy="564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D56D71-996E-4472-AE87-98046D19FA9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05205" y="1224882"/>
                  <a:ext cx="57960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E5769EC-E475-4107-909A-E5B7D2AA7336}"/>
                    </a:ext>
                  </a:extLst>
                </p14:cNvPr>
                <p14:cNvContentPartPr/>
                <p14:nvPr/>
              </p14:nvContentPartPr>
              <p14:xfrm>
                <a:off x="5086165" y="2368962"/>
                <a:ext cx="297000" cy="295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E5769EC-E475-4107-909A-E5B7D2AA733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068525" y="2351322"/>
                  <a:ext cx="332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32707F0-1A3A-4BA8-9220-2D7591293E58}"/>
                    </a:ext>
                  </a:extLst>
                </p14:cNvPr>
                <p14:cNvContentPartPr/>
                <p14:nvPr/>
              </p14:nvContentPartPr>
              <p14:xfrm>
                <a:off x="5572525" y="2484882"/>
                <a:ext cx="538920" cy="180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32707F0-1A3A-4BA8-9220-2D7591293E5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554885" y="2466882"/>
                  <a:ext cx="574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739FA3-579D-4E51-8DDD-1E3CE7FE1EC7}"/>
                    </a:ext>
                  </a:extLst>
                </p14:cNvPr>
                <p14:cNvContentPartPr/>
                <p14:nvPr/>
              </p14:nvContentPartPr>
              <p14:xfrm>
                <a:off x="6232045" y="2299482"/>
                <a:ext cx="352080" cy="574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5739FA3-579D-4E51-8DDD-1E3CE7FE1EC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14405" y="2281842"/>
                  <a:ext cx="38772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55ED9CB-2B9E-4BF7-8910-1D77DD95FDB8}"/>
                    </a:ext>
                  </a:extLst>
                </p14:cNvPr>
                <p14:cNvContentPartPr/>
                <p14:nvPr/>
              </p14:nvContentPartPr>
              <p14:xfrm>
                <a:off x="6990205" y="2461842"/>
                <a:ext cx="157320" cy="240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55ED9CB-2B9E-4BF7-8910-1D77DD95FDB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72565" y="2444202"/>
                  <a:ext cx="1929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2DA6A47-E768-442F-98E5-42342A31C406}"/>
                    </a:ext>
                  </a:extLst>
                </p14:cNvPr>
                <p14:cNvContentPartPr/>
                <p14:nvPr/>
              </p14:nvContentPartPr>
              <p14:xfrm>
                <a:off x="6897685" y="2346282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2DA6A47-E768-442F-98E5-42342A31C40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80045" y="23286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9C6F667-08BC-4E70-8D91-CF878D8D0A6A}"/>
                    </a:ext>
                  </a:extLst>
                </p14:cNvPr>
                <p14:cNvContentPartPr/>
                <p14:nvPr/>
              </p14:nvContentPartPr>
              <p14:xfrm>
                <a:off x="6752965" y="2242242"/>
                <a:ext cx="243000" cy="579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9C6F667-08BC-4E70-8D91-CF878D8D0A6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34965" y="2224242"/>
                  <a:ext cx="27864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B3BC246-D7B2-49A4-A572-DED08092BDF0}"/>
                    </a:ext>
                  </a:extLst>
                </p14:cNvPr>
                <p14:cNvContentPartPr/>
                <p14:nvPr/>
              </p14:nvContentPartPr>
              <p14:xfrm>
                <a:off x="7290805" y="2457882"/>
                <a:ext cx="273600" cy="114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B3BC246-D7B2-49A4-A572-DED08092BDF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73165" y="2439882"/>
                  <a:ext cx="309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245CC50-605F-4627-868B-99DDB8915BA4}"/>
                    </a:ext>
                  </a:extLst>
                </p14:cNvPr>
                <p14:cNvContentPartPr/>
                <p14:nvPr/>
              </p14:nvContentPartPr>
              <p14:xfrm>
                <a:off x="7319605" y="2248002"/>
                <a:ext cx="406080" cy="459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245CC50-605F-4627-868B-99DDB8915BA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01965" y="2230362"/>
                  <a:ext cx="44172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CF9D7A6-DE3C-4554-9459-0E54B5CC715B}"/>
                    </a:ext>
                  </a:extLst>
                </p14:cNvPr>
                <p14:cNvContentPartPr/>
                <p14:nvPr/>
              </p14:nvContentPartPr>
              <p14:xfrm>
                <a:off x="8119525" y="1994202"/>
                <a:ext cx="495360" cy="628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CF9D7A6-DE3C-4554-9459-0E54B5CC715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01525" y="1976202"/>
                  <a:ext cx="53100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6560DB8-715F-47FA-ABFF-C9547FF54A03}"/>
                    </a:ext>
                  </a:extLst>
                </p14:cNvPr>
                <p14:cNvContentPartPr/>
                <p14:nvPr/>
              </p14:nvContentPartPr>
              <p14:xfrm>
                <a:off x="7626325" y="2258082"/>
                <a:ext cx="434160" cy="255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6560DB8-715F-47FA-ABFF-C9547FF54A0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08685" y="2240082"/>
                  <a:ext cx="469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68248C2-93A4-4FC9-9BCA-BB9CEBB00146}"/>
                    </a:ext>
                  </a:extLst>
                </p14:cNvPr>
                <p14:cNvContentPartPr/>
                <p14:nvPr/>
              </p14:nvContentPartPr>
              <p14:xfrm>
                <a:off x="8564485" y="2577042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68248C2-93A4-4FC9-9BCA-BB9CEBB001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46485" y="25590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24C8F71-9304-47BF-BE3F-6FC920C6DBCD}"/>
                    </a:ext>
                  </a:extLst>
                </p14:cNvPr>
                <p14:cNvContentPartPr/>
                <p14:nvPr/>
              </p14:nvContentPartPr>
              <p14:xfrm>
                <a:off x="465205" y="3580362"/>
                <a:ext cx="232920" cy="385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24C8F71-9304-47BF-BE3F-6FC920C6DBC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47205" y="3562362"/>
                  <a:ext cx="2685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B03A7A7-FC5F-4596-8088-92D9D7B8AE4F}"/>
                    </a:ext>
                  </a:extLst>
                </p14:cNvPr>
                <p14:cNvContentPartPr/>
                <p14:nvPr/>
              </p14:nvContentPartPr>
              <p14:xfrm>
                <a:off x="814405" y="3464802"/>
                <a:ext cx="337320" cy="327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B03A7A7-FC5F-4596-8088-92D9D7B8AE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6405" y="3446802"/>
                  <a:ext cx="3729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0B47E7-32A8-4086-8300-BBE279883609}"/>
                    </a:ext>
                  </a:extLst>
                </p14:cNvPr>
                <p14:cNvContentPartPr/>
                <p14:nvPr/>
              </p14:nvContentPartPr>
              <p14:xfrm>
                <a:off x="1277365" y="3472722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50B47E7-32A8-4086-8300-BBE27988360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59365" y="34547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C6DBDC7-783D-4CD2-8799-2D3C8A8E9B99}"/>
                    </a:ext>
                  </a:extLst>
                </p14:cNvPr>
                <p14:cNvContentPartPr/>
                <p14:nvPr/>
              </p14:nvContentPartPr>
              <p14:xfrm>
                <a:off x="1451965" y="3801402"/>
                <a:ext cx="192960" cy="343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C6DBDC7-783D-4CD2-8799-2D3C8A8E9B9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34325" y="3783762"/>
                  <a:ext cx="2286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9A8759B-AC57-473B-B45A-9C6ECD621385}"/>
                    </a:ext>
                  </a:extLst>
                </p14:cNvPr>
                <p14:cNvContentPartPr/>
                <p14:nvPr/>
              </p14:nvContentPartPr>
              <p14:xfrm>
                <a:off x="1994485" y="3544362"/>
                <a:ext cx="457560" cy="440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9A8759B-AC57-473B-B45A-9C6ECD6213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76845" y="3526722"/>
                  <a:ext cx="49320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DF1AFA4-0EF6-4EEB-8DF0-A28E67AE3AAA}"/>
                    </a:ext>
                  </a:extLst>
                </p14:cNvPr>
                <p14:cNvContentPartPr/>
                <p14:nvPr/>
              </p14:nvContentPartPr>
              <p14:xfrm>
                <a:off x="2162245" y="3582162"/>
                <a:ext cx="177120" cy="415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DF1AFA4-0EF6-4EEB-8DF0-A28E67AE3AA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44605" y="3564522"/>
                  <a:ext cx="2127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19CA8E1-513A-4BFA-BE2B-AF83D12F2AB3}"/>
                    </a:ext>
                  </a:extLst>
                </p14:cNvPr>
                <p14:cNvContentPartPr/>
                <p14:nvPr/>
              </p14:nvContentPartPr>
              <p14:xfrm>
                <a:off x="2567605" y="3680442"/>
                <a:ext cx="36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19CA8E1-513A-4BFA-BE2B-AF83D12F2A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49605" y="36628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CED5D24-DA3B-4342-B84F-B84DD5C1DA25}"/>
                    </a:ext>
                  </a:extLst>
                </p14:cNvPr>
                <p14:cNvContentPartPr/>
                <p14:nvPr/>
              </p14:nvContentPartPr>
              <p14:xfrm>
                <a:off x="2688925" y="3482082"/>
                <a:ext cx="483120" cy="492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CED5D24-DA3B-4342-B84F-B84DD5C1DA2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671285" y="3464082"/>
                  <a:ext cx="51876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4C5F902-77A3-48FB-AC65-BCC8C6FFC40F}"/>
                    </a:ext>
                  </a:extLst>
                </p14:cNvPr>
                <p14:cNvContentPartPr/>
                <p14:nvPr/>
              </p14:nvContentPartPr>
              <p14:xfrm>
                <a:off x="3319645" y="3540762"/>
                <a:ext cx="831600" cy="345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4C5F902-77A3-48FB-AC65-BCC8C6FFC40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302005" y="3523122"/>
                  <a:ext cx="8672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B45C656-6417-4F68-A0A6-F54EBD3FAF65}"/>
                    </a:ext>
                  </a:extLst>
                </p14:cNvPr>
                <p14:cNvContentPartPr/>
                <p14:nvPr/>
              </p14:nvContentPartPr>
              <p14:xfrm>
                <a:off x="4759645" y="3122082"/>
                <a:ext cx="384480" cy="453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B45C656-6417-4F68-A0A6-F54EBD3FAF6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742005" y="3104082"/>
                  <a:ext cx="4201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DCA2A7B-1A76-4871-A22C-16A323DA9378}"/>
                    </a:ext>
                  </a:extLst>
                </p14:cNvPr>
                <p14:cNvContentPartPr/>
                <p14:nvPr/>
              </p14:nvContentPartPr>
              <p14:xfrm>
                <a:off x="4280485" y="3191562"/>
                <a:ext cx="318240" cy="404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DCA2A7B-1A76-4871-A22C-16A323DA937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262485" y="3173562"/>
                  <a:ext cx="3538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6855F6-F9EE-4546-BD2E-64CEEAC94F3B}"/>
                    </a:ext>
                  </a:extLst>
                </p14:cNvPr>
                <p14:cNvContentPartPr/>
                <p14:nvPr/>
              </p14:nvContentPartPr>
              <p14:xfrm>
                <a:off x="4228285" y="3690162"/>
                <a:ext cx="1338840" cy="239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6855F6-F9EE-4546-BD2E-64CEEAC94F3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210285" y="3672522"/>
                  <a:ext cx="13744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6593CE5-4BE1-4654-BF5F-1FC1B3D5F03C}"/>
                    </a:ext>
                  </a:extLst>
                </p14:cNvPr>
                <p14:cNvContentPartPr/>
                <p14:nvPr/>
              </p14:nvContentPartPr>
              <p14:xfrm>
                <a:off x="4760725" y="4016682"/>
                <a:ext cx="361080" cy="417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6593CE5-4BE1-4654-BF5F-1FC1B3D5F03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43085" y="3998682"/>
                  <a:ext cx="3967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BD03D0-4BFA-41E1-9969-8F555329372C}"/>
                    </a:ext>
                  </a:extLst>
                </p14:cNvPr>
                <p14:cNvContentPartPr/>
                <p14:nvPr/>
              </p14:nvContentPartPr>
              <p14:xfrm>
                <a:off x="4484965" y="4321602"/>
                <a:ext cx="1086120" cy="300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BD03D0-4BFA-41E1-9969-8F555329372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67325" y="4303602"/>
                  <a:ext cx="11217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A85E5C2-56CD-4D15-BB54-9BD6EDAF2136}"/>
                    </a:ext>
                  </a:extLst>
                </p14:cNvPr>
                <p14:cNvContentPartPr/>
                <p14:nvPr/>
              </p14:nvContentPartPr>
              <p14:xfrm>
                <a:off x="5013805" y="4593762"/>
                <a:ext cx="538920" cy="475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A85E5C2-56CD-4D15-BB54-9BD6EDAF213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995805" y="4576122"/>
                  <a:ext cx="5745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19274E-23B9-4FA4-9F60-AE8F3F50ECE9}"/>
                    </a:ext>
                  </a:extLst>
                </p14:cNvPr>
                <p14:cNvContentPartPr/>
                <p14:nvPr/>
              </p14:nvContentPartPr>
              <p14:xfrm>
                <a:off x="5414485" y="3894282"/>
                <a:ext cx="475920" cy="1136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19274E-23B9-4FA4-9F60-AE8F3F50ECE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396485" y="3876642"/>
                  <a:ext cx="511560" cy="11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5BC3ABB-9169-422A-B50B-CBB7F585CEBB}"/>
                    </a:ext>
                  </a:extLst>
                </p14:cNvPr>
                <p14:cNvContentPartPr/>
                <p14:nvPr/>
              </p14:nvContentPartPr>
              <p14:xfrm>
                <a:off x="4352845" y="4015242"/>
                <a:ext cx="551520" cy="1278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5BC3ABB-9169-422A-B50B-CBB7F585CEB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35205" y="3997602"/>
                  <a:ext cx="587160" cy="13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457B716-FB9E-4F9C-A4C8-9A6DABE0AB3B}"/>
                    </a:ext>
                  </a:extLst>
                </p14:cNvPr>
                <p14:cNvContentPartPr/>
                <p14:nvPr/>
              </p14:nvContentPartPr>
              <p14:xfrm>
                <a:off x="5958445" y="3806802"/>
                <a:ext cx="572040" cy="338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457B716-FB9E-4F9C-A4C8-9A6DABE0AB3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940805" y="3789162"/>
                  <a:ext cx="6076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214A0A6-F459-4935-869A-1DC328ABF951}"/>
                    </a:ext>
                  </a:extLst>
                </p14:cNvPr>
                <p14:cNvContentPartPr/>
                <p14:nvPr/>
              </p14:nvContentPartPr>
              <p14:xfrm>
                <a:off x="4614925" y="4009842"/>
                <a:ext cx="545760" cy="599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214A0A6-F459-4935-869A-1DC328ABF95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596925" y="3992202"/>
                  <a:ext cx="58140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896EDDF-50C7-4277-AC3A-B9918CB51152}"/>
                    </a:ext>
                  </a:extLst>
                </p14:cNvPr>
                <p14:cNvContentPartPr/>
                <p14:nvPr/>
              </p14:nvContentPartPr>
              <p14:xfrm>
                <a:off x="4686205" y="3212442"/>
                <a:ext cx="445320" cy="462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896EDDF-50C7-4277-AC3A-B9918CB5115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68565" y="3194802"/>
                  <a:ext cx="4809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84198EF-A32E-4CF7-AA82-8C5F84CB56C7}"/>
                    </a:ext>
                  </a:extLst>
                </p14:cNvPr>
                <p14:cNvContentPartPr/>
                <p14:nvPr/>
              </p14:nvContentPartPr>
              <p14:xfrm>
                <a:off x="6881125" y="3420522"/>
                <a:ext cx="594360" cy="595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84198EF-A32E-4CF7-AA82-8C5F84CB56C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863485" y="3402522"/>
                  <a:ext cx="63000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B61B320-10FA-4BEE-A046-8043DE890178}"/>
                    </a:ext>
                  </a:extLst>
                </p14:cNvPr>
                <p14:cNvContentPartPr/>
                <p14:nvPr/>
              </p14:nvContentPartPr>
              <p14:xfrm>
                <a:off x="7109725" y="3703842"/>
                <a:ext cx="267840" cy="631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B61B320-10FA-4BEE-A046-8043DE89017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092085" y="3686202"/>
                  <a:ext cx="30348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7D60D1B-AD1B-49B4-A91C-092B71B22380}"/>
                    </a:ext>
                  </a:extLst>
                </p14:cNvPr>
                <p14:cNvContentPartPr/>
                <p14:nvPr/>
              </p14:nvContentPartPr>
              <p14:xfrm>
                <a:off x="2208685" y="4286682"/>
                <a:ext cx="1600200" cy="1944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7D60D1B-AD1B-49B4-A91C-092B71B2238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190685" y="4269042"/>
                  <a:ext cx="1635840" cy="19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F96CDAA-D2F9-4251-B87E-F8916C5AE39F}"/>
                    </a:ext>
                  </a:extLst>
                </p14:cNvPr>
                <p14:cNvContentPartPr/>
                <p14:nvPr/>
              </p14:nvContentPartPr>
              <p14:xfrm>
                <a:off x="3903925" y="5274522"/>
                <a:ext cx="304560" cy="729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F96CDAA-D2F9-4251-B87E-F8916C5AE39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886285" y="5256882"/>
                  <a:ext cx="34020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0818CB4-EFCC-4383-95ED-8CB91BA3B4D2}"/>
                    </a:ext>
                  </a:extLst>
                </p14:cNvPr>
                <p14:cNvContentPartPr/>
                <p14:nvPr/>
              </p14:nvContentPartPr>
              <p14:xfrm>
                <a:off x="4430605" y="5477202"/>
                <a:ext cx="548640" cy="509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0818CB4-EFCC-4383-95ED-8CB91BA3B4D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412965" y="5459202"/>
                  <a:ext cx="58428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31C30D6-9CD1-47EE-B66B-35AB49081BED}"/>
                    </a:ext>
                  </a:extLst>
                </p14:cNvPr>
                <p14:cNvContentPartPr/>
                <p14:nvPr/>
              </p14:nvContentPartPr>
              <p14:xfrm>
                <a:off x="4922725" y="5182362"/>
                <a:ext cx="325440" cy="931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31C30D6-9CD1-47EE-B66B-35AB49081BE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904725" y="5164722"/>
                  <a:ext cx="36108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EA2789B-9BA3-416C-BBD0-33112CEFB26B}"/>
                    </a:ext>
                  </a:extLst>
                </p14:cNvPr>
                <p14:cNvContentPartPr/>
                <p14:nvPr/>
              </p14:nvContentPartPr>
              <p14:xfrm>
                <a:off x="3750565" y="5222322"/>
                <a:ext cx="467640" cy="984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EA2789B-9BA3-416C-BBD0-33112CEFB26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732925" y="5204682"/>
                  <a:ext cx="503280" cy="10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B3DD42C-EE33-4FDE-B629-7E14614EBC70}"/>
                    </a:ext>
                  </a:extLst>
                </p14:cNvPr>
                <p14:cNvContentPartPr/>
                <p14:nvPr/>
              </p14:nvContentPartPr>
              <p14:xfrm>
                <a:off x="1410205" y="6082722"/>
                <a:ext cx="1196280" cy="321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B3DD42C-EE33-4FDE-B629-7E14614EBC7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392205" y="6064722"/>
                  <a:ext cx="12319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C1C3F6-2FA3-43C7-B99F-0C7A8F65DFF7}"/>
                    </a:ext>
                  </a:extLst>
                </p14:cNvPr>
                <p14:cNvContentPartPr/>
                <p14:nvPr/>
              </p14:nvContentPartPr>
              <p14:xfrm>
                <a:off x="3042085" y="6162642"/>
                <a:ext cx="1096200" cy="510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C1C3F6-2FA3-43C7-B99F-0C7A8F65DFF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024085" y="6144642"/>
                  <a:ext cx="113184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4A33C41-145B-44FC-BE88-0272776708D4}"/>
                    </a:ext>
                  </a:extLst>
                </p14:cNvPr>
                <p14:cNvContentPartPr/>
                <p14:nvPr/>
              </p14:nvContentPartPr>
              <p14:xfrm>
                <a:off x="4388125" y="6510762"/>
                <a:ext cx="2880" cy="6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4A33C41-145B-44FC-BE88-0272776708D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370125" y="6492762"/>
                  <a:ext cx="38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A1185E2-9D3B-4D58-8E53-E574E7BBBE40}"/>
                    </a:ext>
                  </a:extLst>
                </p14:cNvPr>
                <p14:cNvContentPartPr/>
                <p14:nvPr/>
              </p14:nvContentPartPr>
              <p14:xfrm>
                <a:off x="4643005" y="6165522"/>
                <a:ext cx="725040" cy="547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A1185E2-9D3B-4D58-8E53-E574E7BBBE4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625365" y="6147522"/>
                  <a:ext cx="76068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3F71819-8BE0-4A00-8C86-1C946E561E51}"/>
                    </a:ext>
                  </a:extLst>
                </p14:cNvPr>
                <p14:cNvContentPartPr/>
                <p14:nvPr/>
              </p14:nvContentPartPr>
              <p14:xfrm>
                <a:off x="5534725" y="6112242"/>
                <a:ext cx="593280" cy="866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3F71819-8BE0-4A00-8C86-1C946E561E5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517085" y="6094242"/>
                  <a:ext cx="628920" cy="90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D20E6F8-F272-49BB-A995-9BFF6DFAEDC1}"/>
                    </a:ext>
                  </a:extLst>
                </p14:cNvPr>
                <p14:cNvContentPartPr/>
                <p14:nvPr/>
              </p14:nvContentPartPr>
              <p14:xfrm>
                <a:off x="7011805" y="5713641"/>
                <a:ext cx="360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D20E6F8-F272-49BB-A995-9BFF6DFAED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94165" y="56960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66486EE-1DD8-4F76-B424-CBB72BF3790B}"/>
                    </a:ext>
                  </a:extLst>
                </p14:cNvPr>
                <p14:cNvContentPartPr/>
                <p14:nvPr/>
              </p14:nvContentPartPr>
              <p14:xfrm>
                <a:off x="6605365" y="5320881"/>
                <a:ext cx="439920" cy="645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66486EE-1DD8-4F76-B424-CBB72BF3790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87725" y="5302881"/>
                  <a:ext cx="47556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DD3D1CC-0761-4715-B544-D00B0E2E3FD4}"/>
                    </a:ext>
                  </a:extLst>
                </p14:cNvPr>
                <p14:cNvContentPartPr/>
                <p14:nvPr/>
              </p14:nvContentPartPr>
              <p14:xfrm>
                <a:off x="7191085" y="5633001"/>
                <a:ext cx="360" cy="3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DD3D1CC-0761-4715-B544-D00B0E2E3F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73085" y="5615001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7AB24A5-2D3D-467B-87DD-6D463577A6B7}"/>
                    </a:ext>
                  </a:extLst>
                </p14:cNvPr>
                <p14:cNvContentPartPr/>
                <p14:nvPr/>
              </p14:nvContentPartPr>
              <p14:xfrm>
                <a:off x="7399525" y="5372361"/>
                <a:ext cx="436680" cy="502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7AB24A5-2D3D-467B-87DD-6D463577A6B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81885" y="5354721"/>
                  <a:ext cx="4723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680720E-A06D-4627-A4F4-F7AC02289C02}"/>
                    </a:ext>
                  </a:extLst>
                </p14:cNvPr>
                <p14:cNvContentPartPr/>
                <p14:nvPr/>
              </p14:nvContentPartPr>
              <p14:xfrm>
                <a:off x="7451365" y="5520681"/>
                <a:ext cx="435600" cy="199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680720E-A06D-4627-A4F4-F7AC02289C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33365" y="5502681"/>
                  <a:ext cx="471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C2A67EE-B344-420B-9D4F-018CD6A392C0}"/>
                    </a:ext>
                  </a:extLst>
                </p14:cNvPr>
                <p14:cNvContentPartPr/>
                <p14:nvPr/>
              </p14:nvContentPartPr>
              <p14:xfrm>
                <a:off x="6439045" y="5945121"/>
                <a:ext cx="1684080" cy="201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C2A67EE-B344-420B-9D4F-018CD6A392C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21045" y="5927481"/>
                  <a:ext cx="1719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807B472-6163-4A35-BF9A-E156A9F54981}"/>
                    </a:ext>
                  </a:extLst>
                </p14:cNvPr>
                <p14:cNvContentPartPr/>
                <p14:nvPr/>
              </p14:nvContentPartPr>
              <p14:xfrm>
                <a:off x="6681685" y="6293961"/>
                <a:ext cx="315360" cy="409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807B472-6163-4A35-BF9A-E156A9F549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64045" y="6276321"/>
                  <a:ext cx="3510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C13143-AE52-453E-8614-B79978E34128}"/>
                    </a:ext>
                  </a:extLst>
                </p14:cNvPr>
                <p14:cNvContentPartPr/>
                <p14:nvPr/>
              </p14:nvContentPartPr>
              <p14:xfrm>
                <a:off x="7127365" y="6435801"/>
                <a:ext cx="360" cy="10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C13143-AE52-453E-8614-B79978E3412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09365" y="6417801"/>
                  <a:ext cx="36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65A1700-0D52-4C53-8EE1-142C70BC594A}"/>
                    </a:ext>
                  </a:extLst>
                </p14:cNvPr>
                <p14:cNvContentPartPr/>
                <p14:nvPr/>
              </p14:nvContentPartPr>
              <p14:xfrm>
                <a:off x="7347325" y="6256521"/>
                <a:ext cx="424800" cy="406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65A1700-0D52-4C53-8EE1-142C70BC594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29685" y="6238521"/>
                  <a:ext cx="4604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76EFFBF-8905-4E03-80FF-C57BFACC5720}"/>
                    </a:ext>
                  </a:extLst>
                </p14:cNvPr>
                <p14:cNvContentPartPr/>
                <p14:nvPr/>
              </p14:nvContentPartPr>
              <p14:xfrm>
                <a:off x="7353445" y="6394761"/>
                <a:ext cx="519120" cy="116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76EFFBF-8905-4E03-80FF-C57BFACC57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35445" y="6376761"/>
                  <a:ext cx="554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12CC6A-0F8C-4E29-8E3C-14CC9ACCB172}"/>
                    </a:ext>
                  </a:extLst>
                </p14:cNvPr>
                <p14:cNvContentPartPr/>
                <p14:nvPr/>
              </p14:nvContentPartPr>
              <p14:xfrm>
                <a:off x="6039445" y="5204961"/>
                <a:ext cx="904320" cy="1938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12CC6A-0F8C-4E29-8E3C-14CC9ACCB17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021805" y="5187321"/>
                  <a:ext cx="939960" cy="19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93730CC-D975-4F7C-AFA9-4B52967B8F07}"/>
                    </a:ext>
                  </a:extLst>
                </p14:cNvPr>
                <p14:cNvContentPartPr/>
                <p14:nvPr/>
              </p14:nvContentPartPr>
              <p14:xfrm>
                <a:off x="7804165" y="5026761"/>
                <a:ext cx="636840" cy="1916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93730CC-D975-4F7C-AFA9-4B52967B8F0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86525" y="5008761"/>
                  <a:ext cx="672480" cy="19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485BAC3-3D96-448A-AD26-95191C4D0828}"/>
              </a:ext>
            </a:extLst>
          </p:cNvPr>
          <p:cNvGrpSpPr/>
          <p:nvPr/>
        </p:nvGrpSpPr>
        <p:grpSpPr>
          <a:xfrm>
            <a:off x="356845" y="5154561"/>
            <a:ext cx="1944000" cy="897120"/>
            <a:chOff x="356845" y="5154561"/>
            <a:chExt cx="1944000" cy="89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9D78492-67CA-47B0-81BC-6515E09983D1}"/>
                    </a:ext>
                  </a:extLst>
                </p14:cNvPr>
                <p14:cNvContentPartPr/>
                <p14:nvPr/>
              </p14:nvContentPartPr>
              <p14:xfrm>
                <a:off x="646645" y="5447601"/>
                <a:ext cx="256320" cy="603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9D78492-67CA-47B0-81BC-6515E09983D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9005" y="5429961"/>
                  <a:ext cx="29196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9DBAAD1-2EE4-446B-9A7B-20C38F511DD5}"/>
                    </a:ext>
                  </a:extLst>
                </p14:cNvPr>
                <p14:cNvContentPartPr/>
                <p14:nvPr/>
              </p14:nvContentPartPr>
              <p14:xfrm>
                <a:off x="356845" y="5498721"/>
                <a:ext cx="635040" cy="552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9DBAAD1-2EE4-446B-9A7B-20C38F511DD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8845" y="5480721"/>
                  <a:ext cx="67068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1B7FB5-E710-4D66-B0A2-7B3AC8D1353F}"/>
                    </a:ext>
                  </a:extLst>
                </p14:cNvPr>
                <p14:cNvContentPartPr/>
                <p14:nvPr/>
              </p14:nvContentPartPr>
              <p14:xfrm>
                <a:off x="1138405" y="5621481"/>
                <a:ext cx="36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1B7FB5-E710-4D66-B0A2-7B3AC8D135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0765" y="56038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5513827-6352-48AE-B8FE-021976CEC366}"/>
                    </a:ext>
                  </a:extLst>
                </p14:cNvPr>
                <p14:cNvContentPartPr/>
                <p14:nvPr/>
              </p14:nvContentPartPr>
              <p14:xfrm>
                <a:off x="1312285" y="5154561"/>
                <a:ext cx="988560" cy="621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5513827-6352-48AE-B8FE-021976CEC36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294285" y="5136921"/>
                  <a:ext cx="1024200" cy="65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822125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7997D3E-92EB-431A-89D0-F622BE18C523}"/>
                  </a:ext>
                </a:extLst>
              </p14:cNvPr>
              <p14:cNvContentPartPr/>
              <p14:nvPr/>
            </p14:nvContentPartPr>
            <p14:xfrm>
              <a:off x="-2875955" y="5742522"/>
              <a:ext cx="1149840" cy="380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7997D3E-92EB-431A-89D0-F622BE18C5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893595" y="5724882"/>
                <a:ext cx="11854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C98B078-F746-4651-B931-09CED502E811}"/>
                  </a:ext>
                </a:extLst>
              </p14:cNvPr>
              <p14:cNvContentPartPr/>
              <p14:nvPr/>
            </p14:nvContentPartPr>
            <p14:xfrm>
              <a:off x="-281075" y="5731002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C98B078-F746-4651-B931-09CED502E8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99075" y="57133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344972B-8E36-43A8-81F9-0BD5D4C18AF9}"/>
                  </a:ext>
                </a:extLst>
              </p14:cNvPr>
              <p14:cNvContentPartPr/>
              <p14:nvPr/>
            </p14:nvContentPartPr>
            <p14:xfrm>
              <a:off x="-1066235" y="5361642"/>
              <a:ext cx="543960" cy="718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344972B-8E36-43A8-81F9-0BD5D4C18A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84235" y="5343642"/>
                <a:ext cx="579600" cy="75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9DCCA8C-4004-4066-A682-F9B29EA2FD59}"/>
                  </a:ext>
                </a:extLst>
              </p14:cNvPr>
              <p14:cNvContentPartPr/>
              <p14:nvPr/>
            </p14:nvContentPartPr>
            <p14:xfrm>
              <a:off x="1383925" y="5568642"/>
              <a:ext cx="714960" cy="3085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9DCCA8C-4004-4066-A682-F9B29EA2FD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66285" y="5551002"/>
                <a:ext cx="750600" cy="34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41714E89-4E66-479C-A73E-55638270E184}"/>
              </a:ext>
            </a:extLst>
          </p:cNvPr>
          <p:cNvGrpSpPr/>
          <p:nvPr/>
        </p:nvGrpSpPr>
        <p:grpSpPr>
          <a:xfrm>
            <a:off x="-524075" y="346122"/>
            <a:ext cx="9231120" cy="6313320"/>
            <a:chOff x="-524075" y="346122"/>
            <a:chExt cx="9231120" cy="631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598485D-D047-4238-AF04-35C6B1551FF7}"/>
                    </a:ext>
                  </a:extLst>
                </p14:cNvPr>
                <p14:cNvContentPartPr/>
                <p14:nvPr/>
              </p14:nvContentPartPr>
              <p14:xfrm>
                <a:off x="1036885" y="400482"/>
                <a:ext cx="661320" cy="599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598485D-D047-4238-AF04-35C6B1551F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8885" y="382842"/>
                  <a:ext cx="69696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8BAFDD2-3346-4745-839C-7BBDBAD4AB3B}"/>
                    </a:ext>
                  </a:extLst>
                </p14:cNvPr>
                <p14:cNvContentPartPr/>
                <p14:nvPr/>
              </p14:nvContentPartPr>
              <p14:xfrm>
                <a:off x="1278445" y="567162"/>
                <a:ext cx="190800" cy="401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8BAFDD2-3346-4745-839C-7BBDBAD4AB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60805" y="549162"/>
                  <a:ext cx="2264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1DC2DBD-DB25-450B-884A-2C3A9EB4D9AF}"/>
                    </a:ext>
                  </a:extLst>
                </p14:cNvPr>
                <p14:cNvContentPartPr/>
                <p14:nvPr/>
              </p14:nvContentPartPr>
              <p14:xfrm>
                <a:off x="1741405" y="700002"/>
                <a:ext cx="12600" cy="11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1DC2DBD-DB25-450B-884A-2C3A9EB4D9A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3765" y="682362"/>
                  <a:ext cx="48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EF35F7-A3FB-4C6D-BA1D-87F3F2F52059}"/>
                    </a:ext>
                  </a:extLst>
                </p14:cNvPr>
                <p14:cNvContentPartPr/>
                <p14:nvPr/>
              </p14:nvContentPartPr>
              <p14:xfrm>
                <a:off x="1979005" y="426402"/>
                <a:ext cx="552600" cy="54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EF35F7-A3FB-4C6D-BA1D-87F3F2F520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61365" y="408762"/>
                  <a:ext cx="58824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54513E6-9409-4C0A-84D6-929E4444AFA9}"/>
                    </a:ext>
                  </a:extLst>
                </p14:cNvPr>
                <p14:cNvContentPartPr/>
                <p14:nvPr/>
              </p14:nvContentPartPr>
              <p14:xfrm>
                <a:off x="2702245" y="530802"/>
                <a:ext cx="893880" cy="352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54513E6-9409-4C0A-84D6-929E4444AFA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84605" y="512802"/>
                  <a:ext cx="9295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25A61C-2B60-4BF2-82A0-47E993AF0D96}"/>
                    </a:ext>
                  </a:extLst>
                </p14:cNvPr>
                <p14:cNvContentPartPr/>
                <p14:nvPr/>
              </p14:nvContentPartPr>
              <p14:xfrm>
                <a:off x="3877285" y="576162"/>
                <a:ext cx="1028520" cy="456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25A61C-2B60-4BF2-82A0-47E993AF0D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59285" y="558522"/>
                  <a:ext cx="10641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445BDE5-2456-4F5F-9A32-9A722E0C0219}"/>
                    </a:ext>
                  </a:extLst>
                </p14:cNvPr>
                <p14:cNvContentPartPr/>
                <p14:nvPr/>
              </p14:nvContentPartPr>
              <p14:xfrm>
                <a:off x="5028565" y="497322"/>
                <a:ext cx="626760" cy="543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445BDE5-2456-4F5F-9A32-9A722E0C02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10565" y="479682"/>
                  <a:ext cx="66240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3FD88E-D0F1-4DDC-BB61-F96083884AE1}"/>
                    </a:ext>
                  </a:extLst>
                </p14:cNvPr>
                <p14:cNvContentPartPr/>
                <p14:nvPr/>
              </p14:nvContentPartPr>
              <p14:xfrm>
                <a:off x="5878885" y="500562"/>
                <a:ext cx="549000" cy="90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3FD88E-D0F1-4DDC-BB61-F96083884A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60885" y="482562"/>
                  <a:ext cx="584640" cy="9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7B0A2C-C608-4FEA-8D74-8E14C3E40FB7}"/>
                    </a:ext>
                  </a:extLst>
                </p14:cNvPr>
                <p14:cNvContentPartPr/>
                <p14:nvPr/>
              </p14:nvContentPartPr>
              <p14:xfrm>
                <a:off x="6984445" y="405162"/>
                <a:ext cx="366840" cy="484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7B0A2C-C608-4FEA-8D74-8E14C3E40F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66445" y="387522"/>
                  <a:ext cx="4024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727343-131A-4459-96DB-51F45DF3D958}"/>
                    </a:ext>
                  </a:extLst>
                </p14:cNvPr>
                <p14:cNvContentPartPr/>
                <p14:nvPr/>
              </p14:nvContentPartPr>
              <p14:xfrm>
                <a:off x="7539925" y="624402"/>
                <a:ext cx="360" cy="3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727343-131A-4459-96DB-51F45DF3D9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21925" y="606762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351CF5-2B2D-4CE0-A189-C8C081D79BF9}"/>
                    </a:ext>
                  </a:extLst>
                </p14:cNvPr>
                <p14:cNvContentPartPr/>
                <p14:nvPr/>
              </p14:nvContentPartPr>
              <p14:xfrm>
                <a:off x="7765285" y="346122"/>
                <a:ext cx="385560" cy="522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351CF5-2B2D-4CE0-A189-C8C081D79B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47645" y="328122"/>
                  <a:ext cx="4212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4E90C1-A995-4575-A9A9-322B5B178D64}"/>
                    </a:ext>
                  </a:extLst>
                </p14:cNvPr>
                <p14:cNvContentPartPr/>
                <p14:nvPr/>
              </p14:nvContentPartPr>
              <p14:xfrm>
                <a:off x="7846645" y="574722"/>
                <a:ext cx="333360" cy="113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14E90C1-A995-4575-A9A9-322B5B178D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28645" y="556722"/>
                  <a:ext cx="369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08305E-7B2F-4AE3-9E8B-B35A315F1E73}"/>
                    </a:ext>
                  </a:extLst>
                </p14:cNvPr>
                <p14:cNvContentPartPr/>
                <p14:nvPr/>
              </p14:nvContentPartPr>
              <p14:xfrm>
                <a:off x="6972925" y="842202"/>
                <a:ext cx="1445040" cy="164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08305E-7B2F-4AE3-9E8B-B35A315F1E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54925" y="824202"/>
                  <a:ext cx="1480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A28F11C-5143-4A8D-967F-1AACC9133CBA}"/>
                    </a:ext>
                  </a:extLst>
                </p14:cNvPr>
                <p14:cNvContentPartPr/>
                <p14:nvPr/>
              </p14:nvContentPartPr>
              <p14:xfrm>
                <a:off x="7317805" y="1277442"/>
                <a:ext cx="290520" cy="573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A28F11C-5143-4A8D-967F-1AACC9133C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00165" y="1259802"/>
                  <a:ext cx="32616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87A68B1-2C1D-4F26-B959-590D9213A916}"/>
                    </a:ext>
                  </a:extLst>
                </p14:cNvPr>
                <p14:cNvContentPartPr/>
                <p14:nvPr/>
              </p14:nvContentPartPr>
              <p14:xfrm>
                <a:off x="7718845" y="1462842"/>
                <a:ext cx="360" cy="3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87A68B1-2C1D-4F26-B959-590D9213A9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01205" y="1444842"/>
                  <a:ext cx="36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AB8A29-7A85-4B31-B2F3-8FB06C22BEDF}"/>
                    </a:ext>
                  </a:extLst>
                </p14:cNvPr>
                <p14:cNvContentPartPr/>
                <p14:nvPr/>
              </p14:nvContentPartPr>
              <p14:xfrm>
                <a:off x="7962565" y="1249002"/>
                <a:ext cx="380520" cy="56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AB8A29-7A85-4B31-B2F3-8FB06C22BE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44565" y="1231002"/>
                  <a:ext cx="41616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8DFBCD-6E9B-4866-8967-01F74F58BAA5}"/>
                    </a:ext>
                  </a:extLst>
                </p14:cNvPr>
                <p14:cNvContentPartPr/>
                <p14:nvPr/>
              </p14:nvContentPartPr>
              <p14:xfrm>
                <a:off x="8135725" y="376722"/>
                <a:ext cx="571320" cy="1553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8DFBCD-6E9B-4866-8967-01F74F58BAA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17725" y="358722"/>
                  <a:ext cx="606960" cy="15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4C57AD-DAD4-4827-B116-459F5BDF1082}"/>
                    </a:ext>
                  </a:extLst>
                </p14:cNvPr>
                <p14:cNvContentPartPr/>
                <p14:nvPr/>
              </p14:nvContentPartPr>
              <p14:xfrm>
                <a:off x="6776005" y="492282"/>
                <a:ext cx="578880" cy="1393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4C57AD-DAD4-4827-B116-459F5BDF108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58365" y="474282"/>
                  <a:ext cx="614520" cy="14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61B44FA-8AD0-46F8-806F-C184770363C6}"/>
                    </a:ext>
                  </a:extLst>
                </p14:cNvPr>
                <p14:cNvContentPartPr/>
                <p14:nvPr/>
              </p14:nvContentPartPr>
              <p14:xfrm>
                <a:off x="7887325" y="1455282"/>
                <a:ext cx="696240" cy="82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61B44FA-8AD0-46F8-806F-C184770363C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69685" y="1437642"/>
                  <a:ext cx="731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A78393F-6C71-4846-9C87-06455623BF7D}"/>
                    </a:ext>
                  </a:extLst>
                </p14:cNvPr>
                <p14:cNvContentPartPr/>
                <p14:nvPr/>
              </p14:nvContentPartPr>
              <p14:xfrm>
                <a:off x="1174765" y="1993482"/>
                <a:ext cx="837360" cy="308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A78393F-6C71-4846-9C87-06455623BF7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56765" y="1975482"/>
                  <a:ext cx="873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15A9258-BC5B-4745-8DBE-4C5ED0D60332}"/>
                    </a:ext>
                  </a:extLst>
                </p14:cNvPr>
                <p14:cNvContentPartPr/>
                <p14:nvPr/>
              </p14:nvContentPartPr>
              <p14:xfrm>
                <a:off x="2407045" y="1870362"/>
                <a:ext cx="1294920" cy="611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15A9258-BC5B-4745-8DBE-4C5ED0D6033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389405" y="1852722"/>
                  <a:ext cx="133056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060A0A-7107-4B3B-A19C-3AE0FA13FCAA}"/>
                    </a:ext>
                  </a:extLst>
                </p14:cNvPr>
                <p14:cNvContentPartPr/>
                <p14:nvPr/>
              </p14:nvContentPartPr>
              <p14:xfrm>
                <a:off x="3680725" y="1893042"/>
                <a:ext cx="574200" cy="522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060A0A-7107-4B3B-A19C-3AE0FA13FCA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62725" y="1875402"/>
                  <a:ext cx="60984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742FEE6-F73C-47C1-829A-0B6571A176D4}"/>
                    </a:ext>
                  </a:extLst>
                </p14:cNvPr>
                <p14:cNvContentPartPr/>
                <p14:nvPr/>
              </p14:nvContentPartPr>
              <p14:xfrm>
                <a:off x="4198405" y="2016882"/>
                <a:ext cx="680760" cy="1130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742FEE6-F73C-47C1-829A-0B6571A176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80405" y="1998882"/>
                  <a:ext cx="716400" cy="11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C1540E-70F4-4363-BFE7-9471C99270E0}"/>
                    </a:ext>
                  </a:extLst>
                </p14:cNvPr>
                <p14:cNvContentPartPr/>
                <p14:nvPr/>
              </p14:nvContentPartPr>
              <p14:xfrm>
                <a:off x="5491525" y="2259882"/>
                <a:ext cx="712080" cy="510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C1540E-70F4-4363-BFE7-9471C99270E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473525" y="2242242"/>
                  <a:ext cx="7477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372AF2-25D7-4C34-AC40-855F61C8F0F2}"/>
                    </a:ext>
                  </a:extLst>
                </p14:cNvPr>
                <p14:cNvContentPartPr/>
                <p14:nvPr/>
              </p14:nvContentPartPr>
              <p14:xfrm>
                <a:off x="5786725" y="1797642"/>
                <a:ext cx="394200" cy="228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372AF2-25D7-4C34-AC40-855F61C8F0F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68725" y="1779642"/>
                  <a:ext cx="4298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E0C6AC0-D235-4B4E-BA0E-8708FEC4A8DF}"/>
                    </a:ext>
                  </a:extLst>
                </p14:cNvPr>
                <p14:cNvContentPartPr/>
                <p14:nvPr/>
              </p14:nvContentPartPr>
              <p14:xfrm>
                <a:off x="6313405" y="1789002"/>
                <a:ext cx="390960" cy="26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E0C6AC0-D235-4B4E-BA0E-8708FEC4A8D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95405" y="1771002"/>
                  <a:ext cx="426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7ED1AF-543F-46C7-AAC0-B9C6D19C475B}"/>
                    </a:ext>
                  </a:extLst>
                </p14:cNvPr>
                <p14:cNvContentPartPr/>
                <p14:nvPr/>
              </p14:nvContentPartPr>
              <p14:xfrm>
                <a:off x="6810565" y="1548882"/>
                <a:ext cx="117720" cy="345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7ED1AF-543F-46C7-AAC0-B9C6D19C475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792565" y="1531242"/>
                  <a:ext cx="1533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9046830-BAA1-4B3B-899E-80A2DE29DDAF}"/>
                    </a:ext>
                  </a:extLst>
                </p14:cNvPr>
                <p14:cNvContentPartPr/>
                <p14:nvPr/>
              </p14:nvContentPartPr>
              <p14:xfrm>
                <a:off x="5121085" y="2754882"/>
                <a:ext cx="1926720" cy="180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9046830-BAA1-4B3B-899E-80A2DE29DDA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03445" y="2737242"/>
                  <a:ext cx="1962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15EA2AA-0D28-40E8-93B7-F5DEAE83B6D0}"/>
                    </a:ext>
                  </a:extLst>
                </p14:cNvPr>
                <p14:cNvContentPartPr/>
                <p14:nvPr/>
              </p14:nvContentPartPr>
              <p14:xfrm>
                <a:off x="5705365" y="3328002"/>
                <a:ext cx="540360" cy="541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15EA2AA-0D28-40E8-93B7-F5DEAE83B6D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87725" y="3310002"/>
                  <a:ext cx="57600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8242A9C-3391-451A-94C6-3A970656FB58}"/>
                    </a:ext>
                  </a:extLst>
                </p14:cNvPr>
                <p14:cNvContentPartPr/>
                <p14:nvPr/>
              </p14:nvContentPartPr>
              <p14:xfrm>
                <a:off x="6243565" y="3236202"/>
                <a:ext cx="397800" cy="63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8242A9C-3391-451A-94C6-3A970656FB5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25925" y="3218202"/>
                  <a:ext cx="433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CF2B21-646B-4ADE-A4A8-D78DB4BD5AAB}"/>
                    </a:ext>
                  </a:extLst>
                </p14:cNvPr>
                <p14:cNvContentPartPr/>
                <p14:nvPr/>
              </p14:nvContentPartPr>
              <p14:xfrm>
                <a:off x="6891565" y="2964042"/>
                <a:ext cx="75960" cy="420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CF2B21-646B-4ADE-A4A8-D78DB4BD5AA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873925" y="2946042"/>
                  <a:ext cx="1116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E4E1F23-CA98-4F89-AF87-F8FC30AEEB8F}"/>
                    </a:ext>
                  </a:extLst>
                </p14:cNvPr>
                <p14:cNvContentPartPr/>
                <p14:nvPr/>
              </p14:nvContentPartPr>
              <p14:xfrm>
                <a:off x="6913165" y="1913202"/>
                <a:ext cx="915840" cy="2373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E4E1F23-CA98-4F89-AF87-F8FC30AEEB8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95525" y="1895562"/>
                  <a:ext cx="951480" cy="24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F140A7-D472-47E7-B494-7002BC774758}"/>
                    </a:ext>
                  </a:extLst>
                </p14:cNvPr>
                <p14:cNvContentPartPr/>
                <p14:nvPr/>
              </p14:nvContentPartPr>
              <p14:xfrm>
                <a:off x="4825525" y="1699362"/>
                <a:ext cx="708120" cy="2865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F140A7-D472-47E7-B494-7002BC77475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07525" y="1681362"/>
                  <a:ext cx="743760" cy="29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75C145B-1F2F-441F-A5E3-B85867BF55A2}"/>
                    </a:ext>
                  </a:extLst>
                </p14:cNvPr>
                <p14:cNvContentPartPr/>
                <p14:nvPr/>
              </p14:nvContentPartPr>
              <p14:xfrm>
                <a:off x="1435045" y="4747842"/>
                <a:ext cx="1268640" cy="47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75C145B-1F2F-441F-A5E3-B85867BF55A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417045" y="4729842"/>
                  <a:ext cx="130428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6DB0834-9322-4DED-9E19-7E9853661158}"/>
                    </a:ext>
                  </a:extLst>
                </p14:cNvPr>
                <p14:cNvContentPartPr/>
                <p14:nvPr/>
              </p14:nvContentPartPr>
              <p14:xfrm>
                <a:off x="3558325" y="4714002"/>
                <a:ext cx="679320" cy="719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6DB0834-9322-4DED-9E19-7E985366115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540685" y="4696362"/>
                  <a:ext cx="71496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ACE24D1-E8FF-431A-A30D-8693FDD0EB33}"/>
                    </a:ext>
                  </a:extLst>
                </p14:cNvPr>
                <p14:cNvContentPartPr/>
                <p14:nvPr/>
              </p14:nvContentPartPr>
              <p14:xfrm>
                <a:off x="4241605" y="4376682"/>
                <a:ext cx="511200" cy="240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ACE24D1-E8FF-431A-A30D-8693FDD0EB3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223605" y="4359042"/>
                  <a:ext cx="5468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185B8A-1631-40DA-88C3-C125628B1D77}"/>
                    </a:ext>
                  </a:extLst>
                </p14:cNvPr>
                <p14:cNvContentPartPr/>
                <p14:nvPr/>
              </p14:nvContentPartPr>
              <p14:xfrm>
                <a:off x="4299205" y="4815522"/>
                <a:ext cx="500400" cy="504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185B8A-1631-40DA-88C3-C125628B1D7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281205" y="4797522"/>
                  <a:ext cx="53604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6A1BFDC-BDAA-4EF0-B9FF-9475427E5D64}"/>
                    </a:ext>
                  </a:extLst>
                </p14:cNvPr>
                <p14:cNvContentPartPr/>
                <p14:nvPr/>
              </p14:nvContentPartPr>
              <p14:xfrm>
                <a:off x="4409365" y="4458762"/>
                <a:ext cx="425160" cy="151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6A1BFDC-BDAA-4EF0-B9FF-9475427E5D6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91365" y="4440762"/>
                  <a:ext cx="460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DCA4AC8-608C-40F4-9F02-D9A06DEC3B74}"/>
                    </a:ext>
                  </a:extLst>
                </p14:cNvPr>
                <p14:cNvContentPartPr/>
                <p14:nvPr/>
              </p14:nvContentPartPr>
              <p14:xfrm>
                <a:off x="5211805" y="4589442"/>
                <a:ext cx="766440" cy="714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DCA4AC8-608C-40F4-9F02-D9A06DEC3B7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193805" y="4571442"/>
                  <a:ext cx="80208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8EC20F1-4148-49DE-B8B6-80893786C0D0}"/>
                    </a:ext>
                  </a:extLst>
                </p14:cNvPr>
                <p14:cNvContentPartPr/>
                <p14:nvPr/>
              </p14:nvContentPartPr>
              <p14:xfrm>
                <a:off x="6130885" y="4668282"/>
                <a:ext cx="388800" cy="878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8EC20F1-4148-49DE-B8B6-80893786C0D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113245" y="4650642"/>
                  <a:ext cx="42444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15D5CD-4D5C-4BD5-9E03-5ACF4775D495}"/>
                    </a:ext>
                  </a:extLst>
                </p14:cNvPr>
                <p14:cNvContentPartPr/>
                <p14:nvPr/>
              </p14:nvContentPartPr>
              <p14:xfrm>
                <a:off x="7053925" y="4760082"/>
                <a:ext cx="531360" cy="541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15D5CD-4D5C-4BD5-9E03-5ACF4775D49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36285" y="4742082"/>
                  <a:ext cx="5670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FD28E58-01FE-412F-BC83-61EC1C144A31}"/>
                    </a:ext>
                  </a:extLst>
                </p14:cNvPr>
                <p14:cNvContentPartPr/>
                <p14:nvPr/>
              </p14:nvContentPartPr>
              <p14:xfrm>
                <a:off x="7609765" y="4494042"/>
                <a:ext cx="613800" cy="195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FD28E58-01FE-412F-BC83-61EC1C144A3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591765" y="4476042"/>
                  <a:ext cx="649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2D941F2-D77A-4C9F-A8EC-46C8940BB95B}"/>
                    </a:ext>
                  </a:extLst>
                </p14:cNvPr>
                <p14:cNvContentPartPr/>
                <p14:nvPr/>
              </p14:nvContentPartPr>
              <p14:xfrm>
                <a:off x="1985125" y="6181362"/>
                <a:ext cx="907200" cy="270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2D941F2-D77A-4C9F-A8EC-46C8940BB95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967125" y="6163362"/>
                  <a:ext cx="9428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ADE4211-C753-4311-A10E-DA0ADE899F93}"/>
                    </a:ext>
                  </a:extLst>
                </p14:cNvPr>
                <p14:cNvContentPartPr/>
                <p14:nvPr/>
              </p14:nvContentPartPr>
              <p14:xfrm>
                <a:off x="3500725" y="5932602"/>
                <a:ext cx="1245960" cy="585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ADE4211-C753-4311-A10E-DA0ADE899F9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83085" y="5914962"/>
                  <a:ext cx="128160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B48FCCF-E168-4840-B630-AA8724B4707D}"/>
                    </a:ext>
                  </a:extLst>
                </p14:cNvPr>
                <p14:cNvContentPartPr/>
                <p14:nvPr/>
              </p14:nvContentPartPr>
              <p14:xfrm>
                <a:off x="4652005" y="6013242"/>
                <a:ext cx="681840" cy="269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B48FCCF-E168-4840-B630-AA8724B4707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634365" y="5995242"/>
                  <a:ext cx="717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971121-9103-45A7-92E8-F4F461C7D59B}"/>
                    </a:ext>
                  </a:extLst>
                </p14:cNvPr>
                <p14:cNvContentPartPr/>
                <p14:nvPr/>
              </p14:nvContentPartPr>
              <p14:xfrm>
                <a:off x="5503765" y="5656482"/>
                <a:ext cx="1043640" cy="808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971121-9103-45A7-92E8-F4F461C7D59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85765" y="5638842"/>
                  <a:ext cx="107928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EEEE959-0CED-4D9D-B3CF-0B93089DA409}"/>
                    </a:ext>
                  </a:extLst>
                </p14:cNvPr>
                <p14:cNvContentPartPr/>
                <p14:nvPr/>
              </p14:nvContentPartPr>
              <p14:xfrm>
                <a:off x="6595645" y="5800482"/>
                <a:ext cx="833040" cy="781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EEEE959-0CED-4D9D-B3CF-0B93089DA40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578005" y="5782842"/>
                  <a:ext cx="86868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1ACC0A9-D8AA-458C-9699-1C4F12B0DFF3}"/>
                    </a:ext>
                  </a:extLst>
                </p14:cNvPr>
                <p14:cNvContentPartPr/>
                <p14:nvPr/>
              </p14:nvContentPartPr>
              <p14:xfrm>
                <a:off x="7724965" y="5843322"/>
                <a:ext cx="409680" cy="533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1ACC0A9-D8AA-458C-9699-1C4F12B0DFF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707325" y="5825322"/>
                  <a:ext cx="44532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D83ED8-F855-4199-B1AF-E5124C9D889D}"/>
                    </a:ext>
                  </a:extLst>
                </p14:cNvPr>
                <p14:cNvContentPartPr/>
                <p14:nvPr/>
              </p14:nvContentPartPr>
              <p14:xfrm>
                <a:off x="8002885" y="5748642"/>
                <a:ext cx="428400" cy="754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D83ED8-F855-4199-B1AF-E5124C9D889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984885" y="5730642"/>
                  <a:ext cx="46404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41C94A9-2FEC-4DE4-8659-EFE13490B3CC}"/>
                    </a:ext>
                  </a:extLst>
                </p14:cNvPr>
                <p14:cNvContentPartPr/>
                <p14:nvPr/>
              </p14:nvContentPartPr>
              <p14:xfrm>
                <a:off x="7319245" y="5748642"/>
                <a:ext cx="428400" cy="827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41C94A9-2FEC-4DE4-8659-EFE13490B3C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01605" y="5730642"/>
                  <a:ext cx="464040" cy="8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F4FC5F4-AB91-4CD7-9BA2-36139DD19C8C}"/>
                    </a:ext>
                  </a:extLst>
                </p14:cNvPr>
                <p14:cNvContentPartPr/>
                <p14:nvPr/>
              </p14:nvContentPartPr>
              <p14:xfrm>
                <a:off x="35365" y="5545602"/>
                <a:ext cx="536760" cy="391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F4FC5F4-AB91-4CD7-9BA2-36139DD19C8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7365" y="5527602"/>
                  <a:ext cx="5724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3F1A1EE-82E6-47E2-A4D9-5B927BD51980}"/>
                    </a:ext>
                  </a:extLst>
                </p14:cNvPr>
                <p14:cNvContentPartPr/>
                <p14:nvPr/>
              </p14:nvContentPartPr>
              <p14:xfrm>
                <a:off x="598405" y="5504922"/>
                <a:ext cx="578520" cy="454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3F1A1EE-82E6-47E2-A4D9-5B927BD5198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0405" y="5487282"/>
                  <a:ext cx="6141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0359800-4595-4651-B108-DC6AAEB3FF70}"/>
                    </a:ext>
                  </a:extLst>
                </p14:cNvPr>
                <p14:cNvContentPartPr/>
                <p14:nvPr/>
              </p14:nvContentPartPr>
              <p14:xfrm>
                <a:off x="1408765" y="5563242"/>
                <a:ext cx="620280" cy="284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0359800-4595-4651-B108-DC6AAEB3FF7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391125" y="5545602"/>
                  <a:ext cx="6559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0665A5-7AB5-47BB-A453-D69A6E0C200F}"/>
                    </a:ext>
                  </a:extLst>
                </p14:cNvPr>
                <p14:cNvContentPartPr/>
                <p14:nvPr/>
              </p14:nvContentPartPr>
              <p14:xfrm>
                <a:off x="2332885" y="5344002"/>
                <a:ext cx="519840" cy="734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0665A5-7AB5-47BB-A453-D69A6E0C200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315245" y="5326362"/>
                  <a:ext cx="55548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3893EA-23CF-4362-AD34-A27211B531D9}"/>
                    </a:ext>
                  </a:extLst>
                </p14:cNvPr>
                <p14:cNvContentPartPr/>
                <p14:nvPr/>
              </p14:nvContentPartPr>
              <p14:xfrm>
                <a:off x="2970805" y="5447682"/>
                <a:ext cx="469080" cy="473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3893EA-23CF-4362-AD34-A27211B531D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53165" y="5430042"/>
                  <a:ext cx="50472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D78A69-86CF-460B-8863-27CE42FDDF9F}"/>
                    </a:ext>
                  </a:extLst>
                </p14:cNvPr>
                <p14:cNvContentPartPr/>
                <p14:nvPr/>
              </p14:nvContentPartPr>
              <p14:xfrm>
                <a:off x="-524075" y="6319602"/>
                <a:ext cx="2303640" cy="339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D78A69-86CF-460B-8863-27CE42FDDF9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-542075" y="6301962"/>
                  <a:ext cx="23392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7C2881A-EC8B-4EFD-B01C-36214F8F1D27}"/>
                    </a:ext>
                  </a:extLst>
                </p14:cNvPr>
                <p14:cNvContentPartPr/>
                <p14:nvPr/>
              </p14:nvContentPartPr>
              <p14:xfrm>
                <a:off x="-276035" y="5747202"/>
                <a:ext cx="65880" cy="59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7C2881A-EC8B-4EFD-B01C-36214F8F1D2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-293675" y="5729562"/>
                  <a:ext cx="101520" cy="9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01765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482"/>
            <a:ext cx="8229600" cy="6096000"/>
          </a:xfrm>
        </p:spPr>
        <p:txBody>
          <a:bodyPr/>
          <a:lstStyle/>
          <a:p>
            <a:pPr marL="342900" indent="-342900"/>
            <a:r>
              <a:rPr kumimoji="1" lang="en-US" altLang="zh-CN" i="1" dirty="0">
                <a:solidFill>
                  <a:srgbClr val="FF3399"/>
                </a:solidFill>
                <a:latin typeface="Times New Roman" pitchFamily="18" charset="0"/>
              </a:rPr>
              <a:t>How to perform the quantization?</a:t>
            </a:r>
          </a:p>
          <a:p>
            <a:pPr marL="342900" indent="-342900"/>
            <a:r>
              <a:rPr kumimoji="1" lang="en-US" altLang="zh-CN" dirty="0">
                <a:latin typeface="Times New Roman" pitchFamily="18" charset="0"/>
              </a:rPr>
              <a:t>1. The amplitudes of signal m(t) lie in the 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itchFamily="18" charset="0"/>
              </a:rPr>
              <a:t>range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en-US" altLang="zh-CN" dirty="0">
                <a:solidFill>
                  <a:srgbClr val="FF3399"/>
                </a:solidFill>
                <a:latin typeface="Times New Roman" pitchFamily="18" charset="0"/>
              </a:rPr>
              <a:t>(- </a:t>
            </a:r>
            <a:r>
              <a:rPr kumimoji="1" lang="en-US" altLang="zh-CN" dirty="0" err="1">
                <a:solidFill>
                  <a:srgbClr val="FF3399"/>
                </a:solidFill>
                <a:latin typeface="Times New Roman" pitchFamily="18" charset="0"/>
              </a:rPr>
              <a:t>m</a:t>
            </a:r>
            <a:r>
              <a:rPr kumimoji="1" lang="en-US" altLang="zh-CN" baseline="-25000" dirty="0" err="1">
                <a:solidFill>
                  <a:srgbClr val="FF3399"/>
                </a:solidFill>
                <a:latin typeface="Times New Roman" pitchFamily="18" charset="0"/>
              </a:rPr>
              <a:t>p</a:t>
            </a:r>
            <a:r>
              <a:rPr kumimoji="1" lang="en-US" altLang="zh-CN" dirty="0">
                <a:solidFill>
                  <a:srgbClr val="FF3399"/>
                </a:solidFill>
                <a:latin typeface="Times New Roman" pitchFamily="18" charset="0"/>
              </a:rPr>
              <a:t>, </a:t>
            </a:r>
            <a:r>
              <a:rPr kumimoji="1" lang="en-US" altLang="zh-CN" dirty="0" err="1">
                <a:solidFill>
                  <a:srgbClr val="FF3399"/>
                </a:solidFill>
                <a:latin typeface="Times New Roman" pitchFamily="18" charset="0"/>
              </a:rPr>
              <a:t>m</a:t>
            </a:r>
            <a:r>
              <a:rPr kumimoji="1" lang="en-US" altLang="zh-CN" baseline="-25000" dirty="0" err="1">
                <a:solidFill>
                  <a:srgbClr val="FF3399"/>
                </a:solidFill>
                <a:latin typeface="Times New Roman" pitchFamily="18" charset="0"/>
              </a:rPr>
              <a:t>p</a:t>
            </a:r>
            <a:r>
              <a:rPr kumimoji="1" lang="en-US" altLang="zh-CN" dirty="0">
                <a:latin typeface="Times New Roman" pitchFamily="18" charset="0"/>
              </a:rPr>
              <a:t>), which is partitioned into </a:t>
            </a:r>
            <a:r>
              <a:rPr kumimoji="1" lang="en-US" altLang="zh-CN" i="1" dirty="0">
                <a:solidFill>
                  <a:srgbClr val="FF3399"/>
                </a:solidFill>
                <a:latin typeface="Times New Roman" pitchFamily="18" charset="0"/>
              </a:rPr>
              <a:t>L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itchFamily="18" charset="0"/>
              </a:rPr>
              <a:t> intervals</a:t>
            </a:r>
            <a:r>
              <a:rPr kumimoji="1" lang="en-US" altLang="zh-CN" dirty="0">
                <a:latin typeface="Times New Roman" pitchFamily="18" charset="0"/>
              </a:rPr>
              <a:t>, each of magnitude Step Size : 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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</a:rPr>
              <a:t> = 2m</a:t>
            </a:r>
            <a:r>
              <a:rPr kumimoji="1" lang="en-US" altLang="zh-CN" baseline="-25000" dirty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</a:rPr>
              <a:t>/L</a:t>
            </a:r>
            <a:r>
              <a:rPr kumimoji="1" lang="en-US" altLang="zh-CN" dirty="0">
                <a:latin typeface="Times New Roman" pitchFamily="18" charset="0"/>
              </a:rPr>
              <a:t>. </a:t>
            </a:r>
          </a:p>
          <a:p>
            <a:pPr marL="342900" indent="-342900"/>
            <a:r>
              <a:rPr kumimoji="1" lang="en-US" altLang="zh-CN" dirty="0">
                <a:latin typeface="Times New Roman" pitchFamily="18" charset="0"/>
              </a:rPr>
              <a:t>2. Each sample amplitude is approximated by the 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itchFamily="18" charset="0"/>
              </a:rPr>
              <a:t>midpoint value</a:t>
            </a:r>
            <a:r>
              <a:rPr kumimoji="1" lang="en-US" altLang="zh-CN" dirty="0">
                <a:latin typeface="Times New Roman" pitchFamily="18" charset="0"/>
              </a:rPr>
              <a:t> of the interval in which the sample falls. 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kumimoji="1" lang="en-US" altLang="zh-CN" dirty="0">
                <a:latin typeface="Times New Roman" pitchFamily="18" charset="0"/>
              </a:rPr>
              <a:t>	</a:t>
            </a:r>
          </a:p>
          <a:p>
            <a:pPr marL="342900" indent="-342900"/>
            <a:endParaRPr kumimoji="1" lang="en-US" altLang="zh-CN" dirty="0">
              <a:latin typeface="Times New Roman" pitchFamily="18" charset="0"/>
            </a:endParaRPr>
          </a:p>
          <a:p>
            <a:pPr marL="342900" indent="-342900"/>
            <a:endParaRPr kumimoji="1" lang="en-US" altLang="zh-CN" dirty="0">
              <a:latin typeface="Times New Roman" pitchFamily="18" charset="0"/>
            </a:endParaRPr>
          </a:p>
          <a:p>
            <a:pPr marL="342900" indent="-342900"/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837244"/>
              </p:ext>
            </p:extLst>
          </p:nvPr>
        </p:nvGraphicFramePr>
        <p:xfrm>
          <a:off x="914400" y="2667000"/>
          <a:ext cx="8064500" cy="365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4940018" imgH="2239244" progId="CorelDRAW.Graphic.11">
                  <p:embed/>
                </p:oleObj>
              </mc:Choice>
              <mc:Fallback>
                <p:oleObj name="CorelDRAW" r:id="rId2" imgW="4940018" imgH="2239244" progId="CorelDRAW.Graphic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67000"/>
                        <a:ext cx="8064500" cy="365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114681-3D87-42B9-B261-6B23153FBC2F}"/>
                  </a:ext>
                </a:extLst>
              </p14:cNvPr>
              <p14:cNvContentPartPr/>
              <p14:nvPr/>
            </p14:nvContentPartPr>
            <p14:xfrm>
              <a:off x="716485" y="3201282"/>
              <a:ext cx="395640" cy="1201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114681-3D87-42B9-B261-6B23153FBC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8485" y="3183282"/>
                <a:ext cx="431280" cy="12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B11E896-3459-43EE-A842-B15A4DE1CE99}"/>
                  </a:ext>
                </a:extLst>
              </p14:cNvPr>
              <p14:cNvContentPartPr/>
              <p14:nvPr/>
            </p14:nvContentPartPr>
            <p14:xfrm>
              <a:off x="815845" y="4598802"/>
              <a:ext cx="294480" cy="1168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B11E896-3459-43EE-A842-B15A4DE1CE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7845" y="4581162"/>
                <a:ext cx="330120" cy="120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63355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idx="1"/>
          </p:nvPr>
        </p:nvSpPr>
        <p:spPr bwMode="auto">
          <a:xfrm>
            <a:off x="457200" y="457200"/>
            <a:ext cx="8305800" cy="4992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eaLnBrk="1" hangingPunct="1"/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The amplitude range</a:t>
            </a:r>
            <a:r>
              <a:rPr kumimoji="1" lang="en-US" altLang="zh-CN" sz="2400" b="1" dirty="0">
                <a:latin typeface="Times New Roman" pitchFamily="18" charset="0"/>
              </a:rPr>
              <a:t>:	 (- </a:t>
            </a:r>
            <a:r>
              <a:rPr kumimoji="1" lang="en-US" altLang="zh-CN" sz="2400" b="1" dirty="0" err="1">
                <a:latin typeface="Times New Roman" pitchFamily="18" charset="0"/>
              </a:rPr>
              <a:t>m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p</a:t>
            </a:r>
            <a:r>
              <a:rPr kumimoji="1" lang="en-US" altLang="zh-CN" sz="2400" b="1" dirty="0">
                <a:latin typeface="Times New Roman" pitchFamily="18" charset="0"/>
              </a:rPr>
              <a:t>, </a:t>
            </a:r>
            <a:r>
              <a:rPr kumimoji="1" lang="en-US" altLang="zh-CN" sz="2400" b="1" dirty="0" err="1">
                <a:latin typeface="Times New Roman" pitchFamily="18" charset="0"/>
              </a:rPr>
              <a:t>m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p</a:t>
            </a:r>
            <a:r>
              <a:rPr kumimoji="1" lang="en-US" altLang="zh-CN" sz="2400" b="1" dirty="0">
                <a:latin typeface="Times New Roman" pitchFamily="18" charset="0"/>
              </a:rPr>
              <a:t>), 	</a:t>
            </a:r>
          </a:p>
          <a:p>
            <a:pPr marL="342900" indent="-342900" eaLnBrk="1" hangingPunct="1"/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Interval(Step Size )</a:t>
            </a:r>
            <a:r>
              <a:rPr kumimoji="1" lang="en-US" altLang="zh-CN" sz="2400" b="1" dirty="0">
                <a:latin typeface="Times New Roman" pitchFamily="18" charset="0"/>
              </a:rPr>
              <a:t>:	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</a:t>
            </a:r>
            <a:r>
              <a:rPr kumimoji="1" lang="en-US" altLang="zh-CN" sz="2400" b="1" dirty="0">
                <a:latin typeface="Times New Roman" pitchFamily="18" charset="0"/>
              </a:rPr>
              <a:t> = 2m</a:t>
            </a:r>
            <a:r>
              <a:rPr kumimoji="1" lang="en-US" altLang="zh-CN" sz="2400" b="1" baseline="-25000" dirty="0">
                <a:latin typeface="Times New Roman" pitchFamily="18" charset="0"/>
              </a:rPr>
              <a:t>p</a:t>
            </a:r>
            <a:r>
              <a:rPr kumimoji="1" lang="en-US" altLang="zh-CN" sz="2400" b="1" dirty="0">
                <a:latin typeface="Times New Roman" pitchFamily="18" charset="0"/>
              </a:rPr>
              <a:t>/L</a:t>
            </a:r>
          </a:p>
          <a:p>
            <a:pPr marL="342900" indent="-342900" eaLnBrk="1" hangingPunct="1"/>
            <a:endParaRPr kumimoji="1" lang="en-US" altLang="zh-CN" sz="2400" b="1" dirty="0">
              <a:latin typeface="Times New Roman" pitchFamily="18" charset="0"/>
            </a:endParaRPr>
          </a:p>
          <a:p>
            <a:pPr marL="342900" indent="-342900" eaLnBrk="1" hangingPunct="1"/>
            <a:r>
              <a:rPr kumimoji="1" lang="en-US" altLang="zh-CN" sz="2400" b="1" dirty="0">
                <a:latin typeface="Times New Roman" pitchFamily="18" charset="0"/>
              </a:rPr>
              <a:t>In quantization process, a sampling value is approximated by </a:t>
            </a:r>
          </a:p>
          <a:p>
            <a:pPr marL="342900" indent="-342900" eaLnBrk="1" hangingPunct="1"/>
            <a:r>
              <a:rPr kumimoji="1" lang="en-US" altLang="zh-CN" sz="2400" b="1" dirty="0">
                <a:latin typeface="Times New Roman" pitchFamily="18" charset="0"/>
              </a:rPr>
              <a:t>the midpoint of the interval. This introduces an </a:t>
            </a:r>
            <a:r>
              <a:rPr kumimoji="1" lang="en-US" altLang="zh-CN" sz="2400" b="1" i="1" dirty="0">
                <a:latin typeface="Times New Roman" pitchFamily="18" charset="0"/>
              </a:rPr>
              <a:t>error q(t),</a:t>
            </a:r>
            <a:r>
              <a:rPr kumimoji="1" lang="en-US" altLang="zh-CN" sz="2400" b="1" dirty="0">
                <a:latin typeface="Times New Roman" pitchFamily="18" charset="0"/>
              </a:rPr>
              <a:t> </a:t>
            </a:r>
          </a:p>
          <a:p>
            <a:pPr marL="342900" indent="-342900" eaLnBrk="1" hangingPunct="1"/>
            <a:r>
              <a:rPr kumimoji="1" lang="en-US" altLang="zh-CN" sz="2400" b="1" dirty="0">
                <a:latin typeface="Times New Roman" pitchFamily="18" charset="0"/>
              </a:rPr>
              <a:t>defined as the </a:t>
            </a:r>
            <a:r>
              <a:rPr kumimoji="1" lang="en-US" altLang="zh-CN" sz="2400" b="1" i="1" dirty="0">
                <a:solidFill>
                  <a:srgbClr val="FF3399"/>
                </a:solidFill>
                <a:latin typeface="Times New Roman" pitchFamily="18" charset="0"/>
              </a:rPr>
              <a:t>difference between the message signal m(t) and </a:t>
            </a:r>
          </a:p>
          <a:p>
            <a:pPr marL="342900" indent="-342900" eaLnBrk="1" hangingPunct="1"/>
            <a:r>
              <a:rPr kumimoji="1" lang="en-US" altLang="zh-CN" sz="2400" b="1" i="1" dirty="0">
                <a:solidFill>
                  <a:srgbClr val="FF3399"/>
                </a:solidFill>
                <a:latin typeface="Times New Roman" pitchFamily="18" charset="0"/>
              </a:rPr>
              <a:t>the corresponding quantized sample </a:t>
            </a:r>
            <a:r>
              <a:rPr kumimoji="1" lang="en-US" altLang="zh-CN" sz="2400" b="1" i="1" dirty="0" err="1">
                <a:solidFill>
                  <a:srgbClr val="FF3399"/>
                </a:solidFill>
                <a:latin typeface="Times New Roman" pitchFamily="18" charset="0"/>
              </a:rPr>
              <a:t>m</a:t>
            </a:r>
            <a:r>
              <a:rPr kumimoji="1" lang="en-US" altLang="zh-CN" sz="2400" b="1" i="1" baseline="-25000" dirty="0" err="1">
                <a:solidFill>
                  <a:srgbClr val="FF3399"/>
                </a:solidFill>
                <a:latin typeface="Times New Roman" pitchFamily="18" charset="0"/>
              </a:rPr>
              <a:t>q</a:t>
            </a:r>
            <a:r>
              <a:rPr kumimoji="1" lang="en-US" altLang="zh-CN" sz="2400" b="1" i="1" dirty="0">
                <a:solidFill>
                  <a:srgbClr val="FF3399"/>
                </a:solidFill>
                <a:latin typeface="Times New Roman" pitchFamily="18" charset="0"/>
              </a:rPr>
              <a:t>(t),</a:t>
            </a:r>
          </a:p>
          <a:p>
            <a:pPr marL="342900" indent="-342900" eaLnBrk="1" hangingPunct="1"/>
            <a:r>
              <a:rPr kumimoji="1" lang="en-US" altLang="zh-CN" sz="2400" b="1" dirty="0">
                <a:latin typeface="Times New Roman" pitchFamily="18" charset="0"/>
              </a:rPr>
              <a:t>				</a:t>
            </a:r>
            <a:r>
              <a:rPr kumimoji="1" lang="fr-FR" altLang="zh-CN" sz="2400" b="1" dirty="0">
                <a:latin typeface="Times New Roman" pitchFamily="18" charset="0"/>
              </a:rPr>
              <a:t>q(t) = m(t) – </a:t>
            </a:r>
            <a:r>
              <a:rPr kumimoji="1" lang="fr-FR" altLang="zh-CN" sz="2400" b="1" dirty="0" err="1">
                <a:latin typeface="Times New Roman" pitchFamily="18" charset="0"/>
              </a:rPr>
              <a:t>m</a:t>
            </a:r>
            <a:r>
              <a:rPr kumimoji="1" lang="fr-FR" altLang="zh-CN" sz="2400" b="1" baseline="-25000" dirty="0" err="1">
                <a:latin typeface="Times New Roman" pitchFamily="18" charset="0"/>
              </a:rPr>
              <a:t>q</a:t>
            </a:r>
            <a:r>
              <a:rPr kumimoji="1" lang="fr-FR" altLang="zh-CN" sz="2400" b="1" dirty="0">
                <a:latin typeface="Times New Roman" pitchFamily="18" charset="0"/>
              </a:rPr>
              <a:t>(t)</a:t>
            </a:r>
          </a:p>
          <a:p>
            <a:pPr marL="342900" indent="-342900" eaLnBrk="1" hangingPunct="1"/>
            <a:r>
              <a:rPr kumimoji="1" lang="fr-FR" altLang="zh-CN" sz="2400" b="1" dirty="0">
                <a:latin typeface="Times New Roman" pitchFamily="18" charset="0"/>
              </a:rPr>
              <a:t>This </a:t>
            </a:r>
            <a:r>
              <a:rPr kumimoji="1" lang="fr-FR" altLang="zh-CN" sz="2400" b="1" dirty="0" err="1">
                <a:latin typeface="Times New Roman" pitchFamily="18" charset="0"/>
              </a:rPr>
              <a:t>error</a:t>
            </a:r>
            <a:r>
              <a:rPr kumimoji="1" lang="fr-FR" altLang="zh-CN" sz="2400" b="1" dirty="0">
                <a:latin typeface="Times New Roman" pitchFamily="18" charset="0"/>
              </a:rPr>
              <a:t> </a:t>
            </a:r>
            <a:r>
              <a:rPr kumimoji="1" lang="fr-FR" altLang="zh-CN" sz="2400" b="1" dirty="0" err="1">
                <a:latin typeface="Times New Roman" pitchFamily="18" charset="0"/>
              </a:rPr>
              <a:t>is</a:t>
            </a:r>
            <a:r>
              <a:rPr kumimoji="1" lang="fr-FR" altLang="zh-CN" sz="2400" b="1" dirty="0">
                <a:latin typeface="Times New Roman" pitchFamily="18" charset="0"/>
              </a:rPr>
              <a:t> </a:t>
            </a:r>
            <a:r>
              <a:rPr kumimoji="1" lang="fr-FR" altLang="zh-CN" sz="2400" b="1" dirty="0" err="1">
                <a:latin typeface="Times New Roman" pitchFamily="18" charset="0"/>
              </a:rPr>
              <a:t>called</a:t>
            </a:r>
            <a:r>
              <a:rPr kumimoji="1" lang="fr-FR" altLang="zh-CN" sz="2400" b="1" dirty="0">
                <a:latin typeface="Times New Roman" pitchFamily="18" charset="0"/>
              </a:rPr>
              <a:t> the </a:t>
            </a:r>
            <a:r>
              <a:rPr kumimoji="1" lang="fr-FR" altLang="zh-CN" sz="2400" b="1" i="1" dirty="0" err="1">
                <a:solidFill>
                  <a:srgbClr val="FF0000"/>
                </a:solidFill>
                <a:latin typeface="Times New Roman" pitchFamily="18" charset="0"/>
              </a:rPr>
              <a:t>quantization</a:t>
            </a:r>
            <a:r>
              <a:rPr kumimoji="1" lang="fr-FR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 noise</a:t>
            </a:r>
            <a:r>
              <a:rPr kumimoji="1" lang="fr-FR" altLang="zh-CN" sz="2400" dirty="0">
                <a:latin typeface="Times New Roman" pitchFamily="18" charset="0"/>
              </a:rPr>
              <a:t> or </a:t>
            </a:r>
            <a:r>
              <a:rPr kumimoji="1" lang="fr-FR" altLang="zh-CN" sz="2400" dirty="0" err="1">
                <a:latin typeface="Times New Roman" pitchFamily="18" charset="0"/>
              </a:rPr>
              <a:t>quantization</a:t>
            </a:r>
            <a:r>
              <a:rPr kumimoji="1" lang="fr-FR" altLang="zh-CN" sz="2400" dirty="0">
                <a:latin typeface="Times New Roman" pitchFamily="18" charset="0"/>
              </a:rPr>
              <a:t> </a:t>
            </a:r>
            <a:r>
              <a:rPr kumimoji="1" lang="fr-FR" altLang="zh-CN" sz="2400" dirty="0" err="1">
                <a:latin typeface="Times New Roman" pitchFamily="18" charset="0"/>
              </a:rPr>
              <a:t>error</a:t>
            </a:r>
            <a:r>
              <a:rPr kumimoji="1" lang="fr-FR" altLang="zh-CN" sz="2400" dirty="0">
                <a:latin typeface="Times New Roman" pitchFamily="18" charset="0"/>
              </a:rPr>
              <a:t>.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9781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idx="1"/>
          </p:nvPr>
        </p:nvSpPr>
        <p:spPr bwMode="auto">
          <a:xfrm>
            <a:off x="415925" y="273546"/>
            <a:ext cx="8153400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eaLnBrk="1" hangingPunct="1"/>
            <a:r>
              <a:rPr kumimoji="1" lang="fr-FR" altLang="zh-CN" b="1" dirty="0" err="1">
                <a:solidFill>
                  <a:srgbClr val="FF0000"/>
                </a:solidFill>
                <a:latin typeface="Times New Roman" pitchFamily="18" charset="0"/>
              </a:rPr>
              <a:t>Quantization</a:t>
            </a:r>
            <a:r>
              <a:rPr kumimoji="1" lang="fr-FR" altLang="zh-CN" b="1" dirty="0">
                <a:solidFill>
                  <a:srgbClr val="FF0000"/>
                </a:solidFill>
                <a:latin typeface="Times New Roman" pitchFamily="18" charset="0"/>
              </a:rPr>
              <a:t> noise</a:t>
            </a:r>
          </a:p>
          <a:p>
            <a:pPr marL="342900" indent="-342900" eaLnBrk="1" hangingPunct="1"/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  <a:p>
            <a:pPr marL="342900" indent="-342900" eaLnBrk="1" hangingPunct="1"/>
            <a:r>
              <a:rPr kumimoji="1" lang="en-US" altLang="zh-CN" b="1" dirty="0">
                <a:latin typeface="Times New Roman" pitchFamily="18" charset="0"/>
              </a:rPr>
              <a:t>   Since q(t) is </a:t>
            </a:r>
            <a:r>
              <a:rPr kumimoji="1" lang="en-US" altLang="zh-CN" b="1" i="1" dirty="0">
                <a:solidFill>
                  <a:srgbClr val="FF3399"/>
                </a:solidFill>
                <a:latin typeface="Times New Roman" pitchFamily="18" charset="0"/>
              </a:rPr>
              <a:t>uniformly distributed</a:t>
            </a:r>
            <a:r>
              <a:rPr kumimoji="1" lang="en-US" altLang="zh-CN" b="1" dirty="0">
                <a:latin typeface="Times New Roman" pitchFamily="18" charset="0"/>
              </a:rPr>
              <a:t> over the interval (-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</a:t>
            </a:r>
            <a:r>
              <a:rPr kumimoji="1" lang="en-US" altLang="zh-CN" b="1" dirty="0">
                <a:latin typeface="Times New Roman" pitchFamily="18" charset="0"/>
              </a:rPr>
              <a:t>/2, 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</a:t>
            </a:r>
            <a:r>
              <a:rPr kumimoji="1" lang="en-US" altLang="zh-CN" b="1" dirty="0">
                <a:latin typeface="Times New Roman" pitchFamily="18" charset="0"/>
              </a:rPr>
              <a:t>/2), i.e., the error has equal probability to lie in the range (-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</a:t>
            </a:r>
            <a:r>
              <a:rPr kumimoji="1" lang="en-US" altLang="zh-CN" b="1" dirty="0">
                <a:latin typeface="Times New Roman" pitchFamily="18" charset="0"/>
              </a:rPr>
              <a:t>/2, 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</a:t>
            </a:r>
            <a:r>
              <a:rPr kumimoji="1" lang="en-US" altLang="zh-CN" b="1" dirty="0">
                <a:latin typeface="Times New Roman" pitchFamily="18" charset="0"/>
              </a:rPr>
              <a:t>/2), the probability density is then 1/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</a:t>
            </a:r>
            <a:r>
              <a:rPr kumimoji="1" lang="en-US" altLang="zh-CN" b="1" dirty="0">
                <a:latin typeface="Times New Roman" pitchFamily="18" charset="0"/>
              </a:rPr>
              <a:t>, hence the mean square value of q(t) is given by</a:t>
            </a:r>
          </a:p>
          <a:p>
            <a:pPr marL="342900" indent="-342900" eaLnBrk="1" hangingPunct="1"/>
            <a:endParaRPr kumimoji="1" lang="en-US" altLang="zh-CN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461534"/>
              </p:ext>
            </p:extLst>
          </p:nvPr>
        </p:nvGraphicFramePr>
        <p:xfrm>
          <a:off x="838200" y="2438400"/>
          <a:ext cx="56165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7000" imgH="469900" progId="Equation.DSMT4">
                  <p:embed/>
                </p:oleObj>
              </mc:Choice>
              <mc:Fallback>
                <p:oleObj name="Equation" r:id="rId3" imgW="2667000" imgH="4699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438400"/>
                        <a:ext cx="561657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61950" y="3505200"/>
            <a:ext cx="820737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eaLnBrk="1" hangingPunct="1"/>
            <a:r>
              <a:rPr kumimoji="1" lang="fr-FR" altLang="zh-CN" sz="2000" b="1" dirty="0" err="1">
                <a:solidFill>
                  <a:srgbClr val="FF0000"/>
                </a:solidFill>
                <a:latin typeface="Times New Roman" pitchFamily="18" charset="0"/>
              </a:rPr>
              <a:t>Quantization</a:t>
            </a:r>
            <a:r>
              <a:rPr kumimoji="1" lang="fr-FR" altLang="zh-CN" sz="2000" b="1" dirty="0">
                <a:solidFill>
                  <a:srgbClr val="FF0000"/>
                </a:solidFill>
                <a:latin typeface="Times New Roman" pitchFamily="18" charset="0"/>
              </a:rPr>
              <a:t> noise power</a:t>
            </a:r>
            <a:endParaRPr kumimoji="1" lang="en-US" altLang="zh-CN" sz="2000" b="1" dirty="0">
              <a:solidFill>
                <a:srgbClr val="FF0000"/>
              </a:solidFill>
              <a:latin typeface="Times New Roman" pitchFamily="18" charset="0"/>
            </a:endParaRPr>
          </a:p>
          <a:p>
            <a:pPr marL="342900" indent="-342900" eaLnBrk="1" hangingPunct="1"/>
            <a:r>
              <a:rPr kumimoji="1" lang="en-US" altLang="zh-CN" sz="2000" b="1" dirty="0">
                <a:latin typeface="Times New Roman" pitchFamily="18" charset="0"/>
              </a:rPr>
              <a:t>The 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</a:rPr>
              <a:t>quantization noise  power</a:t>
            </a:r>
            <a:r>
              <a:rPr kumimoji="1" lang="en-US" altLang="zh-CN" sz="2000" b="1" dirty="0">
                <a:latin typeface="Times New Roman" pitchFamily="18" charset="0"/>
              </a:rPr>
              <a:t> is :</a:t>
            </a:r>
          </a:p>
          <a:p>
            <a:pPr marL="342900" indent="-342900" eaLnBrk="1" hangingPunct="1"/>
            <a:endParaRPr kumimoji="1" lang="en-US" altLang="zh-CN" sz="2000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sz="2000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sz="2000" b="1" dirty="0"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sz="2000" b="1" dirty="0">
              <a:latin typeface="Times New Roman" pitchFamily="18" charset="0"/>
            </a:endParaRPr>
          </a:p>
          <a:p>
            <a:pPr marL="342900" indent="-342900" eaLnBrk="1" hangingPunct="1"/>
            <a:r>
              <a:rPr kumimoji="1" lang="en-US" altLang="zh-CN" sz="2000" b="1" dirty="0">
                <a:latin typeface="Times New Roman" pitchFamily="18" charset="0"/>
              </a:rPr>
              <a:t>The output signal-to-noise ratio is  </a:t>
            </a:r>
            <a:endParaRPr kumimoji="1" lang="en-US" altLang="en-US" sz="2000" b="1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34803"/>
              </p:ext>
            </p:extLst>
          </p:nvPr>
        </p:nvGraphicFramePr>
        <p:xfrm>
          <a:off x="2133600" y="4572000"/>
          <a:ext cx="2519363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9200" imgH="419100" progId="Equation.DSMT4">
                  <p:embed/>
                </p:oleObj>
              </mc:Choice>
              <mc:Fallback>
                <p:oleObj name="Equation" r:id="rId5" imgW="1219200" imgH="4191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0"/>
                        <a:ext cx="2519363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381277"/>
              </p:ext>
            </p:extLst>
          </p:nvPr>
        </p:nvGraphicFramePr>
        <p:xfrm>
          <a:off x="4465637" y="5410200"/>
          <a:ext cx="37020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64534" imgH="495085" progId="Equation.DSMT4">
                  <p:embed/>
                </p:oleObj>
              </mc:Choice>
              <mc:Fallback>
                <p:oleObj name="Equation" r:id="rId7" imgW="1764534" imgH="49508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637" y="5410200"/>
                        <a:ext cx="37020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04625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idx="1"/>
          </p:nvPr>
        </p:nvSpPr>
        <p:spPr bwMode="auto">
          <a:xfrm>
            <a:off x="381000" y="609600"/>
            <a:ext cx="8382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1" hangingPunct="1"/>
            <a:r>
              <a:rPr kumimoji="1" lang="fr-FR" altLang="zh-CN" b="1" dirty="0" err="1">
                <a:latin typeface="Times New Roman" pitchFamily="18" charset="0"/>
              </a:rPr>
              <a:t>From</a:t>
            </a:r>
            <a:r>
              <a:rPr kumimoji="1" lang="fr-FR" altLang="zh-CN" b="1" dirty="0">
                <a:latin typeface="Times New Roman" pitchFamily="18" charset="0"/>
              </a:rPr>
              <a:t> </a:t>
            </a:r>
            <a:r>
              <a:rPr kumimoji="1" lang="fr-FR" altLang="zh-CN" b="1" dirty="0" err="1">
                <a:latin typeface="Times New Roman" pitchFamily="18" charset="0"/>
              </a:rPr>
              <a:t>above</a:t>
            </a:r>
            <a:r>
              <a:rPr kumimoji="1" lang="fr-FR" altLang="zh-CN" b="1" dirty="0">
                <a:latin typeface="Times New Roman" pitchFamily="18" charset="0"/>
              </a:rPr>
              <a:t> discussion, </a:t>
            </a:r>
            <a:r>
              <a:rPr kumimoji="1" lang="fr-FR" altLang="zh-CN" b="1" dirty="0" err="1">
                <a:latin typeface="Times New Roman" pitchFamily="18" charset="0"/>
              </a:rPr>
              <a:t>it</a:t>
            </a:r>
            <a:r>
              <a:rPr kumimoji="1" lang="fr-FR" altLang="zh-CN" b="1" dirty="0">
                <a:latin typeface="Times New Roman" pitchFamily="18" charset="0"/>
              </a:rPr>
              <a:t> </a:t>
            </a:r>
            <a:r>
              <a:rPr kumimoji="1" lang="fr-FR" altLang="zh-CN" b="1" dirty="0" err="1">
                <a:latin typeface="Times New Roman" pitchFamily="18" charset="0"/>
              </a:rPr>
              <a:t>is</a:t>
            </a:r>
            <a:r>
              <a:rPr kumimoji="1" lang="fr-FR" altLang="zh-CN" b="1" dirty="0">
                <a:latin typeface="Times New Roman" pitchFamily="18" charset="0"/>
              </a:rPr>
              <a:t> </a:t>
            </a:r>
            <a:r>
              <a:rPr kumimoji="1" lang="fr-FR" altLang="zh-CN" b="1" dirty="0" err="1">
                <a:latin typeface="Times New Roman" pitchFamily="18" charset="0"/>
              </a:rPr>
              <a:t>clear</a:t>
            </a:r>
            <a:r>
              <a:rPr kumimoji="1" lang="fr-FR" altLang="zh-CN" b="1" dirty="0">
                <a:latin typeface="Times New Roman" pitchFamily="18" charset="0"/>
              </a:rPr>
              <a:t> </a:t>
            </a:r>
            <a:r>
              <a:rPr kumimoji="1" lang="fr-FR" altLang="zh-CN" b="1" dirty="0" err="1">
                <a:latin typeface="Times New Roman" pitchFamily="18" charset="0"/>
              </a:rPr>
              <a:t>that</a:t>
            </a:r>
            <a:r>
              <a:rPr kumimoji="1" lang="fr-FR" altLang="zh-CN" b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kumimoji="1" lang="fr-FR" altLang="zh-CN" b="1" dirty="0" err="1">
                <a:solidFill>
                  <a:srgbClr val="FF0000"/>
                </a:solidFill>
                <a:latin typeface="Times New Roman" pitchFamily="18" charset="0"/>
              </a:rPr>
              <a:t>quantization</a:t>
            </a:r>
            <a:endParaRPr kumimoji="1" lang="fr-FR" altLang="zh-CN" b="1" dirty="0">
              <a:solidFill>
                <a:srgbClr val="FF0000"/>
              </a:solidFill>
              <a:latin typeface="Times New Roman" pitchFamily="18" charset="0"/>
            </a:endParaRPr>
          </a:p>
          <a:p>
            <a:pPr marL="342900" indent="-342900" eaLnBrk="1" hangingPunct="1"/>
            <a:r>
              <a:rPr kumimoji="1" lang="fr-FR" altLang="zh-CN" b="1" dirty="0" err="1">
                <a:latin typeface="Times New Roman" pitchFamily="18" charset="0"/>
              </a:rPr>
              <a:t>results</a:t>
            </a:r>
            <a:r>
              <a:rPr kumimoji="1" lang="fr-FR" altLang="zh-CN" b="1" dirty="0">
                <a:latin typeface="Times New Roman" pitchFamily="18" charset="0"/>
              </a:rPr>
              <a:t> in a </a:t>
            </a:r>
            <a:r>
              <a:rPr kumimoji="1" lang="fr-FR" altLang="zh-CN" b="1" dirty="0" err="1">
                <a:latin typeface="Times New Roman" pitchFamily="18" charset="0"/>
              </a:rPr>
              <a:t>loss</a:t>
            </a:r>
            <a:r>
              <a:rPr kumimoji="1" lang="fr-FR" altLang="zh-CN" b="1" dirty="0">
                <a:latin typeface="Times New Roman" pitchFamily="18" charset="0"/>
              </a:rPr>
              <a:t> of information.</a:t>
            </a:r>
          </a:p>
          <a:p>
            <a:pPr marL="342900" indent="-342900" eaLnBrk="1" hangingPunct="1"/>
            <a:endParaRPr kumimoji="1" lang="fr-FR" altLang="zh-CN" b="1" dirty="0">
              <a:latin typeface="Times New Roman" pitchFamily="18" charset="0"/>
            </a:endParaRPr>
          </a:p>
          <a:p>
            <a:pPr marL="342900" indent="-342900" eaLnBrk="1" hangingPunct="1"/>
            <a:r>
              <a:rPr kumimoji="1" lang="fr-FR" altLang="zh-CN" b="1" dirty="0">
                <a:latin typeface="Times New Roman" pitchFamily="18" charset="0"/>
              </a:rPr>
              <a:t>(</a:t>
            </a:r>
            <a:r>
              <a:rPr kumimoji="1" lang="fr-FR" altLang="zh-CN" b="1" i="1" dirty="0">
                <a:latin typeface="Times New Roman" pitchFamily="18" charset="0"/>
              </a:rPr>
              <a:t>Information </a:t>
            </a:r>
            <a:r>
              <a:rPr kumimoji="1" lang="fr-FR" altLang="zh-CN" b="1" i="1" dirty="0" err="1">
                <a:latin typeface="Times New Roman" pitchFamily="18" charset="0"/>
              </a:rPr>
              <a:t>can</a:t>
            </a:r>
            <a:r>
              <a:rPr kumimoji="1" lang="fr-FR" altLang="zh-CN" b="1" i="1" dirty="0">
                <a:latin typeface="Times New Roman" pitchFamily="18" charset="0"/>
              </a:rPr>
              <a:t> </a:t>
            </a:r>
            <a:r>
              <a:rPr kumimoji="1" lang="fr-FR" altLang="zh-CN" b="1" i="1" dirty="0" err="1">
                <a:latin typeface="Times New Roman" pitchFamily="18" charset="0"/>
              </a:rPr>
              <a:t>also</a:t>
            </a:r>
            <a:r>
              <a:rPr kumimoji="1" lang="fr-FR" altLang="zh-CN" b="1" i="1" dirty="0">
                <a:latin typeface="Times New Roman" pitchFamily="18" charset="0"/>
              </a:rPr>
              <a:t> </a:t>
            </a:r>
            <a:r>
              <a:rPr kumimoji="1" lang="fr-FR" altLang="zh-CN" b="1" i="1" dirty="0" err="1">
                <a:latin typeface="Times New Roman" pitchFamily="18" charset="0"/>
              </a:rPr>
              <a:t>be</a:t>
            </a:r>
            <a:r>
              <a:rPr kumimoji="1" lang="fr-FR" altLang="zh-CN" b="1" i="1" dirty="0">
                <a:latin typeface="Times New Roman" pitchFamily="18" charset="0"/>
              </a:rPr>
              <a:t> </a:t>
            </a:r>
            <a:r>
              <a:rPr kumimoji="1" lang="fr-FR" altLang="zh-CN" b="1" i="1" dirty="0" err="1">
                <a:latin typeface="Times New Roman" pitchFamily="18" charset="0"/>
              </a:rPr>
              <a:t>lost</a:t>
            </a:r>
            <a:r>
              <a:rPr kumimoji="1" lang="fr-FR" altLang="zh-CN" b="1" i="1" dirty="0">
                <a:latin typeface="Times New Roman" pitchFamily="18" charset="0"/>
              </a:rPr>
              <a:t> in PAM due to noise</a:t>
            </a:r>
            <a:r>
              <a:rPr kumimoji="1" lang="fr-FR" altLang="zh-CN" b="1" dirty="0">
                <a:latin typeface="Times New Roman" pitchFamily="18" charset="0"/>
              </a:rPr>
              <a:t>)</a:t>
            </a:r>
            <a:endParaRPr kumimoji="1" lang="en-US" altLang="zh-CN" b="1" dirty="0">
              <a:solidFill>
                <a:srgbClr val="FF0000"/>
              </a:solidFill>
              <a:latin typeface="Times New Roman" pitchFamily="18" charset="0"/>
            </a:endParaRP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  <a:p>
            <a:pPr marL="342900" indent="-342900" eaLnBrk="1" hangingPunct="1"/>
            <a:r>
              <a:rPr kumimoji="1" lang="en-US" altLang="zh-CN" b="1" dirty="0">
                <a:latin typeface="Times New Roman" pitchFamily="18" charset="0"/>
              </a:rPr>
              <a:t>Such an information lost due to quantization may </a:t>
            </a:r>
          </a:p>
          <a:p>
            <a:pPr marL="342900" indent="-342900" eaLnBrk="1" hangingPunct="1"/>
            <a:r>
              <a:rPr kumimoji="1" lang="en-US" altLang="zh-CN" b="1" dirty="0">
                <a:latin typeface="Times New Roman" pitchFamily="18" charset="0"/>
              </a:rPr>
              <a:t>be reduced by increasing the number of levels used, L.</a:t>
            </a:r>
          </a:p>
          <a:p>
            <a:pPr marL="342900" indent="-342900" eaLnBrk="1" hangingPunct="1"/>
            <a:endParaRPr kumimoji="1" lang="en-US" altLang="zh-CN" b="1" dirty="0">
              <a:latin typeface="Times New Roman" pitchFamily="18" charset="0"/>
            </a:endParaRPr>
          </a:p>
          <a:p>
            <a:pPr marL="342900" indent="-342900" eaLnBrk="1" hangingPunct="1"/>
            <a:r>
              <a:rPr kumimoji="1" lang="en-US" altLang="zh-CN" i="1" dirty="0">
                <a:solidFill>
                  <a:schemeClr val="accent2"/>
                </a:solidFill>
                <a:latin typeface="Times New Roman" pitchFamily="18" charset="0"/>
              </a:rPr>
              <a:t>e.g.  8 to 16 levels are sufficient for speech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5228075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/>
          </a:bodyPr>
          <a:lstStyle/>
          <a:p>
            <a:r>
              <a:rPr lang="en-US" altLang="zh-HK" sz="2400" u="sng" dirty="0">
                <a:latin typeface="Times New Roman" pitchFamily="18" charset="0"/>
              </a:rPr>
              <a:t>Example:1  </a:t>
            </a:r>
          </a:p>
          <a:p>
            <a:r>
              <a:rPr lang="en-US" altLang="zh-HK" sz="2400" dirty="0">
                <a:latin typeface="Times New Roman" pitchFamily="18" charset="0"/>
              </a:rPr>
              <a:t>The digital audio compact optical disc (CD) system uses  </a:t>
            </a:r>
            <a:r>
              <a:rPr lang="en-US" altLang="zh-HK" sz="2400" dirty="0">
                <a:solidFill>
                  <a:srgbClr val="FF0000"/>
                </a:solidFill>
                <a:latin typeface="Times New Roman" pitchFamily="18" charset="0"/>
              </a:rPr>
              <a:t>16 bit</a:t>
            </a:r>
            <a:r>
              <a:rPr lang="en-US" altLang="zh-HK" sz="2400" dirty="0">
                <a:latin typeface="Times New Roman" pitchFamily="18" charset="0"/>
              </a:rPr>
              <a:t> quantization and a sampling rate of  </a:t>
            </a:r>
            <a:r>
              <a:rPr lang="en-US" altLang="zh-HK" sz="2400" dirty="0">
                <a:solidFill>
                  <a:srgbClr val="FF0000"/>
                </a:solidFill>
                <a:latin typeface="Times New Roman" pitchFamily="18" charset="0"/>
              </a:rPr>
              <a:t>44.1 kHz</a:t>
            </a:r>
            <a:r>
              <a:rPr lang="en-US" altLang="zh-HK" sz="2400" dirty="0">
                <a:latin typeface="Times New Roman" pitchFamily="18" charset="0"/>
              </a:rPr>
              <a:t>  per channel.  </a:t>
            </a:r>
          </a:p>
          <a:p>
            <a:r>
              <a:rPr lang="en-US" altLang="zh-HK" sz="2400" dirty="0">
                <a:latin typeface="Times New Roman" pitchFamily="18" charset="0"/>
              </a:rPr>
              <a:t>Assuming  the audio signal has a peak to mean power ratio  of  </a:t>
            </a:r>
            <a:r>
              <a:rPr lang="en-US" altLang="zh-HK" sz="2400" dirty="0">
                <a:solidFill>
                  <a:srgbClr val="FF0000"/>
                </a:solidFill>
                <a:latin typeface="Times New Roman" pitchFamily="18" charset="0"/>
              </a:rPr>
              <a:t>13 dB</a:t>
            </a:r>
            <a:r>
              <a:rPr lang="en-US" altLang="zh-HK" sz="2400" dirty="0">
                <a:latin typeface="Times New Roman" pitchFamily="18" charset="0"/>
              </a:rPr>
              <a:t>,  occupies the frequency band  0  to  </a:t>
            </a:r>
            <a:r>
              <a:rPr lang="en-US" altLang="zh-HK" sz="2400" dirty="0">
                <a:solidFill>
                  <a:srgbClr val="FF3399"/>
                </a:solidFill>
                <a:latin typeface="Times New Roman" pitchFamily="18" charset="0"/>
              </a:rPr>
              <a:t>20 kHz</a:t>
            </a:r>
            <a:r>
              <a:rPr lang="en-US" altLang="zh-HK" sz="2400" dirty="0">
                <a:latin typeface="Times New Roman" pitchFamily="18" charset="0"/>
              </a:rPr>
              <a:t>  and that the recovery filter has an  </a:t>
            </a:r>
            <a:r>
              <a:rPr lang="en-US" altLang="zh-HK" sz="2400" i="1" dirty="0">
                <a:latin typeface="Times New Roman" pitchFamily="18" charset="0"/>
              </a:rPr>
              <a:t>effective</a:t>
            </a:r>
            <a:r>
              <a:rPr lang="en-US" altLang="zh-HK" sz="2400" dirty="0">
                <a:latin typeface="Times New Roman" pitchFamily="18" charset="0"/>
              </a:rPr>
              <a:t>  bandwidth, allowing for the finite cut-off rate of a practical filter of  </a:t>
            </a:r>
            <a:r>
              <a:rPr lang="en-US" altLang="zh-HK" sz="2400" dirty="0">
                <a:solidFill>
                  <a:srgbClr val="FF3399"/>
                </a:solidFill>
                <a:latin typeface="Times New Roman" pitchFamily="18" charset="0"/>
              </a:rPr>
              <a:t>22 kHz</a:t>
            </a:r>
            <a:r>
              <a:rPr lang="en-US" altLang="zh-HK" sz="2400" dirty="0">
                <a:latin typeface="Times New Roman" pitchFamily="18" charset="0"/>
              </a:rPr>
              <a:t>, estimate the signal to quantization noise ratio attainable.</a:t>
            </a:r>
          </a:p>
          <a:p>
            <a:r>
              <a:rPr lang="en-US" altLang="zh-HK" sz="2400" dirty="0">
                <a:latin typeface="Times New Roman" pitchFamily="18" charset="0"/>
              </a:rPr>
              <a:t>	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00789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745163"/>
          </a:xfrm>
        </p:spPr>
        <p:txBody>
          <a:bodyPr/>
          <a:lstStyle/>
          <a:p>
            <a:r>
              <a:rPr lang="en-US" altLang="zh-HK" u="sng" dirty="0">
                <a:latin typeface="Times New Roman" pitchFamily="18" charset="0"/>
              </a:rPr>
              <a:t>Solution</a:t>
            </a:r>
            <a:r>
              <a:rPr lang="en-US" altLang="zh-HK" dirty="0">
                <a:latin typeface="Times New Roman" pitchFamily="18" charset="0"/>
              </a:rPr>
              <a:t>:</a:t>
            </a:r>
          </a:p>
          <a:p>
            <a:r>
              <a:rPr lang="en-US" altLang="zh-HK" dirty="0" err="1">
                <a:latin typeface="Times New Roman" pitchFamily="18" charset="0"/>
              </a:rPr>
              <a:t>f</a:t>
            </a:r>
            <a:r>
              <a:rPr lang="en-US" altLang="zh-HK" baseline="-25000" dirty="0" err="1">
                <a:latin typeface="Times New Roman" pitchFamily="18" charset="0"/>
              </a:rPr>
              <a:t>s</a:t>
            </a:r>
            <a:r>
              <a:rPr lang="en-GB" altLang="zh-HK" dirty="0">
                <a:latin typeface="Times New Roman" pitchFamily="18" charset="0"/>
              </a:rPr>
              <a:t> = 44.1 kHz, n = 16, thus we have L = 2</a:t>
            </a:r>
            <a:r>
              <a:rPr lang="en-GB" altLang="zh-HK" baseline="30000" dirty="0">
                <a:latin typeface="Times New Roman" pitchFamily="18" charset="0"/>
              </a:rPr>
              <a:t>16 </a:t>
            </a:r>
            <a:r>
              <a:rPr lang="en-GB" altLang="zh-HK" dirty="0">
                <a:latin typeface="Times New Roman" pitchFamily="18" charset="0"/>
              </a:rPr>
              <a:t>quantization levels.</a:t>
            </a:r>
          </a:p>
          <a:p>
            <a:endParaRPr lang="en-GB" altLang="zh-HK" dirty="0">
              <a:latin typeface="Times New Roman" pitchFamily="18" charset="0"/>
            </a:endParaRPr>
          </a:p>
          <a:p>
            <a:endParaRPr lang="en-GB" altLang="zh-HK" dirty="0">
              <a:latin typeface="Times New Roman" pitchFamily="18" charset="0"/>
            </a:endParaRPr>
          </a:p>
          <a:p>
            <a:endParaRPr lang="en-GB" altLang="zh-HK" dirty="0">
              <a:latin typeface="Times New Roman" pitchFamily="18" charset="0"/>
            </a:endParaRPr>
          </a:p>
          <a:p>
            <a:r>
              <a:rPr lang="en-GB" altLang="zh-HK" dirty="0">
                <a:latin typeface="Times New Roman" pitchFamily="18" charset="0"/>
              </a:rPr>
              <a:t>So we have:</a:t>
            </a:r>
          </a:p>
          <a:p>
            <a:endParaRPr lang="en-GB" altLang="zh-HK" dirty="0">
              <a:latin typeface="Times New Roman" pitchFamily="18" charset="0"/>
            </a:endParaRPr>
          </a:p>
          <a:p>
            <a:endParaRPr lang="en-GB" altLang="zh-HK" dirty="0">
              <a:latin typeface="Times New Roman" pitchFamily="18" charset="0"/>
            </a:endParaRPr>
          </a:p>
          <a:p>
            <a:endParaRPr lang="en-GB" altLang="zh-HK" dirty="0">
              <a:latin typeface="Times New Roman" pitchFamily="18" charset="0"/>
            </a:endParaRPr>
          </a:p>
          <a:p>
            <a:endParaRPr lang="en-GB" altLang="zh-HK" dirty="0">
              <a:latin typeface="Times New Roman" pitchFamily="18" charset="0"/>
            </a:endParaRPr>
          </a:p>
          <a:p>
            <a:endParaRPr lang="en-GB" altLang="zh-HK" dirty="0">
              <a:latin typeface="Times New Roman" pitchFamily="18" charset="0"/>
            </a:endParaRPr>
          </a:p>
          <a:p>
            <a:endParaRPr lang="en-GB" altLang="zh-HK" dirty="0">
              <a:latin typeface="Times New Roman" pitchFamily="18" charset="0"/>
            </a:endParaRPr>
          </a:p>
          <a:p>
            <a:endParaRPr lang="en-GB" altLang="zh-HK" dirty="0">
              <a:latin typeface="Times New Roman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784725"/>
              </p:ext>
            </p:extLst>
          </p:nvPr>
        </p:nvGraphicFramePr>
        <p:xfrm>
          <a:off x="1219200" y="1524000"/>
          <a:ext cx="34702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900" imgH="584200" progId="Equation.DSMT4">
                  <p:embed/>
                </p:oleObj>
              </mc:Choice>
              <mc:Fallback>
                <p:oleObj name="Equation" r:id="rId2" imgW="1993900" imgH="584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24000"/>
                        <a:ext cx="3470275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813159"/>
              </p:ext>
            </p:extLst>
          </p:nvPr>
        </p:nvGraphicFramePr>
        <p:xfrm>
          <a:off x="1066800" y="3200400"/>
          <a:ext cx="485140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1800" imgH="495300" progId="Equation.DSMT4">
                  <p:embed/>
                </p:oleObj>
              </mc:Choice>
              <mc:Fallback>
                <p:oleObj name="Equation" r:id="rId4" imgW="2971800" imgH="495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00400"/>
                        <a:ext cx="485140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77240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/>
          </a:bodyPr>
          <a:lstStyle/>
          <a:p>
            <a:r>
              <a:rPr lang="en-US" altLang="zh-HK" sz="2400" u="sng" dirty="0">
                <a:latin typeface="Times New Roman" pitchFamily="18" charset="0"/>
              </a:rPr>
              <a:t>Example: 2 </a:t>
            </a:r>
          </a:p>
          <a:p>
            <a:r>
              <a:rPr lang="en-US" altLang="zh-HK" sz="2400" dirty="0">
                <a:latin typeface="Times New Roman" pitchFamily="18" charset="0"/>
              </a:rPr>
              <a:t>A 12 bit ADC having analog input voltage ranging from -2v to 2 v. Determine followings: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altLang="zh-HK" sz="2400" dirty="0">
                <a:latin typeface="Times New Roman" pitchFamily="18" charset="0"/>
              </a:rPr>
              <a:t>No of quantization Levels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altLang="zh-HK" sz="2400" dirty="0">
                <a:latin typeface="Times New Roman" pitchFamily="18" charset="0"/>
              </a:rPr>
              <a:t>Step Size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altLang="zh-HK" sz="2400" dirty="0">
                <a:latin typeface="Times New Roman" pitchFamily="18" charset="0"/>
              </a:rPr>
              <a:t>Quantization Level, when the analog Voltage is 1.33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altLang="zh-HK" sz="2400" dirty="0">
                <a:latin typeface="Times New Roman" pitchFamily="18" charset="0"/>
              </a:rPr>
              <a:t>Quantization error (for case I)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altLang="zh-HK" sz="2400" dirty="0">
                <a:latin typeface="Times New Roman" pitchFamily="18" charset="0"/>
              </a:rPr>
              <a:t>Dynamic Range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01DF92C-D385-4071-AE4D-2C2C5A5D0F47}"/>
                  </a:ext>
                </a:extLst>
              </p14:cNvPr>
              <p14:cNvContentPartPr/>
              <p14:nvPr/>
            </p14:nvContentPartPr>
            <p14:xfrm>
              <a:off x="-2226960" y="264268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01DF92C-D385-4071-AE4D-2C2C5A5D0F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244600" y="262504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106366B-A973-4FF2-95FD-C87AF34E5D20}"/>
                  </a:ext>
                </a:extLst>
              </p14:cNvPr>
              <p14:cNvContentPartPr/>
              <p14:nvPr/>
            </p14:nvContentPartPr>
            <p14:xfrm>
              <a:off x="4108331" y="3671182"/>
              <a:ext cx="36720" cy="219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106366B-A973-4FF2-95FD-C87AF34E5D2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090691" y="3653542"/>
                <a:ext cx="72360" cy="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10165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/>
          <a:lstStyle/>
          <a:p>
            <a:r>
              <a:rPr lang="en-US" u="sng" dirty="0"/>
              <a:t>Types of Quantization</a:t>
            </a:r>
          </a:p>
          <a:p>
            <a:r>
              <a:rPr lang="en-US" dirty="0"/>
              <a:t>There are two types of Quantization - </a:t>
            </a:r>
            <a:r>
              <a:rPr lang="en-US" dirty="0">
                <a:solidFill>
                  <a:srgbClr val="FF0000"/>
                </a:solidFill>
              </a:rPr>
              <a:t>Uniform</a:t>
            </a:r>
            <a:r>
              <a:rPr lang="en-US" dirty="0"/>
              <a:t> Quantization and </a:t>
            </a:r>
            <a:r>
              <a:rPr lang="en-US" dirty="0">
                <a:solidFill>
                  <a:srgbClr val="FF0000"/>
                </a:solidFill>
              </a:rPr>
              <a:t>Non-uniform</a:t>
            </a:r>
            <a:r>
              <a:rPr lang="en-US" dirty="0"/>
              <a:t> Quantization.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type of quantization in which the </a:t>
            </a:r>
            <a:r>
              <a:rPr lang="en-US" dirty="0">
                <a:solidFill>
                  <a:srgbClr val="FF0000"/>
                </a:solidFill>
              </a:rPr>
              <a:t>quantization levels are uniformly spaced</a:t>
            </a:r>
            <a:r>
              <a:rPr lang="en-US" dirty="0"/>
              <a:t> is termed as a </a:t>
            </a:r>
            <a:r>
              <a:rPr lang="en-US" dirty="0">
                <a:solidFill>
                  <a:srgbClr val="FF0000"/>
                </a:solidFill>
              </a:rPr>
              <a:t>Uniform Quantization.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type of quantization in which the </a:t>
            </a:r>
            <a:r>
              <a:rPr lang="en-US" dirty="0">
                <a:solidFill>
                  <a:srgbClr val="FF0000"/>
                </a:solidFill>
              </a:rPr>
              <a:t>quantization levels are unequal </a:t>
            </a:r>
            <a:r>
              <a:rPr lang="en-US" dirty="0"/>
              <a:t>and mostly the relation between them is logarithmic, is termed as a </a:t>
            </a:r>
            <a:r>
              <a:rPr lang="en-US" dirty="0">
                <a:solidFill>
                  <a:srgbClr val="FF0000"/>
                </a:solidFill>
              </a:rPr>
              <a:t>Non-uniform Quantization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There are two </a:t>
            </a:r>
            <a:r>
              <a:rPr lang="en-US" dirty="0">
                <a:solidFill>
                  <a:srgbClr val="FF0000"/>
                </a:solidFill>
              </a:rPr>
              <a:t>types of uniform quantization</a:t>
            </a:r>
            <a:r>
              <a:rPr lang="en-US" dirty="0"/>
              <a:t>. They are </a:t>
            </a:r>
            <a:r>
              <a:rPr lang="en-US" dirty="0">
                <a:solidFill>
                  <a:srgbClr val="FF0000"/>
                </a:solidFill>
              </a:rPr>
              <a:t>Mid-Rise type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Mid-Tread type</a:t>
            </a:r>
            <a:r>
              <a:rPr lang="en-US" dirty="0"/>
              <a:t>. The following figures represent the two types of uniform quantization.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4956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63246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1 shows the </a:t>
            </a:r>
            <a:r>
              <a:rPr lang="en-US" dirty="0">
                <a:solidFill>
                  <a:srgbClr val="FF0000"/>
                </a:solidFill>
              </a:rPr>
              <a:t>mid-rise</a:t>
            </a:r>
            <a:r>
              <a:rPr lang="en-US" dirty="0"/>
              <a:t> type and figure 2 shows the </a:t>
            </a:r>
            <a:r>
              <a:rPr lang="en-US" dirty="0">
                <a:solidFill>
                  <a:srgbClr val="FF0000"/>
                </a:solidFill>
              </a:rPr>
              <a:t>mid-tread</a:t>
            </a:r>
            <a:r>
              <a:rPr lang="en-US" dirty="0"/>
              <a:t> type of uniform quantization.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 Mid-Rise type is so called because the origin lies in the middle of a </a:t>
            </a:r>
            <a:r>
              <a:rPr lang="en-US" dirty="0">
                <a:solidFill>
                  <a:srgbClr val="FF0000"/>
                </a:solidFill>
              </a:rPr>
              <a:t>raising part of the stair-case like graph</a:t>
            </a:r>
            <a:r>
              <a:rPr lang="en-US" dirty="0"/>
              <a:t>. The </a:t>
            </a:r>
            <a:r>
              <a:rPr lang="en-US" dirty="0">
                <a:solidFill>
                  <a:srgbClr val="FF0000"/>
                </a:solidFill>
              </a:rPr>
              <a:t>quantization levels in this type are even in number.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 Mid-tread type is so called because the origin lies in the middle of a </a:t>
            </a:r>
            <a:r>
              <a:rPr lang="en-US" dirty="0">
                <a:solidFill>
                  <a:srgbClr val="FF0000"/>
                </a:solidFill>
              </a:rPr>
              <a:t>tread of the stair-case like graph</a:t>
            </a:r>
            <a:r>
              <a:rPr lang="en-US" dirty="0"/>
              <a:t>. The</a:t>
            </a:r>
            <a:r>
              <a:rPr lang="en-US" dirty="0">
                <a:solidFill>
                  <a:srgbClr val="FF0000"/>
                </a:solidFill>
              </a:rPr>
              <a:t> quantization levels in this type are odd in number.</a:t>
            </a:r>
          </a:p>
          <a:p>
            <a:r>
              <a:rPr lang="en-US" dirty="0"/>
              <a:t>Both the mid-rise and mid-tread type of uniform </a:t>
            </a:r>
            <a:r>
              <a:rPr lang="en-US" dirty="0" err="1"/>
              <a:t>quantizers</a:t>
            </a:r>
            <a:r>
              <a:rPr lang="en-US" dirty="0"/>
              <a:t> are symmetric about the origin.</a:t>
            </a:r>
          </a:p>
          <a:p>
            <a:endParaRPr lang="en-US" dirty="0"/>
          </a:p>
        </p:txBody>
      </p:sp>
      <p:pic>
        <p:nvPicPr>
          <p:cNvPr id="4" name="Picture 2" descr="C:\Users\Hp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13" y="-152400"/>
            <a:ext cx="7096087" cy="311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A7A180-ECD9-44AF-9E67-9F44B5B87639}"/>
                  </a:ext>
                </a:extLst>
              </p14:cNvPr>
              <p14:cNvContentPartPr/>
              <p14:nvPr/>
            </p14:nvContentPartPr>
            <p14:xfrm>
              <a:off x="5602691" y="1328302"/>
              <a:ext cx="362880" cy="89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A7A180-ECD9-44AF-9E67-9F44B5B8763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584691" y="1310662"/>
                <a:ext cx="3985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6CCDC5D-28AB-4BEA-B7FD-ACBD262994F9}"/>
                  </a:ext>
                </a:extLst>
              </p14:cNvPr>
              <p14:cNvContentPartPr/>
              <p14:nvPr/>
            </p14:nvContentPartPr>
            <p14:xfrm>
              <a:off x="5613851" y="1327942"/>
              <a:ext cx="352080" cy="78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6CCDC5D-28AB-4BEA-B7FD-ACBD262994F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595851" y="1310302"/>
                <a:ext cx="387720" cy="11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82556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idx="1"/>
          </p:nvPr>
        </p:nvSpPr>
        <p:spPr bwMode="auto">
          <a:xfrm>
            <a:off x="503237" y="914400"/>
            <a:ext cx="8229600" cy="146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eaLnBrk="1" hangingPunct="1"/>
            <a:r>
              <a:rPr kumimoji="1" lang="en-US" altLang="zh-CN" b="1" dirty="0">
                <a:solidFill>
                  <a:srgbClr val="FF0000"/>
                </a:solidFill>
                <a:latin typeface="Times New Roman" pitchFamily="18" charset="0"/>
              </a:rPr>
              <a:t>	Encoding</a:t>
            </a:r>
          </a:p>
          <a:p>
            <a:pPr marL="342900" indent="-342900" eaLnBrk="1" hangingPunct="1"/>
            <a:r>
              <a:rPr kumimoji="1" lang="en-US" altLang="zh-CN" b="1" dirty="0">
                <a:latin typeface="Times New Roman" pitchFamily="18" charset="0"/>
              </a:rPr>
              <a:t>	After sampling and quantization, the analog message signal becomes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itchFamily="18" charset="0"/>
              </a:rPr>
              <a:t>discrete in values</a:t>
            </a:r>
            <a:r>
              <a:rPr kumimoji="1" lang="en-US" altLang="zh-CN" b="1" dirty="0">
                <a:latin typeface="Times New Roman" pitchFamily="18" charset="0"/>
              </a:rPr>
              <a:t>, but it is still </a:t>
            </a:r>
            <a:r>
              <a:rPr kumimoji="1" lang="en-US" altLang="zh-CN" b="1" i="1" dirty="0">
                <a:solidFill>
                  <a:srgbClr val="FF3399"/>
                </a:solidFill>
                <a:latin typeface="Times New Roman" pitchFamily="18" charset="0"/>
              </a:rPr>
              <a:t>not in the form best suited for transmission</a:t>
            </a:r>
            <a:r>
              <a:rPr kumimoji="1" lang="en-US" altLang="zh-CN" b="1" dirty="0">
                <a:latin typeface="Times New Roman" pitchFamily="18" charset="0"/>
              </a:rPr>
              <a:t>. </a:t>
            </a:r>
            <a:endParaRPr kumimoji="1" lang="en-US" altLang="en-US" b="1" dirty="0">
              <a:latin typeface="Times New Roman" pitchFamily="18" charset="0"/>
            </a:endParaRPr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838200" y="2895600"/>
            <a:ext cx="75596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2000" b="1" dirty="0">
                <a:latin typeface="Times New Roman" pitchFamily="18" charset="0"/>
              </a:rPr>
              <a:t>In order that the signal is best suited for transmission, i.e. </a:t>
            </a:r>
            <a:r>
              <a:rPr kumimoji="1" lang="en-US" altLang="zh-CN" sz="2000" b="1" i="1" dirty="0">
                <a:solidFill>
                  <a:srgbClr val="FF3399"/>
                </a:solidFill>
                <a:latin typeface="Times New Roman" pitchFamily="18" charset="0"/>
              </a:rPr>
              <a:t>more robust to noise and interference</a:t>
            </a:r>
            <a:r>
              <a:rPr kumimoji="1" lang="en-US" altLang="zh-CN" sz="2000" b="1" dirty="0">
                <a:latin typeface="Times New Roman" pitchFamily="18" charset="0"/>
              </a:rPr>
              <a:t>, an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itchFamily="18" charset="0"/>
              </a:rPr>
              <a:t>encoding</a:t>
            </a:r>
            <a:r>
              <a:rPr kumimoji="1" lang="en-US" altLang="zh-CN" sz="2000" b="1" dirty="0">
                <a:latin typeface="Times New Roman" pitchFamily="18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itchFamily="18" charset="0"/>
              </a:rPr>
              <a:t>process</a:t>
            </a:r>
            <a:r>
              <a:rPr kumimoji="1" lang="en-US" altLang="zh-CN" sz="2000" b="1" dirty="0">
                <a:latin typeface="Times New Roman" pitchFamily="18" charset="0"/>
              </a:rPr>
              <a:t> is required to </a:t>
            </a:r>
            <a:r>
              <a:rPr kumimoji="1" lang="en-US" altLang="zh-CN" sz="2000" b="1" i="1" dirty="0">
                <a:solidFill>
                  <a:srgbClr val="FF3399"/>
                </a:solidFill>
                <a:latin typeface="Times New Roman" pitchFamily="18" charset="0"/>
              </a:rPr>
              <a:t>translate the discrete samples to a more appropriate form, such as the binary digits</a:t>
            </a:r>
            <a:r>
              <a:rPr kumimoji="1" lang="en-US" altLang="zh-CN" sz="2000" b="1" dirty="0"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26185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153400" cy="55927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Encoding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589682"/>
              </p:ext>
            </p:extLst>
          </p:nvPr>
        </p:nvGraphicFramePr>
        <p:xfrm>
          <a:off x="76200" y="1371600"/>
          <a:ext cx="8785225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4526032" imgH="2460502" progId="CorelDRAW.Graphic.11">
                  <p:embed/>
                </p:oleObj>
              </mc:Choice>
              <mc:Fallback>
                <p:oleObj name="CorelDRAW" r:id="rId2" imgW="4526032" imgH="2460502" progId="CorelDRAW.Graphic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371600"/>
                        <a:ext cx="8785225" cy="477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93567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7764683"/>
              </p:ext>
            </p:extLst>
          </p:nvPr>
        </p:nvGraphicFramePr>
        <p:xfrm>
          <a:off x="1295400" y="914400"/>
          <a:ext cx="6366139" cy="5493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4132636" imgH="3565710" progId="CorelDRAW.Graphic.11">
                  <p:embed/>
                </p:oleObj>
              </mc:Choice>
              <mc:Fallback>
                <p:oleObj name="CorelDRAW" r:id="rId2" imgW="4132636" imgH="3565710" progId="CorelDRAW.Graphic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914400"/>
                        <a:ext cx="6366139" cy="5493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51849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Fig40A-18Aug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31" y="266700"/>
            <a:ext cx="85344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6699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6754</TotalTime>
  <Words>4734</Words>
  <Application>Microsoft Office PowerPoint</Application>
  <PresentationFormat>On-screen Show (4:3)</PresentationFormat>
  <Paragraphs>502</Paragraphs>
  <Slides>83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83</vt:i4>
      </vt:variant>
    </vt:vector>
  </HeadingPairs>
  <TitlesOfParts>
    <vt:vector size="96" baseType="lpstr">
      <vt:lpstr>Arial</vt:lpstr>
      <vt:lpstr>Arial Black</vt:lpstr>
      <vt:lpstr>Calibri</vt:lpstr>
      <vt:lpstr>Cambria Math</vt:lpstr>
      <vt:lpstr>Century Gothic</vt:lpstr>
      <vt:lpstr>Constantia</vt:lpstr>
      <vt:lpstr>Symbol</vt:lpstr>
      <vt:lpstr>Times New Roman</vt:lpstr>
      <vt:lpstr>Wingdings</vt:lpstr>
      <vt:lpstr>Essential</vt:lpstr>
      <vt:lpstr>Equation</vt:lpstr>
      <vt:lpstr>Equation.3</vt:lpstr>
      <vt:lpstr>CorelDRAW</vt:lpstr>
      <vt:lpstr>Pulse Modulation</vt:lpstr>
      <vt:lpstr>Content</vt:lpstr>
      <vt:lpstr>Why digital modulation ? </vt:lpstr>
      <vt:lpstr>Introduction of Pulse Modulation </vt:lpstr>
      <vt:lpstr>PowerPoint Presentation</vt:lpstr>
      <vt:lpstr>PowerPoint Presentation</vt:lpstr>
      <vt:lpstr>Sampling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Ideal or Impulse sampling</vt:lpstr>
      <vt:lpstr>Natural sampling</vt:lpstr>
      <vt:lpstr>PowerPoint Presentation</vt:lpstr>
      <vt:lpstr>PowerPoint Presentation</vt:lpstr>
      <vt:lpstr>PowerPoint Presentation</vt:lpstr>
      <vt:lpstr>PowerPoint Presentation</vt:lpstr>
      <vt:lpstr>Flat Top Sampling </vt:lpstr>
      <vt:lpstr>PowerPoint Presentation</vt:lpstr>
      <vt:lpstr>PowerPoint Presentation</vt:lpstr>
      <vt:lpstr>PowerPoint Presentation</vt:lpstr>
      <vt:lpstr>PowerPoint Presentation</vt:lpstr>
      <vt:lpstr>Pulse Amplitude Modulation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PULSE WIDTH MODULATION: PWM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Pulse Position Modulation - ppm</vt:lpstr>
      <vt:lpstr>PowerPoint Presentation</vt:lpstr>
      <vt:lpstr>PowerPoint Presentation</vt:lpstr>
      <vt:lpstr>PowerPoint Presentation</vt:lpstr>
      <vt:lpstr>Pulse code modulation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Quantization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Modulation</dc:title>
  <dc:creator>Hp</dc:creator>
  <cp:lastModifiedBy>Rishmali Sooriyagoda</cp:lastModifiedBy>
  <cp:revision>669</cp:revision>
  <dcterms:created xsi:type="dcterms:W3CDTF">2006-08-16T00:00:00Z</dcterms:created>
  <dcterms:modified xsi:type="dcterms:W3CDTF">2023-08-25T01:12:22Z</dcterms:modified>
</cp:coreProperties>
</file>