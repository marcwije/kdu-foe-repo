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AC902-8A33-035C-973E-0216F56F12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7AA195-7B1A-2378-6600-9AE6840FF0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C5F98-8147-17D2-28F6-2F4881740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04F4-83F3-4AAA-A317-C2AE0B5D76FB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50991-F647-F3DC-FACB-926BEFB97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37FBE-5663-F427-9A4C-144B0CB29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D720E-70F8-419A-A56B-210E185A5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692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DCD6E-5839-181C-473F-A0D64284D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3CEB9-BCC9-F34A-BF34-234F5F5E7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BB580-8EBE-5819-6A38-4B065058C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04F4-83F3-4AAA-A317-C2AE0B5D76FB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A9752-2F0B-6A92-8AE5-6350075D5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3221E-2EED-EAAF-1C1F-BDA396C96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D720E-70F8-419A-A56B-210E185A5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294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769A2-FFE7-440C-5B6B-F812DEE01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A58C9-A4D7-FF6E-1ACB-2BD962798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25CC4-563A-B2D6-B1F4-227D13072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04F4-83F3-4AAA-A317-C2AE0B5D76FB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BDF25-1CE0-6068-2965-82EA977A8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3B54F-A2AA-9430-A54F-25186FD33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D720E-70F8-419A-A56B-210E185A5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578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C50F2-8965-871E-FD7A-548ACDE0F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E00FC-7254-E96E-38F6-12F93EA4F0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EE0A6D-D34A-C5DA-A1D2-AF853ABDE2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B7668A-E13B-76D8-7181-A0DB7BAF1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04F4-83F3-4AAA-A317-C2AE0B5D76FB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47544-C894-2A3C-7580-B11136DD2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F0564-A053-8FF5-1507-5BB2452C7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D720E-70F8-419A-A56B-210E185A5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224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354B6-6A98-536A-8F4E-EA5C9CD3D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E6D3F0-DEF7-9D2C-75F3-DB8049CEB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A960DA-0ACA-B747-BCAB-DDB2FFFEA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DDFE27-43BE-6D76-CA37-A1DBF9C26C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1FDF22-76F7-272F-5715-B6BA3AE0B9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7C306C-16DF-665A-81B9-70751722F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04F4-83F3-4AAA-A317-C2AE0B5D76FB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B48658-6836-633E-6791-740EC1881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F1334E-4E1A-D3E9-D1AB-E5F11437E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D720E-70F8-419A-A56B-210E185A5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441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2AF8-64EB-42CD-61E7-DE6AFE04C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0F2BF5-16BF-457E-B7ED-B34FBC40D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04F4-83F3-4AAA-A317-C2AE0B5D76FB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B410DD-F351-BC4F-3D96-D3FF4B9D5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D2FA36-BC2A-1505-6C5A-8761584CE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D720E-70F8-419A-A56B-210E185A5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27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2A7F37-A0CD-4657-CA1B-70BCD96D3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04F4-83F3-4AAA-A317-C2AE0B5D76FB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12DF22-2C84-C99B-675C-BD944A842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2B6D9-C049-2EF7-5904-E583B5C6F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D720E-70F8-419A-A56B-210E185A5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511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3B728-1BEC-546D-C337-C9503218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91AC6-19D3-806C-DDC5-DCB17F49E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2911AD-B944-0E68-F2B6-C14855029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85ECDD-E057-BAAE-F35B-F9C08A674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04F4-83F3-4AAA-A317-C2AE0B5D76FB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31018-CC4A-5B55-B607-03AA81274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9E688-F035-B1DC-3298-C3AE8FADC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D720E-70F8-419A-A56B-210E185A5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628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C0FC7-3DAC-3081-4B93-71F228DE7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C41C09-0A0D-229E-0E8B-EDCCB4FBB8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3E76BE-01FB-73E9-C327-7BFB1AC95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367C8C-6B7B-4EA7-36BA-6867F5D48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04F4-83F3-4AAA-A317-C2AE0B5D76FB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2CD10-E1EC-EF11-F376-43022D717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BF1B2-1923-5A9A-033B-2E85F612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D720E-70F8-419A-A56B-210E185A5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367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02F7D-24E8-71F9-062E-2D437FF32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AABF1B-A5AB-631B-D8F2-E7E1B5470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944C7-35E1-45EC-11F3-CF4190694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04F4-83F3-4AAA-A317-C2AE0B5D76FB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E1BCD-FD5E-9FF8-FDB6-D6C4500B8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093E7-1185-B671-3415-41B910C84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D720E-70F8-419A-A56B-210E185A5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709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C67621-4D9C-7631-57EB-757DA84435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7CF798-DAB0-7D96-0F5B-CA3A992984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28719-098D-210B-5D8C-C07B45D18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04F4-83F3-4AAA-A317-C2AE0B5D76FB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21CAE-0273-ED6B-E6DD-03F253CB5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185C8-065B-95DA-ABBB-5B0CEB745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D720E-70F8-419A-A56B-210E185A5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193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BA95D7-BB81-A470-0333-8D46FF708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FC463-D927-7A01-CED4-2B8207161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57935-F9B8-1191-8DF5-4BC5A8F1C7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EA04F4-83F3-4AAA-A317-C2AE0B5D76FB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1D675-A7CA-BCE5-5103-EBCC09E588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0DFCA-E877-D7EB-F36E-BF7BDD0353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CD720E-70F8-419A-A56B-210E185A5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90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32F00-D2D8-BCCD-9EA1-36A37E64EC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Accruals and Prepayments</a:t>
            </a:r>
          </a:p>
        </p:txBody>
      </p:sp>
    </p:spTree>
    <p:extLst>
      <p:ext uri="{BB962C8B-B14F-4D97-AF65-F5344CB8AC3E}">
        <p14:creationId xmlns:p14="http://schemas.microsoft.com/office/powerpoint/2010/main" val="1664320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BF24A-0BCA-CB3E-B994-416BCDDBF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Accrual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EB61F-EA65-15D4-032E-11F2D8EDB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Recording the financial transactions of a business in the period in which they occur, rather than in the period in which cash is exchanged.</a:t>
            </a:r>
          </a:p>
        </p:txBody>
      </p:sp>
    </p:spTree>
    <p:extLst>
      <p:ext uri="{BB962C8B-B14F-4D97-AF65-F5344CB8AC3E}">
        <p14:creationId xmlns:p14="http://schemas.microsoft.com/office/powerpoint/2010/main" val="2250647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9277B-FDC1-08CE-F641-0D59262EA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343" y="248556"/>
            <a:ext cx="10515600" cy="864961"/>
          </a:xfrm>
        </p:spPr>
        <p:txBody>
          <a:bodyPr/>
          <a:lstStyle/>
          <a:p>
            <a:r>
              <a:rPr lang="en-US" b="1" dirty="0"/>
              <a:t>Accrued Expenses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04EFD-9FCB-3149-583A-CD541F466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53331"/>
            <a:ext cx="10515600" cy="535611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Expenses which have been incurred, but not yet paid. </a:t>
            </a:r>
          </a:p>
          <a:p>
            <a:r>
              <a:rPr lang="en-US" dirty="0"/>
              <a:t>They are classified as </a:t>
            </a:r>
            <a:r>
              <a:rPr lang="en-US" dirty="0">
                <a:solidFill>
                  <a:srgbClr val="00B0F0"/>
                </a:solidFill>
              </a:rPr>
              <a:t>Current Liabilities</a:t>
            </a:r>
          </a:p>
          <a:p>
            <a:r>
              <a:rPr lang="en-US" dirty="0"/>
              <a:t>Also known as Expenses Payable</a:t>
            </a:r>
          </a:p>
          <a:p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/>
              <a:t>Double Entry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Expense			Dr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Accrued Expense		Cr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When Cash is settled,</a:t>
            </a:r>
          </a:p>
          <a:p>
            <a:pPr marL="0" indent="0">
              <a:buNone/>
            </a:pPr>
            <a:r>
              <a:rPr lang="en-US" dirty="0"/>
              <a:t>	Accrued Expense	Dr</a:t>
            </a:r>
          </a:p>
          <a:p>
            <a:pPr marL="0" indent="0">
              <a:buNone/>
            </a:pPr>
            <a:r>
              <a:rPr lang="en-US" dirty="0"/>
              <a:t>		Cash			Cr</a:t>
            </a:r>
          </a:p>
        </p:txBody>
      </p:sp>
    </p:spTree>
    <p:extLst>
      <p:ext uri="{BB962C8B-B14F-4D97-AF65-F5344CB8AC3E}">
        <p14:creationId xmlns:p14="http://schemas.microsoft.com/office/powerpoint/2010/main" val="742207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32FC3-3D17-834A-B3D1-105971DD1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70328"/>
            <a:ext cx="10515600" cy="821418"/>
          </a:xfrm>
        </p:spPr>
        <p:txBody>
          <a:bodyPr/>
          <a:lstStyle/>
          <a:p>
            <a:r>
              <a:rPr lang="en-US" b="1" dirty="0"/>
              <a:t>Prepaid Expenses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A63B1-1554-B995-B4DE-48CA29FE1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686" y="1422853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These are future expenses that are paid in advance.</a:t>
            </a:r>
          </a:p>
          <a:p>
            <a:r>
              <a:rPr lang="en-US" dirty="0"/>
              <a:t>These are classified as Current Assets.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Double Entry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Prepaid expenses		Dr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Cash				Cr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When the actual expense is actually incurred,</a:t>
            </a:r>
          </a:p>
          <a:p>
            <a:pPr marL="0" indent="0">
              <a:buNone/>
            </a:pPr>
            <a:r>
              <a:rPr lang="en-US" dirty="0"/>
              <a:t>	Expenses			Dr</a:t>
            </a:r>
          </a:p>
          <a:p>
            <a:pPr marL="0" indent="0">
              <a:buNone/>
            </a:pPr>
            <a:r>
              <a:rPr lang="en-US" dirty="0"/>
              <a:t>		Prepaid expenses		Cr</a:t>
            </a:r>
          </a:p>
        </p:txBody>
      </p:sp>
    </p:spTree>
    <p:extLst>
      <p:ext uri="{BB962C8B-B14F-4D97-AF65-F5344CB8AC3E}">
        <p14:creationId xmlns:p14="http://schemas.microsoft.com/office/powerpoint/2010/main" val="2914910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3C3A9-82AB-6A3D-00C7-1ECA58ACC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/>
          <a:lstStyle/>
          <a:p>
            <a:r>
              <a:rPr lang="en-US" b="1" dirty="0"/>
              <a:t>Income Receivable/Accrued Income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250E7DA-8459-05C4-6307-A8F7D5EE4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509939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Income which are due</a:t>
            </a:r>
          </a:p>
          <a:p>
            <a:r>
              <a:rPr lang="en-US" dirty="0"/>
              <a:t>These are classified as Current Assets.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Double Entry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Income Receivable		Dr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Income				Cr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When the income is actually received,</a:t>
            </a:r>
          </a:p>
          <a:p>
            <a:pPr marL="0" indent="0">
              <a:buNone/>
            </a:pPr>
            <a:r>
              <a:rPr lang="en-US" dirty="0"/>
              <a:t>	Cash			  	Dr</a:t>
            </a:r>
          </a:p>
          <a:p>
            <a:pPr marL="0" indent="0">
              <a:buNone/>
            </a:pPr>
            <a:r>
              <a:rPr lang="en-US" dirty="0"/>
              <a:t>		Income Receivable		Cr</a:t>
            </a:r>
          </a:p>
        </p:txBody>
      </p:sp>
    </p:spTree>
    <p:extLst>
      <p:ext uri="{BB962C8B-B14F-4D97-AF65-F5344CB8AC3E}">
        <p14:creationId xmlns:p14="http://schemas.microsoft.com/office/powerpoint/2010/main" val="1931250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3C3A9-82AB-6A3D-00C7-1ECA58ACC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/>
          <a:lstStyle/>
          <a:p>
            <a:r>
              <a:rPr lang="en-US" b="1" dirty="0"/>
              <a:t>Income Received in Advance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250E7DA-8459-05C4-6307-A8F7D5EE4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509939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Income which have been received in advance, before the due date.</a:t>
            </a:r>
          </a:p>
          <a:p>
            <a:r>
              <a:rPr lang="en-US" dirty="0"/>
              <a:t>These are classified as Current Liabilities</a:t>
            </a:r>
          </a:p>
          <a:p>
            <a:pPr marL="0" indent="0">
              <a:buNone/>
            </a:pPr>
            <a:r>
              <a:rPr lang="en-US" dirty="0"/>
              <a:t>Double Entry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Cash		Dr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Income Received in Advance	Cr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When the income is actually incurred,</a:t>
            </a:r>
          </a:p>
          <a:p>
            <a:pPr marL="0" indent="0">
              <a:buNone/>
            </a:pPr>
            <a:r>
              <a:rPr lang="en-US" dirty="0"/>
              <a:t>	Income Received in Advance		  	Dr</a:t>
            </a:r>
          </a:p>
          <a:p>
            <a:pPr marL="0" indent="0">
              <a:buNone/>
            </a:pPr>
            <a:r>
              <a:rPr lang="en-US" dirty="0"/>
              <a:t>		Income 						Cr</a:t>
            </a:r>
          </a:p>
        </p:txBody>
      </p:sp>
    </p:spTree>
    <p:extLst>
      <p:ext uri="{BB962C8B-B14F-4D97-AF65-F5344CB8AC3E}">
        <p14:creationId xmlns:p14="http://schemas.microsoft.com/office/powerpoint/2010/main" val="4278214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F840D-A51B-DDA0-2B2F-3BEDF2BC9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9" y="0"/>
            <a:ext cx="10515600" cy="538388"/>
          </a:xfrm>
        </p:spPr>
        <p:txBody>
          <a:bodyPr>
            <a:normAutofit/>
          </a:bodyPr>
          <a:lstStyle/>
          <a:p>
            <a:r>
              <a:rPr lang="en-US" sz="3000" dirty="0"/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0F079-C549-899C-B69B-564626218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029" y="691243"/>
            <a:ext cx="10515600" cy="547551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Draw a General Journal and record the below transactions for the month of June 2023. 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Water bill for the month of June was Rs. 8,000 which was not paid until July.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Electricity expenses paid in June was Rs. 40,000. However, electricity bill for that month was Rs. 55,000. The balance amount was paid only on the following month. 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Insurance expenses for the month of May, Rs. 60,000 was actually paid in the month of June.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Total rent expense of Rs. 80,000 was paid to the Landlord on June. However, monthly rent expense is only Rs. 20,000 and the balance amount belongs to the following months. 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Interest income for the month of June, Rs. 20,000 was not received during the month.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Total rent income of Rs. 100,000 was received during the month of June, out of which Rs. 50,000 is for the month July. 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Sales commission income of Rs. 15,000 which was due in the month of May was received only during June. </a:t>
            </a:r>
          </a:p>
          <a:p>
            <a:pPr marL="0" indent="0">
              <a:buNone/>
            </a:pPr>
            <a:endParaRPr lang="en-US" dirty="0"/>
          </a:p>
          <a:p>
            <a:pPr marL="571500" indent="-571500">
              <a:buFont typeface="+mj-lt"/>
              <a:buAutoNum type="romanL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40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451</Words>
  <Application>Microsoft Office PowerPoint</Application>
  <PresentationFormat>Widescreen</PresentationFormat>
  <Paragraphs>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Accruals and Prepayments</vt:lpstr>
      <vt:lpstr>Accrual Concept</vt:lpstr>
      <vt:lpstr>Accrued Expenses</vt:lpstr>
      <vt:lpstr>Prepaid Expenses</vt:lpstr>
      <vt:lpstr>Income Receivable/Accrued Income</vt:lpstr>
      <vt:lpstr>Income Received in Advance</vt:lpstr>
      <vt:lpstr>Activity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Accruals and Prepayments</dc:title>
  <dc:creator>Danisha De Mel</dc:creator>
  <cp:lastModifiedBy>Danisha De Mel</cp:lastModifiedBy>
  <cp:revision>18</cp:revision>
  <dcterms:created xsi:type="dcterms:W3CDTF">2023-07-28T05:27:57Z</dcterms:created>
  <dcterms:modified xsi:type="dcterms:W3CDTF">2023-07-28T08:23:33Z</dcterms:modified>
</cp:coreProperties>
</file>