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
    <p:sldMasterId id="2147486810" r:id="rId2"/>
  </p:sldMasterIdLst>
  <p:notesMasterIdLst>
    <p:notesMasterId r:id="rId39"/>
  </p:notesMasterIdLst>
  <p:handoutMasterIdLst>
    <p:handoutMasterId r:id="rId40"/>
  </p:handoutMasterIdLst>
  <p:sldIdLst>
    <p:sldId id="256" r:id="rId3"/>
    <p:sldId id="275" r:id="rId4"/>
    <p:sldId id="284" r:id="rId5"/>
    <p:sldId id="313" r:id="rId6"/>
    <p:sldId id="286" r:id="rId7"/>
    <p:sldId id="270" r:id="rId8"/>
    <p:sldId id="271" r:id="rId9"/>
    <p:sldId id="272" r:id="rId10"/>
    <p:sldId id="301" r:id="rId11"/>
    <p:sldId id="302" r:id="rId12"/>
    <p:sldId id="303" r:id="rId13"/>
    <p:sldId id="318" r:id="rId14"/>
    <p:sldId id="317" r:id="rId15"/>
    <p:sldId id="319" r:id="rId16"/>
    <p:sldId id="320" r:id="rId17"/>
    <p:sldId id="321" r:id="rId18"/>
    <p:sldId id="277" r:id="rId19"/>
    <p:sldId id="278" r:id="rId20"/>
    <p:sldId id="279" r:id="rId21"/>
    <p:sldId id="280" r:id="rId22"/>
    <p:sldId id="264" r:id="rId23"/>
    <p:sldId id="273" r:id="rId24"/>
    <p:sldId id="281" r:id="rId25"/>
    <p:sldId id="316" r:id="rId26"/>
    <p:sldId id="315" r:id="rId27"/>
    <p:sldId id="304" r:id="rId28"/>
    <p:sldId id="314" r:id="rId29"/>
    <p:sldId id="307" r:id="rId30"/>
    <p:sldId id="308" r:id="rId31"/>
    <p:sldId id="309" r:id="rId32"/>
    <p:sldId id="310" r:id="rId33"/>
    <p:sldId id="311" r:id="rId34"/>
    <p:sldId id="312" r:id="rId35"/>
    <p:sldId id="305" r:id="rId36"/>
    <p:sldId id="306" r:id="rId37"/>
    <p:sldId id="293" r:id="rId3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FFCCFF"/>
    <a:srgbClr val="080808"/>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892" autoAdjust="0"/>
    <p:restoredTop sz="94660"/>
  </p:normalViewPr>
  <p:slideViewPr>
    <p:cSldViewPr>
      <p:cViewPr varScale="1">
        <p:scale>
          <a:sx n="56" d="100"/>
          <a:sy n="56" d="100"/>
        </p:scale>
        <p:origin x="1502" y="48"/>
      </p:cViewPr>
      <p:guideLst>
        <p:guide orient="horz" pos="2160"/>
        <p:guide pos="2880"/>
      </p:guideLst>
    </p:cSldViewPr>
  </p:slideViewPr>
  <p:notesTextViewPr>
    <p:cViewPr>
      <p:scale>
        <a:sx n="150" d="100"/>
        <a:sy n="150" d="100"/>
      </p:scale>
      <p:origin x="0" y="0"/>
    </p:cViewPr>
  </p:notesTextViewPr>
  <p:sorterViewPr>
    <p:cViewPr>
      <p:scale>
        <a:sx n="66" d="100"/>
        <a:sy n="66" d="100"/>
      </p:scale>
      <p:origin x="0" y="0"/>
    </p:cViewPr>
  </p:sorterViewPr>
  <p:notesViewPr>
    <p:cSldViewPr>
      <p:cViewPr varScale="1">
        <p:scale>
          <a:sx n="55" d="100"/>
          <a:sy n="55" d="100"/>
        </p:scale>
        <p:origin x="2772" y="4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81BE7372-1051-F160-EE92-5EB7F3F11FC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GB"/>
          </a:p>
        </p:txBody>
      </p:sp>
      <p:sp>
        <p:nvSpPr>
          <p:cNvPr id="29699" name="Rectangle 3">
            <a:extLst>
              <a:ext uri="{FF2B5EF4-FFF2-40B4-BE49-F238E27FC236}">
                <a16:creationId xmlns:a16="http://schemas.microsoft.com/office/drawing/2014/main" id="{59B0B52D-6670-8D59-84E2-63CCB92F7E39}"/>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GB"/>
          </a:p>
        </p:txBody>
      </p:sp>
      <p:sp>
        <p:nvSpPr>
          <p:cNvPr id="29700" name="Rectangle 4">
            <a:extLst>
              <a:ext uri="{FF2B5EF4-FFF2-40B4-BE49-F238E27FC236}">
                <a16:creationId xmlns:a16="http://schemas.microsoft.com/office/drawing/2014/main" id="{011318F4-A55A-FFAC-C22D-2E87A40BFECF}"/>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GB"/>
          </a:p>
        </p:txBody>
      </p:sp>
      <p:sp>
        <p:nvSpPr>
          <p:cNvPr id="29701" name="Rectangle 5">
            <a:extLst>
              <a:ext uri="{FF2B5EF4-FFF2-40B4-BE49-F238E27FC236}">
                <a16:creationId xmlns:a16="http://schemas.microsoft.com/office/drawing/2014/main" id="{13359F57-80B8-8F84-8EAF-C18D7CEBA9C6}"/>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C7C3574-ED8D-4849-9587-B1AAF9ABE00A}"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D650C7F6-E76D-4116-1B19-8278FCF2A28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5363" name="Rectangle 3">
            <a:extLst>
              <a:ext uri="{FF2B5EF4-FFF2-40B4-BE49-F238E27FC236}">
                <a16:creationId xmlns:a16="http://schemas.microsoft.com/office/drawing/2014/main" id="{7041C92C-1539-D35D-29D3-4BDDA88B9CEE}"/>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19460" name="Rectangle 4">
            <a:extLst>
              <a:ext uri="{FF2B5EF4-FFF2-40B4-BE49-F238E27FC236}">
                <a16:creationId xmlns:a16="http://schemas.microsoft.com/office/drawing/2014/main" id="{1B8ED7A0-F250-09B7-597A-41CD843F13B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5" name="Rectangle 5">
            <a:extLst>
              <a:ext uri="{FF2B5EF4-FFF2-40B4-BE49-F238E27FC236}">
                <a16:creationId xmlns:a16="http://schemas.microsoft.com/office/drawing/2014/main" id="{BAD17012-49D3-96A7-6262-957D3D13A10A}"/>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6">
            <a:extLst>
              <a:ext uri="{FF2B5EF4-FFF2-40B4-BE49-F238E27FC236}">
                <a16:creationId xmlns:a16="http://schemas.microsoft.com/office/drawing/2014/main" id="{9F61156C-EEBD-7B2A-0EAE-E060AE4F1075}"/>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5367" name="Rectangle 7">
            <a:extLst>
              <a:ext uri="{FF2B5EF4-FFF2-40B4-BE49-F238E27FC236}">
                <a16:creationId xmlns:a16="http://schemas.microsoft.com/office/drawing/2014/main" id="{1083792A-CC17-6EA3-5DE2-11D1527B1586}"/>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E16BCD5-7277-4FC8-A018-5B29BD54812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176F0795-748E-687A-8CE3-D808670A067B}"/>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E4119381-3782-4615-1E10-A3AD06578F2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a:p>
            <a:endParaRPr lang="en-US" altLang="en-US">
              <a:latin typeface="Arial" panose="020B0604020202020204" pitchFamily="34" charset="0"/>
            </a:endParaRPr>
          </a:p>
        </p:txBody>
      </p:sp>
      <p:sp>
        <p:nvSpPr>
          <p:cNvPr id="22532" name="Slide Number Placeholder 3">
            <a:extLst>
              <a:ext uri="{FF2B5EF4-FFF2-40B4-BE49-F238E27FC236}">
                <a16:creationId xmlns:a16="http://schemas.microsoft.com/office/drawing/2014/main" id="{C023BED4-59CE-C63E-9354-829198CB80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341729-352C-4949-B941-00832784F4EA}" type="slidenum">
              <a:rPr lang="en-US" altLang="en-US" smtClean="0"/>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8E85CB8E-74A3-F9DE-EBF9-3C7A8756DAB1}"/>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a16="http://schemas.microsoft.com/office/drawing/2014/main" id="{D22FE07C-9153-8734-7500-1CE3D3A6EC6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4580" name="Slide Number Placeholder 3">
            <a:extLst>
              <a:ext uri="{FF2B5EF4-FFF2-40B4-BE49-F238E27FC236}">
                <a16:creationId xmlns:a16="http://schemas.microsoft.com/office/drawing/2014/main" id="{AC59AB4D-63B3-7946-10E1-39D1D8113EF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98040C7-7DF1-46B9-BBCD-B270DC829C5A}" type="slidenum">
              <a:rPr lang="en-US" altLang="en-US" smtClean="0"/>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47CC1C24-66B4-7FC2-1131-1BF5C2BECF32}"/>
              </a:ext>
            </a:extLst>
          </p:cNvPr>
          <p:cNvSpPr>
            <a:spLocks noGrp="1" noRot="1" noChangeAspect="1" noChangeArrowheads="1" noTextEdit="1"/>
          </p:cNvSpPr>
          <p:nvPr>
            <p:ph type="sldImg"/>
          </p:nvPr>
        </p:nvSpPr>
        <p:spPr>
          <a:ln/>
        </p:spPr>
      </p:sp>
      <p:sp>
        <p:nvSpPr>
          <p:cNvPr id="26627" name="Notes Placeholder 2">
            <a:extLst>
              <a:ext uri="{FF2B5EF4-FFF2-40B4-BE49-F238E27FC236}">
                <a16:creationId xmlns:a16="http://schemas.microsoft.com/office/drawing/2014/main" id="{28A2951F-A7C1-1B32-B2E4-9944537F100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6628" name="Slide Number Placeholder 3">
            <a:extLst>
              <a:ext uri="{FF2B5EF4-FFF2-40B4-BE49-F238E27FC236}">
                <a16:creationId xmlns:a16="http://schemas.microsoft.com/office/drawing/2014/main" id="{C32F1B4B-1E4B-E3E2-7E84-04B0F75DDE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F50BCCD-DDCA-446B-B22F-5794684FEC45}" type="slidenum">
              <a:rPr lang="en-US" altLang="en-US" smtClean="0"/>
              <a:pPr/>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FDE1ED2E-B25B-85A3-63D6-210748B526D2}"/>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2379CEC4-9602-F0F2-8410-206A4398188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9700" name="Slide Number Placeholder 3">
            <a:extLst>
              <a:ext uri="{FF2B5EF4-FFF2-40B4-BE49-F238E27FC236}">
                <a16:creationId xmlns:a16="http://schemas.microsoft.com/office/drawing/2014/main" id="{A0B1EB5A-ECB9-2A13-368B-551BF31A652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3FD54F8-188F-4AAA-BC21-510DC80DABF1}" type="slidenum">
              <a:rPr lang="en-US" altLang="en-US" smtClean="0"/>
              <a:pPr/>
              <a:t>5</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6F25566B-FE3E-9662-B225-EFDF8D4F4C1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54FC991-0346-4F11-8504-AA2C99F349AC}" type="slidenum">
              <a:rPr lang="en-US" altLang="en-US" sz="1200"/>
              <a:pPr algn="r" eaLnBrk="1" hangingPunct="1"/>
              <a:t>6</a:t>
            </a:fld>
            <a:endParaRPr lang="en-US" altLang="en-US" sz="1200"/>
          </a:p>
        </p:txBody>
      </p:sp>
      <p:sp>
        <p:nvSpPr>
          <p:cNvPr id="31747" name="Rectangle 2">
            <a:extLst>
              <a:ext uri="{FF2B5EF4-FFF2-40B4-BE49-F238E27FC236}">
                <a16:creationId xmlns:a16="http://schemas.microsoft.com/office/drawing/2014/main" id="{38567095-F714-10C0-CBAA-3AD91BFBED62}"/>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76D3EFB5-EACD-AC2A-2A7C-924BE72B84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76F86718-6FD5-64E9-ECDD-482D13FA663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B7F409D5-C912-4791-B179-409922A1BC56}" type="slidenum">
              <a:rPr lang="en-US" altLang="en-US" sz="1200"/>
              <a:pPr algn="r" eaLnBrk="1" hangingPunct="1"/>
              <a:t>7</a:t>
            </a:fld>
            <a:endParaRPr lang="en-US" altLang="en-US" sz="1200"/>
          </a:p>
        </p:txBody>
      </p:sp>
      <p:sp>
        <p:nvSpPr>
          <p:cNvPr id="33795" name="Rectangle 2">
            <a:extLst>
              <a:ext uri="{FF2B5EF4-FFF2-40B4-BE49-F238E27FC236}">
                <a16:creationId xmlns:a16="http://schemas.microsoft.com/office/drawing/2014/main" id="{03961F6B-FE5F-FFD6-50C6-4FCD147E1285}"/>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AFFAE6F0-36EF-F709-3617-D7101337B8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CDA92677-6072-CF36-2C4E-1232614261D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EF71AF1-BC80-4EF3-A41A-47FF39E5348B}" type="slidenum">
              <a:rPr lang="en-US" altLang="en-US" sz="1200"/>
              <a:pPr algn="r" eaLnBrk="1" hangingPunct="1"/>
              <a:t>8</a:t>
            </a:fld>
            <a:endParaRPr lang="en-US" altLang="en-US" sz="1200"/>
          </a:p>
        </p:txBody>
      </p:sp>
      <p:sp>
        <p:nvSpPr>
          <p:cNvPr id="35843" name="Rectangle 2">
            <a:extLst>
              <a:ext uri="{FF2B5EF4-FFF2-40B4-BE49-F238E27FC236}">
                <a16:creationId xmlns:a16="http://schemas.microsoft.com/office/drawing/2014/main" id="{A8A29BCA-6ABC-FBC8-E05E-8FE86CA622C4}"/>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2846D4EF-749C-512B-A074-A229E25B34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ACDB3151-0AB4-662D-56B3-28A13D1E964E}"/>
              </a:ext>
            </a:extLst>
          </p:cNvPr>
          <p:cNvSpPr>
            <a:spLocks noGrp="1" noRot="1" noChangeAspect="1" noChangeArrowheads="1" noTextEdit="1"/>
          </p:cNvSpPr>
          <p:nvPr>
            <p:ph type="sldImg"/>
          </p:nvPr>
        </p:nvSpPr>
        <p:spPr>
          <a:ln/>
        </p:spPr>
      </p:sp>
      <p:sp>
        <p:nvSpPr>
          <p:cNvPr id="37891" name="Notes Placeholder 2">
            <a:extLst>
              <a:ext uri="{FF2B5EF4-FFF2-40B4-BE49-F238E27FC236}">
                <a16:creationId xmlns:a16="http://schemas.microsoft.com/office/drawing/2014/main" id="{2350954C-2197-CC3D-5431-7F84E8C39EB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7892" name="Slide Number Placeholder 3">
            <a:extLst>
              <a:ext uri="{FF2B5EF4-FFF2-40B4-BE49-F238E27FC236}">
                <a16:creationId xmlns:a16="http://schemas.microsoft.com/office/drawing/2014/main" id="{52153A6B-1995-212C-19BF-2322E84D3E6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94CA279-78D3-4BD7-85BE-0DCA839B1DFD}" type="slidenum">
              <a:rPr lang="en-US" altLang="en-US" smtClean="0"/>
              <a:pPr/>
              <a:t>9</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4C67D8AD-186F-BFC7-3C38-40666A96329B}"/>
              </a:ext>
            </a:extLst>
          </p:cNvPr>
          <p:cNvSpPr>
            <a:spLocks noGrp="1" noRot="1" noChangeAspect="1" noChangeArrowheads="1" noTextEdit="1"/>
          </p:cNvSpPr>
          <p:nvPr>
            <p:ph type="sldImg"/>
          </p:nvPr>
        </p:nvSpPr>
        <p:spPr>
          <a:ln/>
        </p:spPr>
      </p:sp>
      <p:sp>
        <p:nvSpPr>
          <p:cNvPr id="39939" name="Notes Placeholder 2">
            <a:extLst>
              <a:ext uri="{FF2B5EF4-FFF2-40B4-BE49-F238E27FC236}">
                <a16:creationId xmlns:a16="http://schemas.microsoft.com/office/drawing/2014/main" id="{9FFF8F37-078B-9CC5-4F3A-FEF4E005220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9940" name="Slide Number Placeholder 3">
            <a:extLst>
              <a:ext uri="{FF2B5EF4-FFF2-40B4-BE49-F238E27FC236}">
                <a16:creationId xmlns:a16="http://schemas.microsoft.com/office/drawing/2014/main" id="{49FFBB6A-3B7C-1FA4-7DCE-2109CAD4FBC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ACEB6FD-AC65-453E-A039-3FED5C30EAB9}" type="slidenum">
              <a:rPr lang="en-US" altLang="en-US" smtClean="0"/>
              <a:pPr/>
              <a:t>10</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501BD4EB-6C65-A1D7-4409-A9D8B704135D}"/>
              </a:ext>
            </a:extLst>
          </p:cNvPr>
          <p:cNvSpPr>
            <a:spLocks noGrp="1" noRot="1" noChangeAspect="1" noChangeArrowheads="1" noTextEdit="1"/>
          </p:cNvSpPr>
          <p:nvPr>
            <p:ph type="sldImg"/>
          </p:nvPr>
        </p:nvSpPr>
        <p:spPr>
          <a:ln/>
        </p:spPr>
      </p:sp>
      <p:sp>
        <p:nvSpPr>
          <p:cNvPr id="41987" name="Notes Placeholder 2">
            <a:extLst>
              <a:ext uri="{FF2B5EF4-FFF2-40B4-BE49-F238E27FC236}">
                <a16:creationId xmlns:a16="http://schemas.microsoft.com/office/drawing/2014/main" id="{83A3F76E-7AC8-3C0F-63F8-3F9028636E7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1988" name="Slide Number Placeholder 3">
            <a:extLst>
              <a:ext uri="{FF2B5EF4-FFF2-40B4-BE49-F238E27FC236}">
                <a16:creationId xmlns:a16="http://schemas.microsoft.com/office/drawing/2014/main" id="{9A442283-6AF9-441B-AC86-58E67EA0DF6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254F4FA-957B-4278-BFA1-EEC693E9641A}" type="slidenum">
              <a:rPr lang="en-US" altLang="en-US" smtClean="0"/>
              <a:pPr/>
              <a:t>11</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C6B036D7-F958-5DFE-454B-CF3E3BC69CDA}"/>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2233F137-6925-3148-3078-C86C7CCF3A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85C52C5-17E6-DCCF-CA20-852B7F1F43BF}"/>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06D6D3D0-ADD8-D5FB-CDB4-B18CBFF378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E72E93FB-25F7-F86E-EDA0-AC63110F3A24}"/>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B965B48F-DF31-DA97-C26E-DFCD89565B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38E72A88-0547-08CB-06DF-295AFD821B10}"/>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9956EA7F-3DA7-BB86-503E-522CD88A7D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EA19724A-3F7D-A57D-40B9-5360E46D507F}"/>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4C7A4AC5-BB14-40EC-924D-087373A65F95}" type="slidenum">
              <a:rPr lang="en-US" altLang="en-US" sz="1200"/>
              <a:pPr algn="r" eaLnBrk="1" hangingPunct="1"/>
              <a:t>21</a:t>
            </a:fld>
            <a:endParaRPr lang="en-US" altLang="en-US" sz="1200"/>
          </a:p>
        </p:txBody>
      </p:sp>
      <p:sp>
        <p:nvSpPr>
          <p:cNvPr id="57347" name="Rectangle 2">
            <a:extLst>
              <a:ext uri="{FF2B5EF4-FFF2-40B4-BE49-F238E27FC236}">
                <a16:creationId xmlns:a16="http://schemas.microsoft.com/office/drawing/2014/main" id="{8BB36077-B45A-8E53-2403-78307070423F}"/>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F721BFE9-C750-D003-11EA-719A03F14D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6759CDE8-7884-8C5B-E323-0C179F43BA88}"/>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4035D50-1675-4D90-AEC5-B71267BD14AB}" type="slidenum">
              <a:rPr lang="en-US" altLang="en-US" sz="1200"/>
              <a:pPr algn="r" eaLnBrk="1" hangingPunct="1"/>
              <a:t>22</a:t>
            </a:fld>
            <a:endParaRPr lang="en-US" altLang="en-US" sz="1200"/>
          </a:p>
        </p:txBody>
      </p:sp>
      <p:sp>
        <p:nvSpPr>
          <p:cNvPr id="59395" name="Rectangle 2">
            <a:extLst>
              <a:ext uri="{FF2B5EF4-FFF2-40B4-BE49-F238E27FC236}">
                <a16:creationId xmlns:a16="http://schemas.microsoft.com/office/drawing/2014/main" id="{A444F162-A4F0-6AE8-1809-F1AF67173C25}"/>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C775E867-49A9-ABE8-F077-B4AEC0D6C9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3C617E4-BD4E-C60D-F271-A309B73171E8}"/>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C6DCE4CC-BFC6-180E-7830-31B58C96D8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2E251B8C-8C4F-9DC5-8B78-74A1EF91D758}"/>
              </a:ext>
            </a:extLst>
          </p:cNvPr>
          <p:cNvGrpSpPr>
            <a:grpSpLocks/>
          </p:cNvGrpSpPr>
          <p:nvPr/>
        </p:nvGrpSpPr>
        <p:grpSpPr bwMode="auto">
          <a:xfrm>
            <a:off x="2084388" y="296863"/>
            <a:ext cx="6823075" cy="5353050"/>
            <a:chOff x="1313" y="187"/>
            <a:chExt cx="4298" cy="3372"/>
          </a:xfrm>
        </p:grpSpPr>
        <p:grpSp>
          <p:nvGrpSpPr>
            <p:cNvPr id="5" name="Group 3">
              <a:extLst>
                <a:ext uri="{FF2B5EF4-FFF2-40B4-BE49-F238E27FC236}">
                  <a16:creationId xmlns:a16="http://schemas.microsoft.com/office/drawing/2014/main" id="{9EE8B15F-1DF7-4F2B-DC22-480116CC16E5}"/>
                </a:ext>
              </a:extLst>
            </p:cNvPr>
            <p:cNvGrpSpPr>
              <a:grpSpLocks/>
            </p:cNvGrpSpPr>
            <p:nvPr/>
          </p:nvGrpSpPr>
          <p:grpSpPr bwMode="auto">
            <a:xfrm>
              <a:off x="2194" y="601"/>
              <a:ext cx="596" cy="447"/>
              <a:chOff x="0" y="0"/>
              <a:chExt cx="768" cy="576"/>
            </a:xfrm>
          </p:grpSpPr>
          <p:sp>
            <p:nvSpPr>
              <p:cNvPr id="135" name="Oval 4">
                <a:extLst>
                  <a:ext uri="{FF2B5EF4-FFF2-40B4-BE49-F238E27FC236}">
                    <a16:creationId xmlns:a16="http://schemas.microsoft.com/office/drawing/2014/main" id="{6A06638C-2C40-F30F-9553-41BC6D23618B}"/>
                  </a:ext>
                </a:extLst>
              </p:cNvPr>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p>
            </p:txBody>
          </p:sp>
          <p:sp>
            <p:nvSpPr>
              <p:cNvPr id="136" name="Oval 5">
                <a:extLst>
                  <a:ext uri="{FF2B5EF4-FFF2-40B4-BE49-F238E27FC236}">
                    <a16:creationId xmlns:a16="http://schemas.microsoft.com/office/drawing/2014/main" id="{3BC5347F-5341-C315-4D7C-A7CEB4097868}"/>
                  </a:ext>
                </a:extLst>
              </p:cNvPr>
              <p:cNvSpPr>
                <a:spLocks noChangeArrowheads="1"/>
              </p:cNvSpPr>
              <p:nvPr/>
            </p:nvSpPr>
            <p:spPr bwMode="hidden">
              <a:xfrm>
                <a:off x="276" y="253"/>
                <a:ext cx="187" cy="107"/>
              </a:xfrm>
              <a:prstGeom prst="ellipse">
                <a:avLst/>
              </a:prstGeom>
              <a:gradFill rotWithShape="0">
                <a:gsLst>
                  <a:gs pos="0">
                    <a:schemeClr val="accent1"/>
                  </a:gs>
                  <a:gs pos="100000">
                    <a:schemeClr val="bg2"/>
                  </a:gs>
                </a:gsLst>
                <a:path path="shape">
                  <a:fillToRect l="50000" t="50000" r="50000" b="50000"/>
                </a:path>
              </a:gra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p>
            </p:txBody>
          </p:sp>
        </p:grpSp>
        <p:grpSp>
          <p:nvGrpSpPr>
            <p:cNvPr id="6" name="Group 6">
              <a:extLst>
                <a:ext uri="{FF2B5EF4-FFF2-40B4-BE49-F238E27FC236}">
                  <a16:creationId xmlns:a16="http://schemas.microsoft.com/office/drawing/2014/main" id="{71F748B5-B610-0F73-ED8A-E47003CD77AF}"/>
                </a:ext>
              </a:extLst>
            </p:cNvPr>
            <p:cNvGrpSpPr>
              <a:grpSpLocks/>
            </p:cNvGrpSpPr>
            <p:nvPr/>
          </p:nvGrpSpPr>
          <p:grpSpPr bwMode="auto">
            <a:xfrm>
              <a:off x="1312" y="176"/>
              <a:ext cx="4299" cy="3373"/>
              <a:chOff x="0" y="7"/>
              <a:chExt cx="5533" cy="4330"/>
            </a:xfrm>
          </p:grpSpPr>
          <p:grpSp>
            <p:nvGrpSpPr>
              <p:cNvPr id="22" name="Group 7">
                <a:extLst>
                  <a:ext uri="{FF2B5EF4-FFF2-40B4-BE49-F238E27FC236}">
                    <a16:creationId xmlns:a16="http://schemas.microsoft.com/office/drawing/2014/main" id="{CF519774-B0CF-A007-1D1B-B3072582DA6D}"/>
                  </a:ext>
                </a:extLst>
              </p:cNvPr>
              <p:cNvGrpSpPr>
                <a:grpSpLocks/>
              </p:cNvGrpSpPr>
              <p:nvPr/>
            </p:nvGrpSpPr>
            <p:grpSpPr bwMode="auto">
              <a:xfrm>
                <a:off x="0" y="7"/>
                <a:ext cx="5470" cy="4330"/>
                <a:chOff x="0" y="7"/>
                <a:chExt cx="5470" cy="4330"/>
              </a:xfrm>
            </p:grpSpPr>
            <p:grpSp>
              <p:nvGrpSpPr>
                <p:cNvPr id="33" name="Group 8">
                  <a:extLst>
                    <a:ext uri="{FF2B5EF4-FFF2-40B4-BE49-F238E27FC236}">
                      <a16:creationId xmlns:a16="http://schemas.microsoft.com/office/drawing/2014/main" id="{A972C6FF-3C70-8715-BB33-B3F33A67F712}"/>
                    </a:ext>
                  </a:extLst>
                </p:cNvPr>
                <p:cNvGrpSpPr>
                  <a:grpSpLocks/>
                </p:cNvGrpSpPr>
                <p:nvPr/>
              </p:nvGrpSpPr>
              <p:grpSpPr bwMode="auto">
                <a:xfrm>
                  <a:off x="1339" y="789"/>
                  <a:ext cx="2919" cy="2151"/>
                  <a:chOff x="1265" y="817"/>
                  <a:chExt cx="2919" cy="2151"/>
                </a:xfrm>
              </p:grpSpPr>
              <p:sp>
                <p:nvSpPr>
                  <p:cNvPr id="133" name="Oval 9">
                    <a:extLst>
                      <a:ext uri="{FF2B5EF4-FFF2-40B4-BE49-F238E27FC236}">
                        <a16:creationId xmlns:a16="http://schemas.microsoft.com/office/drawing/2014/main" id="{6A00BC0C-CF08-56C2-396E-01E8268E229F}"/>
                      </a:ext>
                    </a:extLst>
                  </p:cNvPr>
                  <p:cNvSpPr>
                    <a:spLocks noChangeArrowheads="1"/>
                  </p:cNvSpPr>
                  <p:nvPr/>
                </p:nvSpPr>
                <p:spPr bwMode="hidden">
                  <a:xfrm>
                    <a:off x="1265" y="817"/>
                    <a:ext cx="2919" cy="2154"/>
                  </a:xfrm>
                  <a:prstGeom prst="ellipse">
                    <a:avLst/>
                  </a:prstGeom>
                  <a:gradFill rotWithShape="0">
                    <a:gsLst>
                      <a:gs pos="0">
                        <a:schemeClr val="bg2"/>
                      </a:gs>
                      <a:gs pos="100000">
                        <a:schemeClr val="bg1"/>
                      </a:gs>
                    </a:gsLst>
                    <a:path path="shape">
                      <a:fillToRect l="50000" t="50000" r="50000" b="50000"/>
                    </a:path>
                  </a:gra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p>
                </p:txBody>
              </p:sp>
              <p:sp>
                <p:nvSpPr>
                  <p:cNvPr id="134" name="Oval 10">
                    <a:extLst>
                      <a:ext uri="{FF2B5EF4-FFF2-40B4-BE49-F238E27FC236}">
                        <a16:creationId xmlns:a16="http://schemas.microsoft.com/office/drawing/2014/main" id="{D048E10F-774B-00DC-BBEA-06CA11506E77}"/>
                      </a:ext>
                    </a:extLst>
                  </p:cNvPr>
                  <p:cNvSpPr>
                    <a:spLocks noChangeArrowheads="1"/>
                  </p:cNvSpPr>
                  <p:nvPr/>
                </p:nvSpPr>
                <p:spPr bwMode="hidden">
                  <a:xfrm>
                    <a:off x="2379" y="1602"/>
                    <a:ext cx="578" cy="408"/>
                  </a:xfrm>
                  <a:prstGeom prst="ellipse">
                    <a:avLst/>
                  </a:prstGeom>
                  <a:gradFill rotWithShape="0">
                    <a:gsLst>
                      <a:gs pos="0">
                        <a:schemeClr val="accent2"/>
                      </a:gs>
                      <a:gs pos="100000">
                        <a:schemeClr val="bg2"/>
                      </a:gs>
                    </a:gsLst>
                    <a:path path="shape">
                      <a:fillToRect l="50000" t="50000" r="50000" b="50000"/>
                    </a:path>
                  </a:gra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p>
                </p:txBody>
              </p:sp>
            </p:grpSp>
            <p:grpSp>
              <p:nvGrpSpPr>
                <p:cNvPr id="34" name="Group 11">
                  <a:extLst>
                    <a:ext uri="{FF2B5EF4-FFF2-40B4-BE49-F238E27FC236}">
                      <a16:creationId xmlns:a16="http://schemas.microsoft.com/office/drawing/2014/main" id="{C9850A9A-5D97-F67D-6497-35CEA54F6A93}"/>
                    </a:ext>
                  </a:extLst>
                </p:cNvPr>
                <p:cNvGrpSpPr>
                  <a:grpSpLocks/>
                </p:cNvGrpSpPr>
                <p:nvPr/>
              </p:nvGrpSpPr>
              <p:grpSpPr bwMode="auto">
                <a:xfrm>
                  <a:off x="0" y="7"/>
                  <a:ext cx="5470" cy="4330"/>
                  <a:chOff x="0" y="7"/>
                  <a:chExt cx="5470" cy="4330"/>
                </a:xfrm>
              </p:grpSpPr>
              <p:grpSp>
                <p:nvGrpSpPr>
                  <p:cNvPr id="35" name="Group 12">
                    <a:extLst>
                      <a:ext uri="{FF2B5EF4-FFF2-40B4-BE49-F238E27FC236}">
                        <a16:creationId xmlns:a16="http://schemas.microsoft.com/office/drawing/2014/main" id="{B1A814E9-C3F5-EBEC-C6A2-1762F0C67EC6}"/>
                      </a:ext>
                    </a:extLst>
                  </p:cNvPr>
                  <p:cNvGrpSpPr>
                    <a:grpSpLocks/>
                  </p:cNvGrpSpPr>
                  <p:nvPr/>
                </p:nvGrpSpPr>
                <p:grpSpPr bwMode="auto">
                  <a:xfrm>
                    <a:off x="3544" y="1509"/>
                    <a:ext cx="1260" cy="2314"/>
                    <a:chOff x="3470" y="1537"/>
                    <a:chExt cx="1260" cy="2314"/>
                  </a:xfrm>
                </p:grpSpPr>
                <p:sp>
                  <p:nvSpPr>
                    <p:cNvPr id="131" name="Freeform 13">
                      <a:extLst>
                        <a:ext uri="{FF2B5EF4-FFF2-40B4-BE49-F238E27FC236}">
                          <a16:creationId xmlns:a16="http://schemas.microsoft.com/office/drawing/2014/main" id="{F539DFCB-812F-DF3C-A526-B8F16A1C2D81}"/>
                        </a:ext>
                      </a:extLst>
                    </p:cNvPr>
                    <p:cNvSpPr>
                      <a:spLocks/>
                    </p:cNvSpPr>
                    <p:nvPr/>
                  </p:nvSpPr>
                  <p:spPr bwMode="hidden">
                    <a:xfrm rot="2711884">
                      <a:off x="2766" y="2241"/>
                      <a:ext cx="1721" cy="313"/>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32" name="Freeform 14">
                      <a:extLst>
                        <a:ext uri="{FF2B5EF4-FFF2-40B4-BE49-F238E27FC236}">
                          <a16:creationId xmlns:a16="http://schemas.microsoft.com/office/drawing/2014/main" id="{C618D316-EFCD-886C-2061-387757CF8A38}"/>
                        </a:ext>
                      </a:extLst>
                    </p:cNvPr>
                    <p:cNvSpPr>
                      <a:spLocks/>
                    </p:cNvSpPr>
                    <p:nvPr/>
                  </p:nvSpPr>
                  <p:spPr bwMode="hidden">
                    <a:xfrm rot="2711884">
                      <a:off x="4026" y="3147"/>
                      <a:ext cx="920" cy="489"/>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36" name="Group 15">
                    <a:extLst>
                      <a:ext uri="{FF2B5EF4-FFF2-40B4-BE49-F238E27FC236}">
                        <a16:creationId xmlns:a16="http://schemas.microsoft.com/office/drawing/2014/main" id="{DB3DDB2E-84F5-50C1-884B-8333034D5379}"/>
                      </a:ext>
                    </a:extLst>
                  </p:cNvPr>
                  <p:cNvGrpSpPr>
                    <a:grpSpLocks/>
                  </p:cNvGrpSpPr>
                  <p:nvPr/>
                </p:nvGrpSpPr>
                <p:grpSpPr bwMode="auto">
                  <a:xfrm>
                    <a:off x="2938" y="1990"/>
                    <a:ext cx="2462" cy="1329"/>
                    <a:chOff x="2864" y="2018"/>
                    <a:chExt cx="2462" cy="1329"/>
                  </a:xfrm>
                </p:grpSpPr>
                <p:sp>
                  <p:nvSpPr>
                    <p:cNvPr id="129" name="Freeform 16">
                      <a:extLst>
                        <a:ext uri="{FF2B5EF4-FFF2-40B4-BE49-F238E27FC236}">
                          <a16:creationId xmlns:a16="http://schemas.microsoft.com/office/drawing/2014/main" id="{E3291875-9DA7-87D0-F1B6-FFD2B8AB4CFB}"/>
                        </a:ext>
                      </a:extLst>
                    </p:cNvPr>
                    <p:cNvSpPr>
                      <a:spLocks/>
                    </p:cNvSpPr>
                    <p:nvPr/>
                  </p:nvSpPr>
                  <p:spPr bwMode="hidden">
                    <a:xfrm rot="2104081">
                      <a:off x="2864" y="2018"/>
                      <a:ext cx="1813" cy="347"/>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30" name="Freeform 17">
                      <a:extLst>
                        <a:ext uri="{FF2B5EF4-FFF2-40B4-BE49-F238E27FC236}">
                          <a16:creationId xmlns:a16="http://schemas.microsoft.com/office/drawing/2014/main" id="{D0B07CD2-CC90-D1F5-F0BC-9626E40D3238}"/>
                        </a:ext>
                      </a:extLst>
                    </p:cNvPr>
                    <p:cNvSpPr>
                      <a:spLocks/>
                    </p:cNvSpPr>
                    <p:nvPr/>
                  </p:nvSpPr>
                  <p:spPr bwMode="hidden">
                    <a:xfrm rot="2104081">
                      <a:off x="4352" y="2803"/>
                      <a:ext cx="974" cy="544"/>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37" name="Group 18">
                    <a:extLst>
                      <a:ext uri="{FF2B5EF4-FFF2-40B4-BE49-F238E27FC236}">
                        <a16:creationId xmlns:a16="http://schemas.microsoft.com/office/drawing/2014/main" id="{F32C952E-2262-B231-5849-D40E66DF9F0D}"/>
                      </a:ext>
                    </a:extLst>
                  </p:cNvPr>
                  <p:cNvGrpSpPr>
                    <a:grpSpLocks/>
                  </p:cNvGrpSpPr>
                  <p:nvPr/>
                </p:nvGrpSpPr>
                <p:grpSpPr bwMode="auto">
                  <a:xfrm>
                    <a:off x="2970" y="1801"/>
                    <a:ext cx="2478" cy="1065"/>
                    <a:chOff x="2896" y="1829"/>
                    <a:chExt cx="2478" cy="1065"/>
                  </a:xfrm>
                </p:grpSpPr>
                <p:sp>
                  <p:nvSpPr>
                    <p:cNvPr id="127" name="Freeform 19">
                      <a:extLst>
                        <a:ext uri="{FF2B5EF4-FFF2-40B4-BE49-F238E27FC236}">
                          <a16:creationId xmlns:a16="http://schemas.microsoft.com/office/drawing/2014/main" id="{C802F3BA-1F0B-B826-12CE-75B61D23CE6E}"/>
                        </a:ext>
                      </a:extLst>
                    </p:cNvPr>
                    <p:cNvSpPr>
                      <a:spLocks/>
                    </p:cNvSpPr>
                    <p:nvPr/>
                  </p:nvSpPr>
                  <p:spPr bwMode="hidden">
                    <a:xfrm rot="1582915">
                      <a:off x="2896" y="1828"/>
                      <a:ext cx="1736" cy="304"/>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28" name="Freeform 20">
                      <a:extLst>
                        <a:ext uri="{FF2B5EF4-FFF2-40B4-BE49-F238E27FC236}">
                          <a16:creationId xmlns:a16="http://schemas.microsoft.com/office/drawing/2014/main" id="{E11C2A49-9F91-8E61-2862-2C58093FEEA5}"/>
                        </a:ext>
                      </a:extLst>
                    </p:cNvPr>
                    <p:cNvSpPr>
                      <a:spLocks/>
                    </p:cNvSpPr>
                    <p:nvPr/>
                  </p:nvSpPr>
                  <p:spPr bwMode="hidden">
                    <a:xfrm rot="1582915">
                      <a:off x="4442" y="2418"/>
                      <a:ext cx="932" cy="476"/>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38" name="Group 21">
                    <a:extLst>
                      <a:ext uri="{FF2B5EF4-FFF2-40B4-BE49-F238E27FC236}">
                        <a16:creationId xmlns:a16="http://schemas.microsoft.com/office/drawing/2014/main" id="{17DF9ED7-7D00-2277-C544-A7C3157A47F6}"/>
                      </a:ext>
                    </a:extLst>
                  </p:cNvPr>
                  <p:cNvGrpSpPr>
                    <a:grpSpLocks/>
                  </p:cNvGrpSpPr>
                  <p:nvPr/>
                </p:nvGrpSpPr>
                <p:grpSpPr bwMode="auto">
                  <a:xfrm>
                    <a:off x="2998" y="1609"/>
                    <a:ext cx="2472" cy="926"/>
                    <a:chOff x="2924" y="1637"/>
                    <a:chExt cx="2472" cy="926"/>
                  </a:xfrm>
                </p:grpSpPr>
                <p:sp>
                  <p:nvSpPr>
                    <p:cNvPr id="125" name="Freeform 22">
                      <a:extLst>
                        <a:ext uri="{FF2B5EF4-FFF2-40B4-BE49-F238E27FC236}">
                          <a16:creationId xmlns:a16="http://schemas.microsoft.com/office/drawing/2014/main" id="{1505986B-97C5-1634-1B09-3AAB51E209BA}"/>
                        </a:ext>
                      </a:extLst>
                    </p:cNvPr>
                    <p:cNvSpPr>
                      <a:spLocks/>
                    </p:cNvSpPr>
                    <p:nvPr/>
                  </p:nvSpPr>
                  <p:spPr bwMode="hidden">
                    <a:xfrm rot="1080363">
                      <a:off x="2924" y="1637"/>
                      <a:ext cx="1677" cy="335"/>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26" name="Freeform 23">
                      <a:extLst>
                        <a:ext uri="{FF2B5EF4-FFF2-40B4-BE49-F238E27FC236}">
                          <a16:creationId xmlns:a16="http://schemas.microsoft.com/office/drawing/2014/main" id="{3D60A7A1-5695-A62E-9573-9113770369C4}"/>
                        </a:ext>
                      </a:extLst>
                    </p:cNvPr>
                    <p:cNvSpPr>
                      <a:spLocks/>
                    </p:cNvSpPr>
                    <p:nvPr/>
                  </p:nvSpPr>
                  <p:spPr bwMode="hidden">
                    <a:xfrm rot="1080363">
                      <a:off x="4495" y="2038"/>
                      <a:ext cx="901" cy="525"/>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39" name="Group 24">
                    <a:extLst>
                      <a:ext uri="{FF2B5EF4-FFF2-40B4-BE49-F238E27FC236}">
                        <a16:creationId xmlns:a16="http://schemas.microsoft.com/office/drawing/2014/main" id="{8F791F01-F403-B6FF-BC1F-CC2243341CAF}"/>
                      </a:ext>
                    </a:extLst>
                  </p:cNvPr>
                  <p:cNvGrpSpPr>
                    <a:grpSpLocks/>
                  </p:cNvGrpSpPr>
                  <p:nvPr/>
                </p:nvGrpSpPr>
                <p:grpSpPr bwMode="auto">
                  <a:xfrm>
                    <a:off x="3032" y="1387"/>
                    <a:ext cx="2341" cy="655"/>
                    <a:chOff x="2958" y="1415"/>
                    <a:chExt cx="2341" cy="655"/>
                  </a:xfrm>
                </p:grpSpPr>
                <p:sp>
                  <p:nvSpPr>
                    <p:cNvPr id="123" name="Freeform 25">
                      <a:extLst>
                        <a:ext uri="{FF2B5EF4-FFF2-40B4-BE49-F238E27FC236}">
                          <a16:creationId xmlns:a16="http://schemas.microsoft.com/office/drawing/2014/main" id="{292B9AA6-6E3C-FB69-E565-6AFA8762F528}"/>
                        </a:ext>
                      </a:extLst>
                    </p:cNvPr>
                    <p:cNvSpPr>
                      <a:spLocks/>
                    </p:cNvSpPr>
                    <p:nvPr/>
                  </p:nvSpPr>
                  <p:spPr bwMode="hidden">
                    <a:xfrm rot="463793">
                      <a:off x="2958" y="1415"/>
                      <a:ext cx="1544" cy="313"/>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24" name="Freeform 26">
                      <a:extLst>
                        <a:ext uri="{FF2B5EF4-FFF2-40B4-BE49-F238E27FC236}">
                          <a16:creationId xmlns:a16="http://schemas.microsoft.com/office/drawing/2014/main" id="{A1176E4F-437D-1EA1-5716-78ABE7CFCA89}"/>
                        </a:ext>
                      </a:extLst>
                    </p:cNvPr>
                    <p:cNvSpPr>
                      <a:spLocks/>
                    </p:cNvSpPr>
                    <p:nvPr/>
                  </p:nvSpPr>
                  <p:spPr bwMode="hidden">
                    <a:xfrm rot="463793">
                      <a:off x="4469" y="1579"/>
                      <a:ext cx="830" cy="490"/>
                    </a:xfrm>
                    <a:custGeom>
                      <a:avLst/>
                      <a:gdLst>
                        <a:gd name="T0" fmla="*/ 0 w 1769"/>
                        <a:gd name="T1" fmla="*/ 1 h 791"/>
                        <a:gd name="T2" fmla="*/ 0 w 1769"/>
                        <a:gd name="T3" fmla="*/ 1 h 791"/>
                        <a:gd name="T4" fmla="*/ 0 w 1769"/>
                        <a:gd name="T5" fmla="*/ 1 h 791"/>
                        <a:gd name="T6" fmla="*/ 0 w 1769"/>
                        <a:gd name="T7" fmla="*/ 1 h 791"/>
                        <a:gd name="T8" fmla="*/ 0 w 1769"/>
                        <a:gd name="T9" fmla="*/ 1 h 791"/>
                        <a:gd name="T10" fmla="*/ 0 w 1769"/>
                        <a:gd name="T11" fmla="*/ 1 h 791"/>
                        <a:gd name="T12" fmla="*/ 0 w 1769"/>
                        <a:gd name="T13" fmla="*/ 1 h 791"/>
                        <a:gd name="T14" fmla="*/ 0 w 1769"/>
                        <a:gd name="T15" fmla="*/ 1 h 791"/>
                        <a:gd name="T16" fmla="*/ 0 w 1769"/>
                        <a:gd name="T17" fmla="*/ 1 h 791"/>
                        <a:gd name="T18" fmla="*/ 0 w 1769"/>
                        <a:gd name="T19" fmla="*/ 1 h 791"/>
                        <a:gd name="T20" fmla="*/ 0 w 1769"/>
                        <a:gd name="T21" fmla="*/ 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40" name="Group 27">
                    <a:extLst>
                      <a:ext uri="{FF2B5EF4-FFF2-40B4-BE49-F238E27FC236}">
                        <a16:creationId xmlns:a16="http://schemas.microsoft.com/office/drawing/2014/main" id="{AA6379D1-A7FD-3877-5F37-132943E16FD1}"/>
                      </a:ext>
                    </a:extLst>
                  </p:cNvPr>
                  <p:cNvGrpSpPr>
                    <a:grpSpLocks/>
                  </p:cNvGrpSpPr>
                  <p:nvPr/>
                </p:nvGrpSpPr>
                <p:grpSpPr bwMode="auto">
                  <a:xfrm>
                    <a:off x="3057" y="1239"/>
                    <a:ext cx="2150" cy="344"/>
                    <a:chOff x="2983" y="1267"/>
                    <a:chExt cx="2150" cy="344"/>
                  </a:xfrm>
                </p:grpSpPr>
                <p:sp>
                  <p:nvSpPr>
                    <p:cNvPr id="121" name="Freeform 28">
                      <a:extLst>
                        <a:ext uri="{FF2B5EF4-FFF2-40B4-BE49-F238E27FC236}">
                          <a16:creationId xmlns:a16="http://schemas.microsoft.com/office/drawing/2014/main" id="{E90AAD62-EABD-7A9F-2173-E0819AB909DD}"/>
                        </a:ext>
                      </a:extLst>
                    </p:cNvPr>
                    <p:cNvSpPr>
                      <a:spLocks/>
                    </p:cNvSpPr>
                    <p:nvPr/>
                  </p:nvSpPr>
                  <p:spPr bwMode="hidden">
                    <a:xfrm rot="-84182">
                      <a:off x="2983" y="1288"/>
                      <a:ext cx="1404" cy="222"/>
                    </a:xfrm>
                    <a:custGeom>
                      <a:avLst/>
                      <a:gdLst>
                        <a:gd name="T0" fmla="*/ 0 w 2736"/>
                        <a:gd name="T1" fmla="*/ 0 h 504"/>
                        <a:gd name="T2" fmla="*/ 1 w 2736"/>
                        <a:gd name="T3" fmla="*/ 0 h 504"/>
                        <a:gd name="T4" fmla="*/ 1 w 2736"/>
                        <a:gd name="T5" fmla="*/ 0 h 504"/>
                        <a:gd name="T6" fmla="*/ 1 w 2736"/>
                        <a:gd name="T7" fmla="*/ 0 h 504"/>
                        <a:gd name="T8" fmla="*/ 1 w 2736"/>
                        <a:gd name="T9" fmla="*/ 0 h 504"/>
                        <a:gd name="T10" fmla="*/ 1 w 2736"/>
                        <a:gd name="T11" fmla="*/ 0 h 504"/>
                        <a:gd name="T12" fmla="*/ 1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22" name="Freeform 29">
                      <a:extLst>
                        <a:ext uri="{FF2B5EF4-FFF2-40B4-BE49-F238E27FC236}">
                          <a16:creationId xmlns:a16="http://schemas.microsoft.com/office/drawing/2014/main" id="{DD05E78D-328C-C622-6385-76A2CBCC90A0}"/>
                        </a:ext>
                      </a:extLst>
                    </p:cNvPr>
                    <p:cNvSpPr>
                      <a:spLocks/>
                    </p:cNvSpPr>
                    <p:nvPr/>
                  </p:nvSpPr>
                  <p:spPr bwMode="hidden">
                    <a:xfrm rot="-84182">
                      <a:off x="4379" y="1267"/>
                      <a:ext cx="754" cy="344"/>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41" name="Group 30">
                    <a:extLst>
                      <a:ext uri="{FF2B5EF4-FFF2-40B4-BE49-F238E27FC236}">
                        <a16:creationId xmlns:a16="http://schemas.microsoft.com/office/drawing/2014/main" id="{A6757C09-14B2-A79D-069E-0B6CB455C1A9}"/>
                      </a:ext>
                    </a:extLst>
                  </p:cNvPr>
                  <p:cNvGrpSpPr>
                    <a:grpSpLocks/>
                  </p:cNvGrpSpPr>
                  <p:nvPr/>
                </p:nvGrpSpPr>
                <p:grpSpPr bwMode="auto">
                  <a:xfrm>
                    <a:off x="3012" y="890"/>
                    <a:ext cx="1879" cy="429"/>
                    <a:chOff x="2938" y="918"/>
                    <a:chExt cx="1879" cy="429"/>
                  </a:xfrm>
                </p:grpSpPr>
                <p:sp>
                  <p:nvSpPr>
                    <p:cNvPr id="119" name="Freeform 31">
                      <a:extLst>
                        <a:ext uri="{FF2B5EF4-FFF2-40B4-BE49-F238E27FC236}">
                          <a16:creationId xmlns:a16="http://schemas.microsoft.com/office/drawing/2014/main" id="{7391149A-0B66-D0EA-B7E7-B500FD4F3DF0}"/>
                        </a:ext>
                      </a:extLst>
                    </p:cNvPr>
                    <p:cNvSpPr>
                      <a:spLocks/>
                    </p:cNvSpPr>
                    <p:nvPr/>
                  </p:nvSpPr>
                  <p:spPr bwMode="hidden">
                    <a:xfrm rot="-802576">
                      <a:off x="2938" y="1130"/>
                      <a:ext cx="1233" cy="217"/>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20" name="Freeform 32">
                      <a:extLst>
                        <a:ext uri="{FF2B5EF4-FFF2-40B4-BE49-F238E27FC236}">
                          <a16:creationId xmlns:a16="http://schemas.microsoft.com/office/drawing/2014/main" id="{1AA539FA-5BE8-0C3C-738A-5109F2EB28B9}"/>
                        </a:ext>
                      </a:extLst>
                    </p:cNvPr>
                    <p:cNvSpPr>
                      <a:spLocks/>
                    </p:cNvSpPr>
                    <p:nvPr/>
                  </p:nvSpPr>
                  <p:spPr bwMode="hidden">
                    <a:xfrm rot="-802576">
                      <a:off x="4155" y="918"/>
                      <a:ext cx="662" cy="340"/>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42" name="Group 33">
                    <a:extLst>
                      <a:ext uri="{FF2B5EF4-FFF2-40B4-BE49-F238E27FC236}">
                        <a16:creationId xmlns:a16="http://schemas.microsoft.com/office/drawing/2014/main" id="{115B4ECD-A5B5-77E3-3659-6F4C15D9B864}"/>
                      </a:ext>
                    </a:extLst>
                  </p:cNvPr>
                  <p:cNvGrpSpPr>
                    <a:grpSpLocks/>
                  </p:cNvGrpSpPr>
                  <p:nvPr/>
                </p:nvGrpSpPr>
                <p:grpSpPr bwMode="auto">
                  <a:xfrm>
                    <a:off x="710" y="1631"/>
                    <a:ext cx="1256" cy="2318"/>
                    <a:chOff x="636" y="1659"/>
                    <a:chExt cx="1256" cy="2318"/>
                  </a:xfrm>
                </p:grpSpPr>
                <p:sp>
                  <p:nvSpPr>
                    <p:cNvPr id="117" name="Freeform 34">
                      <a:extLst>
                        <a:ext uri="{FF2B5EF4-FFF2-40B4-BE49-F238E27FC236}">
                          <a16:creationId xmlns:a16="http://schemas.microsoft.com/office/drawing/2014/main" id="{657B20B8-75CF-C54C-FB92-A381BE7E88BE}"/>
                        </a:ext>
                      </a:extLst>
                    </p:cNvPr>
                    <p:cNvSpPr>
                      <a:spLocks/>
                    </p:cNvSpPr>
                    <p:nvPr/>
                  </p:nvSpPr>
                  <p:spPr bwMode="hidden">
                    <a:xfrm rot="18888116" flipH="1">
                      <a:off x="875" y="2364"/>
                      <a:ext cx="1723" cy="313"/>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8" name="Freeform 35">
                      <a:extLst>
                        <a:ext uri="{FF2B5EF4-FFF2-40B4-BE49-F238E27FC236}">
                          <a16:creationId xmlns:a16="http://schemas.microsoft.com/office/drawing/2014/main" id="{F1D82751-8FC0-17BD-AF2C-4234A10DCE1C}"/>
                        </a:ext>
                      </a:extLst>
                    </p:cNvPr>
                    <p:cNvSpPr>
                      <a:spLocks/>
                    </p:cNvSpPr>
                    <p:nvPr/>
                  </p:nvSpPr>
                  <p:spPr bwMode="hidden">
                    <a:xfrm rot="18888116" flipH="1">
                      <a:off x="418" y="3270"/>
                      <a:ext cx="926" cy="489"/>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43" name="Group 36">
                    <a:extLst>
                      <a:ext uri="{FF2B5EF4-FFF2-40B4-BE49-F238E27FC236}">
                        <a16:creationId xmlns:a16="http://schemas.microsoft.com/office/drawing/2014/main" id="{DD3FFFF4-875E-656C-C14F-72F43745804E}"/>
                      </a:ext>
                    </a:extLst>
                  </p:cNvPr>
                  <p:cNvGrpSpPr>
                    <a:grpSpLocks/>
                  </p:cNvGrpSpPr>
                  <p:nvPr/>
                </p:nvGrpSpPr>
                <p:grpSpPr bwMode="auto">
                  <a:xfrm>
                    <a:off x="69" y="2168"/>
                    <a:ext cx="2461" cy="1336"/>
                    <a:chOff x="-5" y="2196"/>
                    <a:chExt cx="2461" cy="1336"/>
                  </a:xfrm>
                </p:grpSpPr>
                <p:sp>
                  <p:nvSpPr>
                    <p:cNvPr id="115" name="Freeform 37">
                      <a:extLst>
                        <a:ext uri="{FF2B5EF4-FFF2-40B4-BE49-F238E27FC236}">
                          <a16:creationId xmlns:a16="http://schemas.microsoft.com/office/drawing/2014/main" id="{F78D50C2-5BB4-8607-A457-8C8907ABBB1F}"/>
                        </a:ext>
                      </a:extLst>
                    </p:cNvPr>
                    <p:cNvSpPr>
                      <a:spLocks/>
                    </p:cNvSpPr>
                    <p:nvPr/>
                  </p:nvSpPr>
                  <p:spPr bwMode="hidden">
                    <a:xfrm rot="19495919" flipH="1">
                      <a:off x="644" y="2196"/>
                      <a:ext cx="1812" cy="347"/>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6" name="Freeform 38">
                      <a:extLst>
                        <a:ext uri="{FF2B5EF4-FFF2-40B4-BE49-F238E27FC236}">
                          <a16:creationId xmlns:a16="http://schemas.microsoft.com/office/drawing/2014/main" id="{135DF2CD-1EB5-CA04-6026-F7E7CA14BCB3}"/>
                        </a:ext>
                      </a:extLst>
                    </p:cNvPr>
                    <p:cNvSpPr>
                      <a:spLocks/>
                    </p:cNvSpPr>
                    <p:nvPr/>
                  </p:nvSpPr>
                  <p:spPr bwMode="hidden">
                    <a:xfrm rot="19495919" flipH="1">
                      <a:off x="-5" y="2984"/>
                      <a:ext cx="973" cy="548"/>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44" name="Group 39">
                    <a:extLst>
                      <a:ext uri="{FF2B5EF4-FFF2-40B4-BE49-F238E27FC236}">
                        <a16:creationId xmlns:a16="http://schemas.microsoft.com/office/drawing/2014/main" id="{C3FC4B5B-E889-705A-3C15-F143D19520CB}"/>
                      </a:ext>
                    </a:extLst>
                  </p:cNvPr>
                  <p:cNvGrpSpPr>
                    <a:grpSpLocks/>
                  </p:cNvGrpSpPr>
                  <p:nvPr/>
                </p:nvGrpSpPr>
                <p:grpSpPr bwMode="auto">
                  <a:xfrm>
                    <a:off x="22" y="1978"/>
                    <a:ext cx="2477" cy="1065"/>
                    <a:chOff x="-52" y="2006"/>
                    <a:chExt cx="2477" cy="1065"/>
                  </a:xfrm>
                </p:grpSpPr>
                <p:sp>
                  <p:nvSpPr>
                    <p:cNvPr id="113" name="Freeform 40">
                      <a:extLst>
                        <a:ext uri="{FF2B5EF4-FFF2-40B4-BE49-F238E27FC236}">
                          <a16:creationId xmlns:a16="http://schemas.microsoft.com/office/drawing/2014/main" id="{41C6727C-9B57-7EAD-B71D-5E9B3FECA5B7}"/>
                        </a:ext>
                      </a:extLst>
                    </p:cNvPr>
                    <p:cNvSpPr>
                      <a:spLocks/>
                    </p:cNvSpPr>
                    <p:nvPr/>
                  </p:nvSpPr>
                  <p:spPr bwMode="hidden">
                    <a:xfrm rot="20017085" flipH="1">
                      <a:off x="689" y="2006"/>
                      <a:ext cx="1736" cy="303"/>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4" name="Freeform 41">
                      <a:extLst>
                        <a:ext uri="{FF2B5EF4-FFF2-40B4-BE49-F238E27FC236}">
                          <a16:creationId xmlns:a16="http://schemas.microsoft.com/office/drawing/2014/main" id="{5E7AB7D9-4270-B3C7-BC3E-97057BCB89BC}"/>
                        </a:ext>
                      </a:extLst>
                    </p:cNvPr>
                    <p:cNvSpPr>
                      <a:spLocks/>
                    </p:cNvSpPr>
                    <p:nvPr/>
                  </p:nvSpPr>
                  <p:spPr bwMode="hidden">
                    <a:xfrm rot="20017085" flipH="1">
                      <a:off x="-52" y="2591"/>
                      <a:ext cx="932" cy="480"/>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45" name="Group 42">
                    <a:extLst>
                      <a:ext uri="{FF2B5EF4-FFF2-40B4-BE49-F238E27FC236}">
                        <a16:creationId xmlns:a16="http://schemas.microsoft.com/office/drawing/2014/main" id="{2AEFCE01-747B-DFCA-E2CC-20A450EDA3E7}"/>
                      </a:ext>
                    </a:extLst>
                  </p:cNvPr>
                  <p:cNvGrpSpPr>
                    <a:grpSpLocks/>
                  </p:cNvGrpSpPr>
                  <p:nvPr/>
                </p:nvGrpSpPr>
                <p:grpSpPr bwMode="auto">
                  <a:xfrm>
                    <a:off x="0" y="1782"/>
                    <a:ext cx="2472" cy="932"/>
                    <a:chOff x="-74" y="1810"/>
                    <a:chExt cx="2472" cy="932"/>
                  </a:xfrm>
                </p:grpSpPr>
                <p:sp>
                  <p:nvSpPr>
                    <p:cNvPr id="111" name="Freeform 43">
                      <a:extLst>
                        <a:ext uri="{FF2B5EF4-FFF2-40B4-BE49-F238E27FC236}">
                          <a16:creationId xmlns:a16="http://schemas.microsoft.com/office/drawing/2014/main" id="{24A100D7-E893-751F-27A6-B8E50F8EF2E4}"/>
                        </a:ext>
                      </a:extLst>
                    </p:cNvPr>
                    <p:cNvSpPr>
                      <a:spLocks/>
                    </p:cNvSpPr>
                    <p:nvPr/>
                  </p:nvSpPr>
                  <p:spPr bwMode="hidden">
                    <a:xfrm rot="20519637" flipH="1">
                      <a:off x="721" y="1810"/>
                      <a:ext cx="1677" cy="335"/>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2" name="Freeform 44">
                      <a:extLst>
                        <a:ext uri="{FF2B5EF4-FFF2-40B4-BE49-F238E27FC236}">
                          <a16:creationId xmlns:a16="http://schemas.microsoft.com/office/drawing/2014/main" id="{CD45230B-2BE8-5492-1AD9-5D3AE2CFB005}"/>
                        </a:ext>
                      </a:extLst>
                    </p:cNvPr>
                    <p:cNvSpPr>
                      <a:spLocks/>
                    </p:cNvSpPr>
                    <p:nvPr/>
                  </p:nvSpPr>
                  <p:spPr bwMode="hidden">
                    <a:xfrm rot="20519637" flipH="1">
                      <a:off x="-74" y="2212"/>
                      <a:ext cx="901" cy="530"/>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46" name="Group 183">
                    <a:extLst>
                      <a:ext uri="{FF2B5EF4-FFF2-40B4-BE49-F238E27FC236}">
                        <a16:creationId xmlns:a16="http://schemas.microsoft.com/office/drawing/2014/main" id="{6BDCCE25-D572-96BD-9612-C0EEBA3B60D6}"/>
                      </a:ext>
                    </a:extLst>
                  </p:cNvPr>
                  <p:cNvGrpSpPr>
                    <a:grpSpLocks/>
                  </p:cNvGrpSpPr>
                  <p:nvPr/>
                </p:nvGrpSpPr>
                <p:grpSpPr bwMode="auto">
                  <a:xfrm>
                    <a:off x="97" y="1561"/>
                    <a:ext cx="2339" cy="659"/>
                    <a:chOff x="23" y="1589"/>
                    <a:chExt cx="2339" cy="659"/>
                  </a:xfrm>
                </p:grpSpPr>
                <p:sp>
                  <p:nvSpPr>
                    <p:cNvPr id="109" name="Freeform 46">
                      <a:extLst>
                        <a:ext uri="{FF2B5EF4-FFF2-40B4-BE49-F238E27FC236}">
                          <a16:creationId xmlns:a16="http://schemas.microsoft.com/office/drawing/2014/main" id="{B9291EE6-633E-909D-529B-B01841DD5DDA}"/>
                        </a:ext>
                      </a:extLst>
                    </p:cNvPr>
                    <p:cNvSpPr>
                      <a:spLocks/>
                    </p:cNvSpPr>
                    <p:nvPr/>
                  </p:nvSpPr>
                  <p:spPr bwMode="hidden">
                    <a:xfrm rot="21136207" flipH="1">
                      <a:off x="818" y="1590"/>
                      <a:ext cx="1544" cy="312"/>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0" name="Freeform 47">
                      <a:extLst>
                        <a:ext uri="{FF2B5EF4-FFF2-40B4-BE49-F238E27FC236}">
                          <a16:creationId xmlns:a16="http://schemas.microsoft.com/office/drawing/2014/main" id="{69468081-8A70-14D3-41A2-E88E4D56DEA1}"/>
                        </a:ext>
                      </a:extLst>
                    </p:cNvPr>
                    <p:cNvSpPr>
                      <a:spLocks/>
                    </p:cNvSpPr>
                    <p:nvPr/>
                  </p:nvSpPr>
                  <p:spPr bwMode="hidden">
                    <a:xfrm rot="21136207" flipH="1">
                      <a:off x="23" y="1760"/>
                      <a:ext cx="830" cy="488"/>
                    </a:xfrm>
                    <a:custGeom>
                      <a:avLst/>
                      <a:gdLst>
                        <a:gd name="T0" fmla="*/ 0 w 1769"/>
                        <a:gd name="T1" fmla="*/ 1 h 791"/>
                        <a:gd name="T2" fmla="*/ 0 w 1769"/>
                        <a:gd name="T3" fmla="*/ 1 h 791"/>
                        <a:gd name="T4" fmla="*/ 0 w 1769"/>
                        <a:gd name="T5" fmla="*/ 1 h 791"/>
                        <a:gd name="T6" fmla="*/ 0 w 1769"/>
                        <a:gd name="T7" fmla="*/ 1 h 791"/>
                        <a:gd name="T8" fmla="*/ 0 w 1769"/>
                        <a:gd name="T9" fmla="*/ 1 h 791"/>
                        <a:gd name="T10" fmla="*/ 0 w 1769"/>
                        <a:gd name="T11" fmla="*/ 1 h 791"/>
                        <a:gd name="T12" fmla="*/ 0 w 1769"/>
                        <a:gd name="T13" fmla="*/ 1 h 791"/>
                        <a:gd name="T14" fmla="*/ 0 w 1769"/>
                        <a:gd name="T15" fmla="*/ 1 h 791"/>
                        <a:gd name="T16" fmla="*/ 0 w 1769"/>
                        <a:gd name="T17" fmla="*/ 1 h 791"/>
                        <a:gd name="T18" fmla="*/ 0 w 1769"/>
                        <a:gd name="T19" fmla="*/ 1 h 791"/>
                        <a:gd name="T20" fmla="*/ 0 w 1769"/>
                        <a:gd name="T21" fmla="*/ 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47" name="Group 48">
                    <a:extLst>
                      <a:ext uri="{FF2B5EF4-FFF2-40B4-BE49-F238E27FC236}">
                        <a16:creationId xmlns:a16="http://schemas.microsoft.com/office/drawing/2014/main" id="{ED100D13-E297-5FBD-802D-638A2CD404D4}"/>
                      </a:ext>
                    </a:extLst>
                  </p:cNvPr>
                  <p:cNvGrpSpPr>
                    <a:grpSpLocks/>
                  </p:cNvGrpSpPr>
                  <p:nvPr/>
                </p:nvGrpSpPr>
                <p:grpSpPr bwMode="auto">
                  <a:xfrm>
                    <a:off x="263" y="1415"/>
                    <a:ext cx="2150" cy="347"/>
                    <a:chOff x="189" y="1443"/>
                    <a:chExt cx="2150" cy="347"/>
                  </a:xfrm>
                </p:grpSpPr>
                <p:sp>
                  <p:nvSpPr>
                    <p:cNvPr id="107" name="Freeform 49">
                      <a:extLst>
                        <a:ext uri="{FF2B5EF4-FFF2-40B4-BE49-F238E27FC236}">
                          <a16:creationId xmlns:a16="http://schemas.microsoft.com/office/drawing/2014/main" id="{45B9172D-38E3-D89F-0AC4-3B0C65D56462}"/>
                        </a:ext>
                      </a:extLst>
                    </p:cNvPr>
                    <p:cNvSpPr>
                      <a:spLocks/>
                    </p:cNvSpPr>
                    <p:nvPr/>
                  </p:nvSpPr>
                  <p:spPr bwMode="hidden">
                    <a:xfrm rot="84182" flipH="1">
                      <a:off x="935" y="1464"/>
                      <a:ext cx="1404" cy="222"/>
                    </a:xfrm>
                    <a:custGeom>
                      <a:avLst/>
                      <a:gdLst>
                        <a:gd name="T0" fmla="*/ 0 w 2736"/>
                        <a:gd name="T1" fmla="*/ 0 h 504"/>
                        <a:gd name="T2" fmla="*/ 1 w 2736"/>
                        <a:gd name="T3" fmla="*/ 0 h 504"/>
                        <a:gd name="T4" fmla="*/ 1 w 2736"/>
                        <a:gd name="T5" fmla="*/ 0 h 504"/>
                        <a:gd name="T6" fmla="*/ 1 w 2736"/>
                        <a:gd name="T7" fmla="*/ 0 h 504"/>
                        <a:gd name="T8" fmla="*/ 1 w 2736"/>
                        <a:gd name="T9" fmla="*/ 0 h 504"/>
                        <a:gd name="T10" fmla="*/ 1 w 2736"/>
                        <a:gd name="T11" fmla="*/ 0 h 504"/>
                        <a:gd name="T12" fmla="*/ 1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08" name="Freeform 50">
                      <a:extLst>
                        <a:ext uri="{FF2B5EF4-FFF2-40B4-BE49-F238E27FC236}">
                          <a16:creationId xmlns:a16="http://schemas.microsoft.com/office/drawing/2014/main" id="{FFE4135E-FC7F-F833-2BFE-823A074A0425}"/>
                        </a:ext>
                      </a:extLst>
                    </p:cNvPr>
                    <p:cNvSpPr>
                      <a:spLocks/>
                    </p:cNvSpPr>
                    <p:nvPr/>
                  </p:nvSpPr>
                  <p:spPr bwMode="hidden">
                    <a:xfrm rot="84182" flipH="1">
                      <a:off x="189" y="1443"/>
                      <a:ext cx="754" cy="347"/>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48" name="Group 51">
                    <a:extLst>
                      <a:ext uri="{FF2B5EF4-FFF2-40B4-BE49-F238E27FC236}">
                        <a16:creationId xmlns:a16="http://schemas.microsoft.com/office/drawing/2014/main" id="{FFE54869-5363-24CA-EE10-376618ACF58C}"/>
                      </a:ext>
                    </a:extLst>
                  </p:cNvPr>
                  <p:cNvGrpSpPr>
                    <a:grpSpLocks/>
                  </p:cNvGrpSpPr>
                  <p:nvPr/>
                </p:nvGrpSpPr>
                <p:grpSpPr bwMode="auto">
                  <a:xfrm>
                    <a:off x="579" y="1063"/>
                    <a:ext cx="1879" cy="431"/>
                    <a:chOff x="505" y="1091"/>
                    <a:chExt cx="1879" cy="431"/>
                  </a:xfrm>
                </p:grpSpPr>
                <p:sp>
                  <p:nvSpPr>
                    <p:cNvPr id="105" name="Freeform 52">
                      <a:extLst>
                        <a:ext uri="{FF2B5EF4-FFF2-40B4-BE49-F238E27FC236}">
                          <a16:creationId xmlns:a16="http://schemas.microsoft.com/office/drawing/2014/main" id="{1FAD3239-C57D-CF05-D7B7-727C27E2AF01}"/>
                        </a:ext>
                      </a:extLst>
                    </p:cNvPr>
                    <p:cNvSpPr>
                      <a:spLocks/>
                    </p:cNvSpPr>
                    <p:nvPr/>
                  </p:nvSpPr>
                  <p:spPr bwMode="hidden">
                    <a:xfrm rot="802576" flipH="1">
                      <a:off x="1151" y="1305"/>
                      <a:ext cx="1233" cy="217"/>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06" name="Freeform 53">
                      <a:extLst>
                        <a:ext uri="{FF2B5EF4-FFF2-40B4-BE49-F238E27FC236}">
                          <a16:creationId xmlns:a16="http://schemas.microsoft.com/office/drawing/2014/main" id="{FAF03EA5-0925-6518-6259-6CF56E1DDAFC}"/>
                        </a:ext>
                      </a:extLst>
                    </p:cNvPr>
                    <p:cNvSpPr>
                      <a:spLocks/>
                    </p:cNvSpPr>
                    <p:nvPr/>
                  </p:nvSpPr>
                  <p:spPr bwMode="hidden">
                    <a:xfrm rot="802576" flipH="1">
                      <a:off x="505" y="1092"/>
                      <a:ext cx="662" cy="340"/>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49" name="Group 54">
                    <a:extLst>
                      <a:ext uri="{FF2B5EF4-FFF2-40B4-BE49-F238E27FC236}">
                        <a16:creationId xmlns:a16="http://schemas.microsoft.com/office/drawing/2014/main" id="{07C1E228-E19E-A390-E630-D4EC2A62861C}"/>
                      </a:ext>
                    </a:extLst>
                  </p:cNvPr>
                  <p:cNvGrpSpPr>
                    <a:grpSpLocks/>
                  </p:cNvGrpSpPr>
                  <p:nvPr/>
                </p:nvGrpSpPr>
                <p:grpSpPr bwMode="auto">
                  <a:xfrm>
                    <a:off x="690" y="872"/>
                    <a:ext cx="1849" cy="553"/>
                    <a:chOff x="616" y="900"/>
                    <a:chExt cx="1849" cy="553"/>
                  </a:xfrm>
                </p:grpSpPr>
                <p:sp>
                  <p:nvSpPr>
                    <p:cNvPr id="103" name="Freeform 55">
                      <a:extLst>
                        <a:ext uri="{FF2B5EF4-FFF2-40B4-BE49-F238E27FC236}">
                          <a16:creationId xmlns:a16="http://schemas.microsoft.com/office/drawing/2014/main" id="{74BA6E54-D1DC-1F3F-2514-D7196784572F}"/>
                        </a:ext>
                      </a:extLst>
                    </p:cNvPr>
                    <p:cNvSpPr>
                      <a:spLocks/>
                    </p:cNvSpPr>
                    <p:nvPr/>
                  </p:nvSpPr>
                  <p:spPr bwMode="hidden">
                    <a:xfrm rot="1277471" flipH="1">
                      <a:off x="1232" y="1239"/>
                      <a:ext cx="1233" cy="214"/>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04" name="Freeform 56">
                      <a:extLst>
                        <a:ext uri="{FF2B5EF4-FFF2-40B4-BE49-F238E27FC236}">
                          <a16:creationId xmlns:a16="http://schemas.microsoft.com/office/drawing/2014/main" id="{7AC65A70-7391-1510-AFB0-47EBD949CB4A}"/>
                        </a:ext>
                      </a:extLst>
                    </p:cNvPr>
                    <p:cNvSpPr>
                      <a:spLocks/>
                    </p:cNvSpPr>
                    <p:nvPr/>
                  </p:nvSpPr>
                  <p:spPr bwMode="hidden">
                    <a:xfrm rot="1277471" flipH="1">
                      <a:off x="616" y="900"/>
                      <a:ext cx="662" cy="335"/>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50" name="Group 57">
                    <a:extLst>
                      <a:ext uri="{FF2B5EF4-FFF2-40B4-BE49-F238E27FC236}">
                        <a16:creationId xmlns:a16="http://schemas.microsoft.com/office/drawing/2014/main" id="{67C95B5C-611A-AC89-3AD4-58154F1EB6FF}"/>
                      </a:ext>
                    </a:extLst>
                  </p:cNvPr>
                  <p:cNvGrpSpPr>
                    <a:grpSpLocks/>
                  </p:cNvGrpSpPr>
                  <p:nvPr/>
                </p:nvGrpSpPr>
                <p:grpSpPr bwMode="auto">
                  <a:xfrm>
                    <a:off x="911" y="590"/>
                    <a:ext cx="1767" cy="740"/>
                    <a:chOff x="911" y="590"/>
                    <a:chExt cx="1767" cy="740"/>
                  </a:xfrm>
                </p:grpSpPr>
                <p:sp>
                  <p:nvSpPr>
                    <p:cNvPr id="101" name="Freeform 58">
                      <a:extLst>
                        <a:ext uri="{FF2B5EF4-FFF2-40B4-BE49-F238E27FC236}">
                          <a16:creationId xmlns:a16="http://schemas.microsoft.com/office/drawing/2014/main" id="{A2A59238-86A7-C973-C0DD-F17E2DDEF4C6}"/>
                        </a:ext>
                      </a:extLst>
                    </p:cNvPr>
                    <p:cNvSpPr>
                      <a:spLocks/>
                    </p:cNvSpPr>
                    <p:nvPr/>
                  </p:nvSpPr>
                  <p:spPr bwMode="hidden">
                    <a:xfrm rot="2028410" flipH="1">
                      <a:off x="1445" y="1116"/>
                      <a:ext cx="1233" cy="214"/>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02" name="Freeform 59">
                      <a:extLst>
                        <a:ext uri="{FF2B5EF4-FFF2-40B4-BE49-F238E27FC236}">
                          <a16:creationId xmlns:a16="http://schemas.microsoft.com/office/drawing/2014/main" id="{5B96571C-A262-C31A-8316-465A94A85DE6}"/>
                        </a:ext>
                      </a:extLst>
                    </p:cNvPr>
                    <p:cNvSpPr>
                      <a:spLocks/>
                    </p:cNvSpPr>
                    <p:nvPr/>
                  </p:nvSpPr>
                  <p:spPr bwMode="hidden">
                    <a:xfrm rot="2028410" flipH="1">
                      <a:off x="911" y="590"/>
                      <a:ext cx="662" cy="336"/>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51" name="Group 60">
                    <a:extLst>
                      <a:ext uri="{FF2B5EF4-FFF2-40B4-BE49-F238E27FC236}">
                        <a16:creationId xmlns:a16="http://schemas.microsoft.com/office/drawing/2014/main" id="{CACF1EBF-083A-C553-5E89-84C62B72A553}"/>
                      </a:ext>
                    </a:extLst>
                  </p:cNvPr>
                  <p:cNvGrpSpPr>
                    <a:grpSpLocks/>
                  </p:cNvGrpSpPr>
                  <p:nvPr/>
                </p:nvGrpSpPr>
                <p:grpSpPr bwMode="auto">
                  <a:xfrm>
                    <a:off x="1120" y="303"/>
                    <a:ext cx="1693" cy="891"/>
                    <a:chOff x="1120" y="303"/>
                    <a:chExt cx="1693" cy="891"/>
                  </a:xfrm>
                </p:grpSpPr>
                <p:sp>
                  <p:nvSpPr>
                    <p:cNvPr id="99" name="Freeform 61">
                      <a:extLst>
                        <a:ext uri="{FF2B5EF4-FFF2-40B4-BE49-F238E27FC236}">
                          <a16:creationId xmlns:a16="http://schemas.microsoft.com/office/drawing/2014/main" id="{EA88C8CE-EE29-4793-1877-02457976C65D}"/>
                        </a:ext>
                      </a:extLst>
                    </p:cNvPr>
                    <p:cNvSpPr>
                      <a:spLocks/>
                    </p:cNvSpPr>
                    <p:nvPr/>
                  </p:nvSpPr>
                  <p:spPr bwMode="hidden">
                    <a:xfrm rot="2664424" flipH="1">
                      <a:off x="1562" y="980"/>
                      <a:ext cx="1251" cy="214"/>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00" name="Freeform 62">
                      <a:extLst>
                        <a:ext uri="{FF2B5EF4-FFF2-40B4-BE49-F238E27FC236}">
                          <a16:creationId xmlns:a16="http://schemas.microsoft.com/office/drawing/2014/main" id="{4DFC1836-6D5D-9B65-80B3-D59B296C1430}"/>
                        </a:ext>
                      </a:extLst>
                    </p:cNvPr>
                    <p:cNvSpPr>
                      <a:spLocks/>
                    </p:cNvSpPr>
                    <p:nvPr/>
                  </p:nvSpPr>
                  <p:spPr bwMode="hidden">
                    <a:xfrm rot="2664424" flipH="1">
                      <a:off x="1120" y="304"/>
                      <a:ext cx="672" cy="339"/>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52" name="Group 63">
                    <a:extLst>
                      <a:ext uri="{FF2B5EF4-FFF2-40B4-BE49-F238E27FC236}">
                        <a16:creationId xmlns:a16="http://schemas.microsoft.com/office/drawing/2014/main" id="{6C13814D-9E25-FB13-22B9-2AE5C1373C46}"/>
                      </a:ext>
                    </a:extLst>
                  </p:cNvPr>
                  <p:cNvGrpSpPr>
                    <a:grpSpLocks/>
                  </p:cNvGrpSpPr>
                  <p:nvPr/>
                </p:nvGrpSpPr>
                <p:grpSpPr bwMode="auto">
                  <a:xfrm>
                    <a:off x="1711" y="68"/>
                    <a:ext cx="776" cy="1527"/>
                    <a:chOff x="1637" y="96"/>
                    <a:chExt cx="776" cy="1527"/>
                  </a:xfrm>
                </p:grpSpPr>
                <p:sp>
                  <p:nvSpPr>
                    <p:cNvPr id="97" name="Freeform 64">
                      <a:extLst>
                        <a:ext uri="{FF2B5EF4-FFF2-40B4-BE49-F238E27FC236}">
                          <a16:creationId xmlns:a16="http://schemas.microsoft.com/office/drawing/2014/main" id="{A1D7C9C9-8E47-AA96-114D-B947477F8B50}"/>
                        </a:ext>
                      </a:extLst>
                    </p:cNvPr>
                    <p:cNvSpPr>
                      <a:spLocks/>
                    </p:cNvSpPr>
                    <p:nvPr/>
                  </p:nvSpPr>
                  <p:spPr bwMode="hidden">
                    <a:xfrm rot="3473776" flipH="1">
                      <a:off x="1756" y="966"/>
                      <a:ext cx="1099" cy="215"/>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98" name="Freeform 65">
                      <a:extLst>
                        <a:ext uri="{FF2B5EF4-FFF2-40B4-BE49-F238E27FC236}">
                          <a16:creationId xmlns:a16="http://schemas.microsoft.com/office/drawing/2014/main" id="{07BC5520-98B8-E1CD-68F0-17FBC1FB98A4}"/>
                        </a:ext>
                      </a:extLst>
                    </p:cNvPr>
                    <p:cNvSpPr>
                      <a:spLocks/>
                    </p:cNvSpPr>
                    <p:nvPr/>
                  </p:nvSpPr>
                  <p:spPr bwMode="hidden">
                    <a:xfrm rot="3473776" flipH="1">
                      <a:off x="1511" y="222"/>
                      <a:ext cx="589" cy="338"/>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53" name="Group 66">
                    <a:extLst>
                      <a:ext uri="{FF2B5EF4-FFF2-40B4-BE49-F238E27FC236}">
                        <a16:creationId xmlns:a16="http://schemas.microsoft.com/office/drawing/2014/main" id="{114C08C3-9D95-11B7-73C3-51A7FE47FF98}"/>
                      </a:ext>
                    </a:extLst>
                  </p:cNvPr>
                  <p:cNvGrpSpPr>
                    <a:grpSpLocks/>
                  </p:cNvGrpSpPr>
                  <p:nvPr/>
                </p:nvGrpSpPr>
                <p:grpSpPr bwMode="auto">
                  <a:xfrm>
                    <a:off x="2006" y="7"/>
                    <a:ext cx="638" cy="1534"/>
                    <a:chOff x="1932" y="35"/>
                    <a:chExt cx="638" cy="1534"/>
                  </a:xfrm>
                </p:grpSpPr>
                <p:sp>
                  <p:nvSpPr>
                    <p:cNvPr id="95" name="Freeform 67">
                      <a:extLst>
                        <a:ext uri="{FF2B5EF4-FFF2-40B4-BE49-F238E27FC236}">
                          <a16:creationId xmlns:a16="http://schemas.microsoft.com/office/drawing/2014/main" id="{C1E93B3F-0672-3A7C-10A6-4F5F8CCDF957}"/>
                        </a:ext>
                      </a:extLst>
                    </p:cNvPr>
                    <p:cNvSpPr>
                      <a:spLocks/>
                    </p:cNvSpPr>
                    <p:nvPr/>
                  </p:nvSpPr>
                  <p:spPr bwMode="hidden">
                    <a:xfrm rot="4126480" flipH="1">
                      <a:off x="1933" y="932"/>
                      <a:ext cx="1059" cy="215"/>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96" name="Freeform 68">
                      <a:extLst>
                        <a:ext uri="{FF2B5EF4-FFF2-40B4-BE49-F238E27FC236}">
                          <a16:creationId xmlns:a16="http://schemas.microsoft.com/office/drawing/2014/main" id="{FDC484A2-4650-158D-E204-E256ABB41A33}"/>
                        </a:ext>
                      </a:extLst>
                    </p:cNvPr>
                    <p:cNvSpPr>
                      <a:spLocks/>
                    </p:cNvSpPr>
                    <p:nvPr/>
                  </p:nvSpPr>
                  <p:spPr bwMode="hidden">
                    <a:xfrm rot="4126480" flipH="1">
                      <a:off x="1817" y="151"/>
                      <a:ext cx="567" cy="336"/>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54" name="Group 69">
                    <a:extLst>
                      <a:ext uri="{FF2B5EF4-FFF2-40B4-BE49-F238E27FC236}">
                        <a16:creationId xmlns:a16="http://schemas.microsoft.com/office/drawing/2014/main" id="{385E5544-5BD2-4BDF-812E-5340A8300263}"/>
                      </a:ext>
                    </a:extLst>
                  </p:cNvPr>
                  <p:cNvGrpSpPr>
                    <a:grpSpLocks/>
                  </p:cNvGrpSpPr>
                  <p:nvPr/>
                </p:nvGrpSpPr>
                <p:grpSpPr bwMode="auto">
                  <a:xfrm>
                    <a:off x="2896" y="642"/>
                    <a:ext cx="1846" cy="570"/>
                    <a:chOff x="2822" y="670"/>
                    <a:chExt cx="1846" cy="570"/>
                  </a:xfrm>
                </p:grpSpPr>
                <p:sp>
                  <p:nvSpPr>
                    <p:cNvPr id="93" name="Freeform 70">
                      <a:extLst>
                        <a:ext uri="{FF2B5EF4-FFF2-40B4-BE49-F238E27FC236}">
                          <a16:creationId xmlns:a16="http://schemas.microsoft.com/office/drawing/2014/main" id="{F71EEF00-98A3-E29C-0D59-D6BA2E653929}"/>
                        </a:ext>
                      </a:extLst>
                    </p:cNvPr>
                    <p:cNvSpPr>
                      <a:spLocks/>
                    </p:cNvSpPr>
                    <p:nvPr/>
                  </p:nvSpPr>
                  <p:spPr bwMode="hidden">
                    <a:xfrm rot="-1325434">
                      <a:off x="2822" y="1026"/>
                      <a:ext cx="1233" cy="214"/>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94" name="Freeform 71">
                      <a:extLst>
                        <a:ext uri="{FF2B5EF4-FFF2-40B4-BE49-F238E27FC236}">
                          <a16:creationId xmlns:a16="http://schemas.microsoft.com/office/drawing/2014/main" id="{F6285A97-C140-19C2-5D66-B83EEDA63C0D}"/>
                        </a:ext>
                      </a:extLst>
                    </p:cNvPr>
                    <p:cNvSpPr>
                      <a:spLocks/>
                    </p:cNvSpPr>
                    <p:nvPr/>
                  </p:nvSpPr>
                  <p:spPr bwMode="hidden">
                    <a:xfrm rot="-1325434">
                      <a:off x="4005" y="670"/>
                      <a:ext cx="663" cy="340"/>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55" name="Group 72">
                    <a:extLst>
                      <a:ext uri="{FF2B5EF4-FFF2-40B4-BE49-F238E27FC236}">
                        <a16:creationId xmlns:a16="http://schemas.microsoft.com/office/drawing/2014/main" id="{D090D107-A11B-33E4-D5C3-A18C6E217635}"/>
                      </a:ext>
                    </a:extLst>
                  </p:cNvPr>
                  <p:cNvGrpSpPr>
                    <a:grpSpLocks/>
                  </p:cNvGrpSpPr>
                  <p:nvPr/>
                </p:nvGrpSpPr>
                <p:grpSpPr bwMode="auto">
                  <a:xfrm>
                    <a:off x="2757" y="415"/>
                    <a:ext cx="1783" cy="723"/>
                    <a:chOff x="2683" y="443"/>
                    <a:chExt cx="1783" cy="723"/>
                  </a:xfrm>
                </p:grpSpPr>
                <p:sp>
                  <p:nvSpPr>
                    <p:cNvPr id="91" name="Freeform 73">
                      <a:extLst>
                        <a:ext uri="{FF2B5EF4-FFF2-40B4-BE49-F238E27FC236}">
                          <a16:creationId xmlns:a16="http://schemas.microsoft.com/office/drawing/2014/main" id="{E7D75DD6-E5E8-6619-010F-21EA046CC807}"/>
                        </a:ext>
                      </a:extLst>
                    </p:cNvPr>
                    <p:cNvSpPr>
                      <a:spLocks/>
                    </p:cNvSpPr>
                    <p:nvPr/>
                  </p:nvSpPr>
                  <p:spPr bwMode="hidden">
                    <a:xfrm rot="-1921064">
                      <a:off x="2683" y="949"/>
                      <a:ext cx="1233" cy="217"/>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92" name="Freeform 74">
                      <a:extLst>
                        <a:ext uri="{FF2B5EF4-FFF2-40B4-BE49-F238E27FC236}">
                          <a16:creationId xmlns:a16="http://schemas.microsoft.com/office/drawing/2014/main" id="{F0249FD3-B9B1-5AF4-CF8C-49C42BD0BC56}"/>
                        </a:ext>
                      </a:extLst>
                    </p:cNvPr>
                    <p:cNvSpPr>
                      <a:spLocks/>
                    </p:cNvSpPr>
                    <p:nvPr/>
                  </p:nvSpPr>
                  <p:spPr bwMode="hidden">
                    <a:xfrm rot="-1921064">
                      <a:off x="3803" y="443"/>
                      <a:ext cx="663" cy="338"/>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sp>
                <p:nvSpPr>
                  <p:cNvPr id="56" name="Freeform 75">
                    <a:extLst>
                      <a:ext uri="{FF2B5EF4-FFF2-40B4-BE49-F238E27FC236}">
                        <a16:creationId xmlns:a16="http://schemas.microsoft.com/office/drawing/2014/main" id="{2E69B5E9-29BA-7ECC-E47F-5505B5C99001}"/>
                      </a:ext>
                    </a:extLst>
                  </p:cNvPr>
                  <p:cNvSpPr>
                    <a:spLocks/>
                  </p:cNvSpPr>
                  <p:nvPr/>
                </p:nvSpPr>
                <p:spPr bwMode="hidden">
                  <a:xfrm rot="4578755" flipH="1">
                    <a:off x="2174" y="950"/>
                    <a:ext cx="1028" cy="143"/>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7" name="Freeform 76">
                    <a:extLst>
                      <a:ext uri="{FF2B5EF4-FFF2-40B4-BE49-F238E27FC236}">
                        <a16:creationId xmlns:a16="http://schemas.microsoft.com/office/drawing/2014/main" id="{A6A549A5-7191-538D-A59A-D09687B5A6E9}"/>
                      </a:ext>
                    </a:extLst>
                  </p:cNvPr>
                  <p:cNvSpPr>
                    <a:spLocks/>
                  </p:cNvSpPr>
                  <p:nvPr/>
                </p:nvSpPr>
                <p:spPr bwMode="hidden">
                  <a:xfrm rot="4578755" flipH="1">
                    <a:off x="2201" y="196"/>
                    <a:ext cx="548" cy="229"/>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58" name="Group 77">
                    <a:extLst>
                      <a:ext uri="{FF2B5EF4-FFF2-40B4-BE49-F238E27FC236}">
                        <a16:creationId xmlns:a16="http://schemas.microsoft.com/office/drawing/2014/main" id="{1B7BBD80-CA0A-DDB8-2EB6-63E22112C390}"/>
                      </a:ext>
                    </a:extLst>
                  </p:cNvPr>
                  <p:cNvGrpSpPr>
                    <a:grpSpLocks/>
                  </p:cNvGrpSpPr>
                  <p:nvPr/>
                </p:nvGrpSpPr>
                <p:grpSpPr bwMode="auto">
                  <a:xfrm>
                    <a:off x="2877" y="19"/>
                    <a:ext cx="635" cy="1508"/>
                    <a:chOff x="2803" y="47"/>
                    <a:chExt cx="635" cy="1508"/>
                  </a:xfrm>
                </p:grpSpPr>
                <p:sp>
                  <p:nvSpPr>
                    <p:cNvPr id="89" name="Freeform 78">
                      <a:extLst>
                        <a:ext uri="{FF2B5EF4-FFF2-40B4-BE49-F238E27FC236}">
                          <a16:creationId xmlns:a16="http://schemas.microsoft.com/office/drawing/2014/main" id="{0F4DCEEF-7B2F-DD8F-B042-8CFA137E3179}"/>
                        </a:ext>
                      </a:extLst>
                    </p:cNvPr>
                    <p:cNvSpPr>
                      <a:spLocks/>
                    </p:cNvSpPr>
                    <p:nvPr/>
                  </p:nvSpPr>
                  <p:spPr bwMode="hidden">
                    <a:xfrm rot="-3857755">
                      <a:off x="2365" y="933"/>
                      <a:ext cx="1059" cy="184"/>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90" name="Freeform 79">
                      <a:extLst>
                        <a:ext uri="{FF2B5EF4-FFF2-40B4-BE49-F238E27FC236}">
                          <a16:creationId xmlns:a16="http://schemas.microsoft.com/office/drawing/2014/main" id="{AEA5D5E6-F658-4A10-18DB-8B0A84F35304}"/>
                        </a:ext>
                      </a:extLst>
                    </p:cNvPr>
                    <p:cNvSpPr>
                      <a:spLocks/>
                    </p:cNvSpPr>
                    <p:nvPr/>
                  </p:nvSpPr>
                  <p:spPr bwMode="hidden">
                    <a:xfrm rot="-3857755">
                      <a:off x="3010" y="188"/>
                      <a:ext cx="570" cy="287"/>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59" name="Group 80">
                    <a:extLst>
                      <a:ext uri="{FF2B5EF4-FFF2-40B4-BE49-F238E27FC236}">
                        <a16:creationId xmlns:a16="http://schemas.microsoft.com/office/drawing/2014/main" id="{7842E656-6183-883F-AB1C-11340790A3A7}"/>
                      </a:ext>
                    </a:extLst>
                  </p:cNvPr>
                  <p:cNvGrpSpPr>
                    <a:grpSpLocks/>
                  </p:cNvGrpSpPr>
                  <p:nvPr/>
                </p:nvGrpSpPr>
                <p:grpSpPr bwMode="auto">
                  <a:xfrm>
                    <a:off x="3010" y="129"/>
                    <a:ext cx="1015" cy="1461"/>
                    <a:chOff x="2936" y="157"/>
                    <a:chExt cx="1015" cy="1461"/>
                  </a:xfrm>
                </p:grpSpPr>
                <p:sp>
                  <p:nvSpPr>
                    <p:cNvPr id="87" name="Freeform 81">
                      <a:extLst>
                        <a:ext uri="{FF2B5EF4-FFF2-40B4-BE49-F238E27FC236}">
                          <a16:creationId xmlns:a16="http://schemas.microsoft.com/office/drawing/2014/main" id="{9EDEFC65-D614-FB6A-D504-99A3610C69FC}"/>
                        </a:ext>
                      </a:extLst>
                    </p:cNvPr>
                    <p:cNvSpPr>
                      <a:spLocks/>
                    </p:cNvSpPr>
                    <p:nvPr/>
                  </p:nvSpPr>
                  <p:spPr bwMode="hidden">
                    <a:xfrm rot="-2777260">
                      <a:off x="2494" y="905"/>
                      <a:ext cx="1155" cy="270"/>
                    </a:xfrm>
                    <a:custGeom>
                      <a:avLst/>
                      <a:gdLst>
                        <a:gd name="T0" fmla="*/ 0 w 2736"/>
                        <a:gd name="T1" fmla="*/ 1 h 504"/>
                        <a:gd name="T2" fmla="*/ 0 w 2736"/>
                        <a:gd name="T3" fmla="*/ 1 h 504"/>
                        <a:gd name="T4" fmla="*/ 0 w 2736"/>
                        <a:gd name="T5" fmla="*/ 1 h 504"/>
                        <a:gd name="T6" fmla="*/ 0 w 2736"/>
                        <a:gd name="T7" fmla="*/ 1 h 504"/>
                        <a:gd name="T8" fmla="*/ 0 w 2736"/>
                        <a:gd name="T9" fmla="*/ 1 h 504"/>
                        <a:gd name="T10" fmla="*/ 0 w 2736"/>
                        <a:gd name="T11" fmla="*/ 1 h 504"/>
                        <a:gd name="T12" fmla="*/ 0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88" name="Freeform 82">
                      <a:extLst>
                        <a:ext uri="{FF2B5EF4-FFF2-40B4-BE49-F238E27FC236}">
                          <a16:creationId xmlns:a16="http://schemas.microsoft.com/office/drawing/2014/main" id="{98C986B4-77FF-22D1-ECBC-AC6FB6083E23}"/>
                        </a:ext>
                      </a:extLst>
                    </p:cNvPr>
                    <p:cNvSpPr>
                      <a:spLocks/>
                    </p:cNvSpPr>
                    <p:nvPr/>
                  </p:nvSpPr>
                  <p:spPr bwMode="hidden">
                    <a:xfrm rot="-2777260">
                      <a:off x="3429" y="256"/>
                      <a:ext cx="620" cy="422"/>
                    </a:xfrm>
                    <a:custGeom>
                      <a:avLst/>
                      <a:gdLst>
                        <a:gd name="T0" fmla="*/ 0 w 1769"/>
                        <a:gd name="T1" fmla="*/ 1 h 791"/>
                        <a:gd name="T2" fmla="*/ 0 w 1769"/>
                        <a:gd name="T3" fmla="*/ 1 h 791"/>
                        <a:gd name="T4" fmla="*/ 0 w 1769"/>
                        <a:gd name="T5" fmla="*/ 1 h 791"/>
                        <a:gd name="T6" fmla="*/ 0 w 1769"/>
                        <a:gd name="T7" fmla="*/ 1 h 791"/>
                        <a:gd name="T8" fmla="*/ 0 w 1769"/>
                        <a:gd name="T9" fmla="*/ 1 h 791"/>
                        <a:gd name="T10" fmla="*/ 0 w 1769"/>
                        <a:gd name="T11" fmla="*/ 1 h 791"/>
                        <a:gd name="T12" fmla="*/ 0 w 1769"/>
                        <a:gd name="T13" fmla="*/ 1 h 791"/>
                        <a:gd name="T14" fmla="*/ 0 w 1769"/>
                        <a:gd name="T15" fmla="*/ 1 h 791"/>
                        <a:gd name="T16" fmla="*/ 0 w 1769"/>
                        <a:gd name="T17" fmla="*/ 1 h 791"/>
                        <a:gd name="T18" fmla="*/ 0 w 1769"/>
                        <a:gd name="T19" fmla="*/ 1 h 791"/>
                        <a:gd name="T20" fmla="*/ 0 w 1769"/>
                        <a:gd name="T21" fmla="*/ 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60" name="Group 83">
                    <a:extLst>
                      <a:ext uri="{FF2B5EF4-FFF2-40B4-BE49-F238E27FC236}">
                        <a16:creationId xmlns:a16="http://schemas.microsoft.com/office/drawing/2014/main" id="{0F458B4D-4793-C032-05B9-E2989F8FD3C2}"/>
                      </a:ext>
                    </a:extLst>
                  </p:cNvPr>
                  <p:cNvGrpSpPr>
                    <a:grpSpLocks/>
                  </p:cNvGrpSpPr>
                  <p:nvPr/>
                </p:nvGrpSpPr>
                <p:grpSpPr bwMode="auto">
                  <a:xfrm>
                    <a:off x="2804" y="7"/>
                    <a:ext cx="242" cy="1441"/>
                    <a:chOff x="2730" y="35"/>
                    <a:chExt cx="242" cy="1441"/>
                  </a:xfrm>
                </p:grpSpPr>
                <p:sp>
                  <p:nvSpPr>
                    <p:cNvPr id="85" name="Freeform 222">
                      <a:extLst>
                        <a:ext uri="{FF2B5EF4-FFF2-40B4-BE49-F238E27FC236}">
                          <a16:creationId xmlns:a16="http://schemas.microsoft.com/office/drawing/2014/main" id="{B0034EB3-C4A9-7115-5191-57E404A2843A}"/>
                        </a:ext>
                      </a:extLst>
                    </p:cNvPr>
                    <p:cNvSpPr>
                      <a:spLocks/>
                    </p:cNvSpPr>
                    <p:nvPr/>
                  </p:nvSpPr>
                  <p:spPr bwMode="hidden">
                    <a:xfrm rot="-4903748">
                      <a:off x="2297" y="957"/>
                      <a:ext cx="953" cy="86"/>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86" name="Freeform 223">
                      <a:extLst>
                        <a:ext uri="{FF2B5EF4-FFF2-40B4-BE49-F238E27FC236}">
                          <a16:creationId xmlns:a16="http://schemas.microsoft.com/office/drawing/2014/main" id="{6D2D4BB3-AA03-8FB9-AC20-FFFBC5B9AE0C}"/>
                        </a:ext>
                      </a:extLst>
                    </p:cNvPr>
                    <p:cNvSpPr>
                      <a:spLocks/>
                    </p:cNvSpPr>
                    <p:nvPr/>
                  </p:nvSpPr>
                  <p:spPr bwMode="hidden">
                    <a:xfrm rot="-4903748">
                      <a:off x="2649" y="223"/>
                      <a:ext cx="511" cy="135"/>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61" name="Group 86">
                    <a:extLst>
                      <a:ext uri="{FF2B5EF4-FFF2-40B4-BE49-F238E27FC236}">
                        <a16:creationId xmlns:a16="http://schemas.microsoft.com/office/drawing/2014/main" id="{1DF46FE0-1411-DE84-F0E1-3FDB7C43E140}"/>
                      </a:ext>
                    </a:extLst>
                  </p:cNvPr>
                  <p:cNvGrpSpPr>
                    <a:grpSpLocks/>
                  </p:cNvGrpSpPr>
                  <p:nvPr/>
                </p:nvGrpSpPr>
                <p:grpSpPr bwMode="auto">
                  <a:xfrm>
                    <a:off x="1021" y="1740"/>
                    <a:ext cx="1079" cy="2445"/>
                    <a:chOff x="947" y="1768"/>
                    <a:chExt cx="1079" cy="2445"/>
                  </a:xfrm>
                </p:grpSpPr>
                <p:sp>
                  <p:nvSpPr>
                    <p:cNvPr id="83" name="Freeform 87">
                      <a:extLst>
                        <a:ext uri="{FF2B5EF4-FFF2-40B4-BE49-F238E27FC236}">
                          <a16:creationId xmlns:a16="http://schemas.microsoft.com/office/drawing/2014/main" id="{ED1D9EBF-0AB3-5171-50A3-82429A419B40}"/>
                        </a:ext>
                      </a:extLst>
                    </p:cNvPr>
                    <p:cNvSpPr>
                      <a:spLocks/>
                    </p:cNvSpPr>
                    <p:nvPr/>
                  </p:nvSpPr>
                  <p:spPr bwMode="hidden">
                    <a:xfrm rot="18335692" flipH="1">
                      <a:off x="1007" y="2476"/>
                      <a:ext cx="1727" cy="311"/>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84" name="Freeform 88">
                      <a:extLst>
                        <a:ext uri="{FF2B5EF4-FFF2-40B4-BE49-F238E27FC236}">
                          <a16:creationId xmlns:a16="http://schemas.microsoft.com/office/drawing/2014/main" id="{4CFEDBB4-FFAB-E061-0BD2-6EDEAA002CBF}"/>
                        </a:ext>
                      </a:extLst>
                    </p:cNvPr>
                    <p:cNvSpPr>
                      <a:spLocks/>
                    </p:cNvSpPr>
                    <p:nvPr/>
                  </p:nvSpPr>
                  <p:spPr bwMode="hidden">
                    <a:xfrm rot="18335692" flipH="1">
                      <a:off x="731" y="3507"/>
                      <a:ext cx="922" cy="490"/>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62" name="Group 89">
                    <a:extLst>
                      <a:ext uri="{FF2B5EF4-FFF2-40B4-BE49-F238E27FC236}">
                        <a16:creationId xmlns:a16="http://schemas.microsoft.com/office/drawing/2014/main" id="{47F25880-DCD1-6A03-940E-19BD33D0BDAB}"/>
                      </a:ext>
                    </a:extLst>
                  </p:cNvPr>
                  <p:cNvGrpSpPr>
                    <a:grpSpLocks/>
                  </p:cNvGrpSpPr>
                  <p:nvPr/>
                </p:nvGrpSpPr>
                <p:grpSpPr bwMode="auto">
                  <a:xfrm>
                    <a:off x="1527" y="1897"/>
                    <a:ext cx="767" cy="2386"/>
                    <a:chOff x="1453" y="1925"/>
                    <a:chExt cx="767" cy="2386"/>
                  </a:xfrm>
                </p:grpSpPr>
                <p:sp>
                  <p:nvSpPr>
                    <p:cNvPr id="81" name="Freeform 90">
                      <a:extLst>
                        <a:ext uri="{FF2B5EF4-FFF2-40B4-BE49-F238E27FC236}">
                          <a16:creationId xmlns:a16="http://schemas.microsoft.com/office/drawing/2014/main" id="{DB431E2C-E513-A1ED-8F61-CB28E14D4B3A}"/>
                        </a:ext>
                      </a:extLst>
                    </p:cNvPr>
                    <p:cNvSpPr>
                      <a:spLocks/>
                    </p:cNvSpPr>
                    <p:nvPr/>
                  </p:nvSpPr>
                  <p:spPr bwMode="hidden">
                    <a:xfrm rot="17542885" flipH="1">
                      <a:off x="1267" y="2567"/>
                      <a:ext cx="1596" cy="310"/>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82" name="Freeform 91">
                      <a:extLst>
                        <a:ext uri="{FF2B5EF4-FFF2-40B4-BE49-F238E27FC236}">
                          <a16:creationId xmlns:a16="http://schemas.microsoft.com/office/drawing/2014/main" id="{B5C232D0-D99A-DDA2-24DA-C6DFCFEC70E6}"/>
                        </a:ext>
                      </a:extLst>
                    </p:cNvPr>
                    <p:cNvSpPr>
                      <a:spLocks/>
                    </p:cNvSpPr>
                    <p:nvPr/>
                  </p:nvSpPr>
                  <p:spPr bwMode="hidden">
                    <a:xfrm rot="17542885" flipH="1">
                      <a:off x="1268" y="3638"/>
                      <a:ext cx="858" cy="488"/>
                    </a:xfrm>
                    <a:custGeom>
                      <a:avLst/>
                      <a:gdLst>
                        <a:gd name="T0" fmla="*/ 0 w 1769"/>
                        <a:gd name="T1" fmla="*/ 1 h 791"/>
                        <a:gd name="T2" fmla="*/ 0 w 1769"/>
                        <a:gd name="T3" fmla="*/ 1 h 791"/>
                        <a:gd name="T4" fmla="*/ 0 w 1769"/>
                        <a:gd name="T5" fmla="*/ 1 h 791"/>
                        <a:gd name="T6" fmla="*/ 0 w 1769"/>
                        <a:gd name="T7" fmla="*/ 1 h 791"/>
                        <a:gd name="T8" fmla="*/ 0 w 1769"/>
                        <a:gd name="T9" fmla="*/ 1 h 791"/>
                        <a:gd name="T10" fmla="*/ 0 w 1769"/>
                        <a:gd name="T11" fmla="*/ 1 h 791"/>
                        <a:gd name="T12" fmla="*/ 0 w 1769"/>
                        <a:gd name="T13" fmla="*/ 1 h 791"/>
                        <a:gd name="T14" fmla="*/ 0 w 1769"/>
                        <a:gd name="T15" fmla="*/ 1 h 791"/>
                        <a:gd name="T16" fmla="*/ 0 w 1769"/>
                        <a:gd name="T17" fmla="*/ 1 h 791"/>
                        <a:gd name="T18" fmla="*/ 0 w 1769"/>
                        <a:gd name="T19" fmla="*/ 1 h 791"/>
                        <a:gd name="T20" fmla="*/ 0 w 1769"/>
                        <a:gd name="T21" fmla="*/ 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63" name="Group 92">
                    <a:extLst>
                      <a:ext uri="{FF2B5EF4-FFF2-40B4-BE49-F238E27FC236}">
                        <a16:creationId xmlns:a16="http://schemas.microsoft.com/office/drawing/2014/main" id="{8519C1AC-71D4-69DF-568E-14420E618813}"/>
                      </a:ext>
                    </a:extLst>
                  </p:cNvPr>
                  <p:cNvGrpSpPr>
                    <a:grpSpLocks/>
                  </p:cNvGrpSpPr>
                  <p:nvPr/>
                </p:nvGrpSpPr>
                <p:grpSpPr bwMode="auto">
                  <a:xfrm rot="88588">
                    <a:off x="2049" y="1943"/>
                    <a:ext cx="468" cy="2340"/>
                    <a:chOff x="1934" y="1967"/>
                    <a:chExt cx="501" cy="2616"/>
                  </a:xfrm>
                </p:grpSpPr>
                <p:sp>
                  <p:nvSpPr>
                    <p:cNvPr id="79" name="Freeform 93">
                      <a:extLst>
                        <a:ext uri="{FF2B5EF4-FFF2-40B4-BE49-F238E27FC236}">
                          <a16:creationId xmlns:a16="http://schemas.microsoft.com/office/drawing/2014/main" id="{CB1F201B-BC42-1DA0-84EA-0AC30C764010}"/>
                        </a:ext>
                      </a:extLst>
                    </p:cNvPr>
                    <p:cNvSpPr>
                      <a:spLocks/>
                    </p:cNvSpPr>
                    <p:nvPr/>
                  </p:nvSpPr>
                  <p:spPr bwMode="hidden">
                    <a:xfrm rot="16782062" flipH="1">
                      <a:off x="1428" y="2671"/>
                      <a:ext cx="1714" cy="302"/>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80" name="Freeform 94">
                      <a:extLst>
                        <a:ext uri="{FF2B5EF4-FFF2-40B4-BE49-F238E27FC236}">
                          <a16:creationId xmlns:a16="http://schemas.microsoft.com/office/drawing/2014/main" id="{5626D0B0-EACF-0835-D16A-0E1ABC0CFAE6}"/>
                        </a:ext>
                      </a:extLst>
                    </p:cNvPr>
                    <p:cNvSpPr>
                      <a:spLocks/>
                    </p:cNvSpPr>
                    <p:nvPr/>
                  </p:nvSpPr>
                  <p:spPr bwMode="hidden">
                    <a:xfrm rot="16782062" flipH="1">
                      <a:off x="1712" y="3888"/>
                      <a:ext cx="916" cy="474"/>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64" name="Group 95">
                    <a:extLst>
                      <a:ext uri="{FF2B5EF4-FFF2-40B4-BE49-F238E27FC236}">
                        <a16:creationId xmlns:a16="http://schemas.microsoft.com/office/drawing/2014/main" id="{A22C9A97-5F0A-4B2E-A1F2-CD66F22FBED8}"/>
                      </a:ext>
                    </a:extLst>
                  </p:cNvPr>
                  <p:cNvGrpSpPr>
                    <a:grpSpLocks/>
                  </p:cNvGrpSpPr>
                  <p:nvPr/>
                </p:nvGrpSpPr>
                <p:grpSpPr bwMode="auto">
                  <a:xfrm>
                    <a:off x="3409" y="1690"/>
                    <a:ext cx="1124" cy="2418"/>
                    <a:chOff x="3335" y="1718"/>
                    <a:chExt cx="1124" cy="2418"/>
                  </a:xfrm>
                </p:grpSpPr>
                <p:sp>
                  <p:nvSpPr>
                    <p:cNvPr id="77" name="Freeform 96">
                      <a:extLst>
                        <a:ext uri="{FF2B5EF4-FFF2-40B4-BE49-F238E27FC236}">
                          <a16:creationId xmlns:a16="http://schemas.microsoft.com/office/drawing/2014/main" id="{4B166485-4857-F231-B540-41468E982457}"/>
                        </a:ext>
                      </a:extLst>
                    </p:cNvPr>
                    <p:cNvSpPr>
                      <a:spLocks/>
                    </p:cNvSpPr>
                    <p:nvPr/>
                  </p:nvSpPr>
                  <p:spPr bwMode="hidden">
                    <a:xfrm rot="3144576">
                      <a:off x="2630" y="2424"/>
                      <a:ext cx="1723" cy="311"/>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8" name="Freeform 97">
                      <a:extLst>
                        <a:ext uri="{FF2B5EF4-FFF2-40B4-BE49-F238E27FC236}">
                          <a16:creationId xmlns:a16="http://schemas.microsoft.com/office/drawing/2014/main" id="{1AC142B0-E3CE-20B0-53CC-1BACD007C53C}"/>
                        </a:ext>
                      </a:extLst>
                    </p:cNvPr>
                    <p:cNvSpPr>
                      <a:spLocks/>
                    </p:cNvSpPr>
                    <p:nvPr/>
                  </p:nvSpPr>
                  <p:spPr bwMode="hidden">
                    <a:xfrm rot="3144576">
                      <a:off x="3752" y="3430"/>
                      <a:ext cx="923" cy="490"/>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65" name="Group 98">
                    <a:extLst>
                      <a:ext uri="{FF2B5EF4-FFF2-40B4-BE49-F238E27FC236}">
                        <a16:creationId xmlns:a16="http://schemas.microsoft.com/office/drawing/2014/main" id="{B45733C3-078E-35B2-BA93-6C5C58E179C7}"/>
                      </a:ext>
                    </a:extLst>
                  </p:cNvPr>
                  <p:cNvGrpSpPr>
                    <a:grpSpLocks/>
                  </p:cNvGrpSpPr>
                  <p:nvPr/>
                </p:nvGrpSpPr>
                <p:grpSpPr bwMode="auto">
                  <a:xfrm>
                    <a:off x="3254" y="1833"/>
                    <a:ext cx="882" cy="2431"/>
                    <a:chOff x="3180" y="1861"/>
                    <a:chExt cx="882" cy="2431"/>
                  </a:xfrm>
                </p:grpSpPr>
                <p:sp>
                  <p:nvSpPr>
                    <p:cNvPr id="75" name="Freeform 99">
                      <a:extLst>
                        <a:ext uri="{FF2B5EF4-FFF2-40B4-BE49-F238E27FC236}">
                          <a16:creationId xmlns:a16="http://schemas.microsoft.com/office/drawing/2014/main" id="{5037A4CC-199C-028D-F5A7-C41CB2DEA82E}"/>
                        </a:ext>
                      </a:extLst>
                    </p:cNvPr>
                    <p:cNvSpPr>
                      <a:spLocks/>
                    </p:cNvSpPr>
                    <p:nvPr/>
                  </p:nvSpPr>
                  <p:spPr bwMode="hidden">
                    <a:xfrm rot="3745735">
                      <a:off x="2505" y="2535"/>
                      <a:ext cx="1650" cy="300"/>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 name="Freeform 100">
                      <a:extLst>
                        <a:ext uri="{FF2B5EF4-FFF2-40B4-BE49-F238E27FC236}">
                          <a16:creationId xmlns:a16="http://schemas.microsoft.com/office/drawing/2014/main" id="{486A38FF-5B92-EF71-CB00-66225D0D4734}"/>
                        </a:ext>
                      </a:extLst>
                    </p:cNvPr>
                    <p:cNvSpPr>
                      <a:spLocks/>
                    </p:cNvSpPr>
                    <p:nvPr/>
                  </p:nvSpPr>
                  <p:spPr bwMode="hidden">
                    <a:xfrm rot="3745735">
                      <a:off x="3387" y="3616"/>
                      <a:ext cx="884" cy="467"/>
                    </a:xfrm>
                    <a:custGeom>
                      <a:avLst/>
                      <a:gdLst>
                        <a:gd name="T0" fmla="*/ 0 w 1769"/>
                        <a:gd name="T1" fmla="*/ 1 h 791"/>
                        <a:gd name="T2" fmla="*/ 0 w 1769"/>
                        <a:gd name="T3" fmla="*/ 1 h 791"/>
                        <a:gd name="T4" fmla="*/ 0 w 1769"/>
                        <a:gd name="T5" fmla="*/ 1 h 791"/>
                        <a:gd name="T6" fmla="*/ 0 w 1769"/>
                        <a:gd name="T7" fmla="*/ 1 h 791"/>
                        <a:gd name="T8" fmla="*/ 0 w 1769"/>
                        <a:gd name="T9" fmla="*/ 1 h 791"/>
                        <a:gd name="T10" fmla="*/ 0 w 1769"/>
                        <a:gd name="T11" fmla="*/ 1 h 791"/>
                        <a:gd name="T12" fmla="*/ 0 w 1769"/>
                        <a:gd name="T13" fmla="*/ 1 h 791"/>
                        <a:gd name="T14" fmla="*/ 0 w 1769"/>
                        <a:gd name="T15" fmla="*/ 1 h 791"/>
                        <a:gd name="T16" fmla="*/ 0 w 1769"/>
                        <a:gd name="T17" fmla="*/ 1 h 791"/>
                        <a:gd name="T18" fmla="*/ 0 w 1769"/>
                        <a:gd name="T19" fmla="*/ 1 h 791"/>
                        <a:gd name="T20" fmla="*/ 0 w 1769"/>
                        <a:gd name="T21" fmla="*/ 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66" name="Group 101">
                    <a:extLst>
                      <a:ext uri="{FF2B5EF4-FFF2-40B4-BE49-F238E27FC236}">
                        <a16:creationId xmlns:a16="http://schemas.microsoft.com/office/drawing/2014/main" id="{164ABC08-0150-8A80-1DCF-6E8D124D3CC9}"/>
                      </a:ext>
                    </a:extLst>
                  </p:cNvPr>
                  <p:cNvGrpSpPr>
                    <a:grpSpLocks/>
                  </p:cNvGrpSpPr>
                  <p:nvPr/>
                </p:nvGrpSpPr>
                <p:grpSpPr bwMode="auto">
                  <a:xfrm>
                    <a:off x="3080" y="1953"/>
                    <a:ext cx="622" cy="2384"/>
                    <a:chOff x="3006" y="1981"/>
                    <a:chExt cx="622" cy="2384"/>
                  </a:xfrm>
                </p:grpSpPr>
                <p:sp>
                  <p:nvSpPr>
                    <p:cNvPr id="73" name="Freeform 102">
                      <a:extLst>
                        <a:ext uri="{FF2B5EF4-FFF2-40B4-BE49-F238E27FC236}">
                          <a16:creationId xmlns:a16="http://schemas.microsoft.com/office/drawing/2014/main" id="{E9FF4EFB-BBB1-26BD-EB5B-444D10C22ED8}"/>
                        </a:ext>
                      </a:extLst>
                    </p:cNvPr>
                    <p:cNvSpPr>
                      <a:spLocks/>
                    </p:cNvSpPr>
                    <p:nvPr/>
                  </p:nvSpPr>
                  <p:spPr bwMode="hidden">
                    <a:xfrm rot="4286818">
                      <a:off x="2329" y="2658"/>
                      <a:ext cx="1600" cy="246"/>
                    </a:xfrm>
                    <a:custGeom>
                      <a:avLst/>
                      <a:gdLst>
                        <a:gd name="T0" fmla="*/ 0 w 2736"/>
                        <a:gd name="T1" fmla="*/ 0 h 504"/>
                        <a:gd name="T2" fmla="*/ 1 w 2736"/>
                        <a:gd name="T3" fmla="*/ 0 h 504"/>
                        <a:gd name="T4" fmla="*/ 1 w 2736"/>
                        <a:gd name="T5" fmla="*/ 0 h 504"/>
                        <a:gd name="T6" fmla="*/ 1 w 2736"/>
                        <a:gd name="T7" fmla="*/ 0 h 504"/>
                        <a:gd name="T8" fmla="*/ 1 w 2736"/>
                        <a:gd name="T9" fmla="*/ 0 h 504"/>
                        <a:gd name="T10" fmla="*/ 1 w 2736"/>
                        <a:gd name="T11" fmla="*/ 0 h 504"/>
                        <a:gd name="T12" fmla="*/ 1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4" name="Freeform 103">
                      <a:extLst>
                        <a:ext uri="{FF2B5EF4-FFF2-40B4-BE49-F238E27FC236}">
                          <a16:creationId xmlns:a16="http://schemas.microsoft.com/office/drawing/2014/main" id="{F27857A4-A72B-34A8-342D-B9202300D29F}"/>
                        </a:ext>
                      </a:extLst>
                    </p:cNvPr>
                    <p:cNvSpPr>
                      <a:spLocks/>
                    </p:cNvSpPr>
                    <p:nvPr/>
                  </p:nvSpPr>
                  <p:spPr bwMode="hidden">
                    <a:xfrm rot="4286818">
                      <a:off x="3005" y="3743"/>
                      <a:ext cx="859" cy="386"/>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67" name="Group 104">
                    <a:extLst>
                      <a:ext uri="{FF2B5EF4-FFF2-40B4-BE49-F238E27FC236}">
                        <a16:creationId xmlns:a16="http://schemas.microsoft.com/office/drawing/2014/main" id="{8DB2BF23-20AF-AD4C-51AB-C36A3FF12DF8}"/>
                      </a:ext>
                    </a:extLst>
                  </p:cNvPr>
                  <p:cNvGrpSpPr>
                    <a:grpSpLocks/>
                  </p:cNvGrpSpPr>
                  <p:nvPr/>
                </p:nvGrpSpPr>
                <p:grpSpPr bwMode="auto">
                  <a:xfrm>
                    <a:off x="2895" y="2074"/>
                    <a:ext cx="401" cy="2219"/>
                    <a:chOff x="2821" y="2102"/>
                    <a:chExt cx="401" cy="2219"/>
                  </a:xfrm>
                </p:grpSpPr>
                <p:sp>
                  <p:nvSpPr>
                    <p:cNvPr id="71" name="Freeform 105">
                      <a:extLst>
                        <a:ext uri="{FF2B5EF4-FFF2-40B4-BE49-F238E27FC236}">
                          <a16:creationId xmlns:a16="http://schemas.microsoft.com/office/drawing/2014/main" id="{E05E52D1-2D04-2742-23E5-B3D622D93265}"/>
                        </a:ext>
                      </a:extLst>
                    </p:cNvPr>
                    <p:cNvSpPr>
                      <a:spLocks/>
                    </p:cNvSpPr>
                    <p:nvPr/>
                  </p:nvSpPr>
                  <p:spPr bwMode="hidden">
                    <a:xfrm rot="4898956">
                      <a:off x="2210" y="2712"/>
                      <a:ext cx="1467" cy="247"/>
                    </a:xfrm>
                    <a:custGeom>
                      <a:avLst/>
                      <a:gdLst>
                        <a:gd name="T0" fmla="*/ 0 w 2736"/>
                        <a:gd name="T1" fmla="*/ 0 h 504"/>
                        <a:gd name="T2" fmla="*/ 1 w 2736"/>
                        <a:gd name="T3" fmla="*/ 0 h 504"/>
                        <a:gd name="T4" fmla="*/ 1 w 2736"/>
                        <a:gd name="T5" fmla="*/ 0 h 504"/>
                        <a:gd name="T6" fmla="*/ 1 w 2736"/>
                        <a:gd name="T7" fmla="*/ 0 h 504"/>
                        <a:gd name="T8" fmla="*/ 1 w 2736"/>
                        <a:gd name="T9" fmla="*/ 0 h 504"/>
                        <a:gd name="T10" fmla="*/ 1 w 2736"/>
                        <a:gd name="T11" fmla="*/ 0 h 504"/>
                        <a:gd name="T12" fmla="*/ 1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 name="Freeform 106">
                      <a:extLst>
                        <a:ext uri="{FF2B5EF4-FFF2-40B4-BE49-F238E27FC236}">
                          <a16:creationId xmlns:a16="http://schemas.microsoft.com/office/drawing/2014/main" id="{8BFE83D3-8B92-A9EA-27C0-3C7CE75A4312}"/>
                        </a:ext>
                      </a:extLst>
                    </p:cNvPr>
                    <p:cNvSpPr>
                      <a:spLocks/>
                    </p:cNvSpPr>
                    <p:nvPr/>
                  </p:nvSpPr>
                  <p:spPr bwMode="hidden">
                    <a:xfrm rot="4898956">
                      <a:off x="2635" y="3734"/>
                      <a:ext cx="788" cy="386"/>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68" name="Group 107">
                    <a:extLst>
                      <a:ext uri="{FF2B5EF4-FFF2-40B4-BE49-F238E27FC236}">
                        <a16:creationId xmlns:a16="http://schemas.microsoft.com/office/drawing/2014/main" id="{A56ADAE6-90A3-7BF2-669D-2B3A24423993}"/>
                      </a:ext>
                    </a:extLst>
                  </p:cNvPr>
                  <p:cNvGrpSpPr>
                    <a:grpSpLocks/>
                  </p:cNvGrpSpPr>
                  <p:nvPr/>
                </p:nvGrpSpPr>
                <p:grpSpPr bwMode="auto">
                  <a:xfrm>
                    <a:off x="2375" y="2104"/>
                    <a:ext cx="426" cy="2187"/>
                    <a:chOff x="2290" y="2132"/>
                    <a:chExt cx="426" cy="2187"/>
                  </a:xfrm>
                </p:grpSpPr>
                <p:sp>
                  <p:nvSpPr>
                    <p:cNvPr id="69" name="Freeform 108">
                      <a:extLst>
                        <a:ext uri="{FF2B5EF4-FFF2-40B4-BE49-F238E27FC236}">
                          <a16:creationId xmlns:a16="http://schemas.microsoft.com/office/drawing/2014/main" id="{D18F36C4-C2CB-EF56-E17F-1ED41C03D151}"/>
                        </a:ext>
                      </a:extLst>
                    </p:cNvPr>
                    <p:cNvSpPr>
                      <a:spLocks/>
                    </p:cNvSpPr>
                    <p:nvPr/>
                  </p:nvSpPr>
                  <p:spPr bwMode="hidden">
                    <a:xfrm rot="5755659">
                      <a:off x="1903" y="2757"/>
                      <a:ext cx="1436" cy="188"/>
                    </a:xfrm>
                    <a:custGeom>
                      <a:avLst/>
                      <a:gdLst>
                        <a:gd name="T0" fmla="*/ 0 w 2736"/>
                        <a:gd name="T1" fmla="*/ 0 h 504"/>
                        <a:gd name="T2" fmla="*/ 1 w 2736"/>
                        <a:gd name="T3" fmla="*/ 0 h 504"/>
                        <a:gd name="T4" fmla="*/ 1 w 2736"/>
                        <a:gd name="T5" fmla="*/ 0 h 504"/>
                        <a:gd name="T6" fmla="*/ 1 w 2736"/>
                        <a:gd name="T7" fmla="*/ 0 h 504"/>
                        <a:gd name="T8" fmla="*/ 1 w 2736"/>
                        <a:gd name="T9" fmla="*/ 0 h 504"/>
                        <a:gd name="T10" fmla="*/ 1 w 2736"/>
                        <a:gd name="T11" fmla="*/ 0 h 504"/>
                        <a:gd name="T12" fmla="*/ 1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0" name="Freeform 109">
                      <a:extLst>
                        <a:ext uri="{FF2B5EF4-FFF2-40B4-BE49-F238E27FC236}">
                          <a16:creationId xmlns:a16="http://schemas.microsoft.com/office/drawing/2014/main" id="{FAC1229F-8EB1-EEA9-8E78-BB81C0DBB340}"/>
                        </a:ext>
                      </a:extLst>
                    </p:cNvPr>
                    <p:cNvSpPr>
                      <a:spLocks/>
                    </p:cNvSpPr>
                    <p:nvPr/>
                  </p:nvSpPr>
                  <p:spPr bwMode="hidden">
                    <a:xfrm rot="5755659">
                      <a:off x="2051" y="3785"/>
                      <a:ext cx="773" cy="295"/>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grpSp>
          <p:grpSp>
            <p:nvGrpSpPr>
              <p:cNvPr id="23" name="Group 110">
                <a:extLst>
                  <a:ext uri="{FF2B5EF4-FFF2-40B4-BE49-F238E27FC236}">
                    <a16:creationId xmlns:a16="http://schemas.microsoft.com/office/drawing/2014/main" id="{12BC291E-9AA4-383C-6506-B6A8444A08F0}"/>
                  </a:ext>
                </a:extLst>
              </p:cNvPr>
              <p:cNvGrpSpPr>
                <a:grpSpLocks/>
              </p:cNvGrpSpPr>
              <p:nvPr/>
            </p:nvGrpSpPr>
            <p:grpSpPr bwMode="auto">
              <a:xfrm>
                <a:off x="73" y="312"/>
                <a:ext cx="5460" cy="3669"/>
                <a:chOff x="73" y="312"/>
                <a:chExt cx="5460" cy="3669"/>
              </a:xfrm>
            </p:grpSpPr>
            <p:grpSp>
              <p:nvGrpSpPr>
                <p:cNvPr id="24" name="Group 111">
                  <a:extLst>
                    <a:ext uri="{FF2B5EF4-FFF2-40B4-BE49-F238E27FC236}">
                      <a16:creationId xmlns:a16="http://schemas.microsoft.com/office/drawing/2014/main" id="{9A0E305D-44EC-6E88-B2F8-7E26972BC1D4}"/>
                    </a:ext>
                  </a:extLst>
                </p:cNvPr>
                <p:cNvGrpSpPr>
                  <a:grpSpLocks/>
                </p:cNvGrpSpPr>
                <p:nvPr/>
              </p:nvGrpSpPr>
              <p:grpSpPr bwMode="auto">
                <a:xfrm>
                  <a:off x="73" y="312"/>
                  <a:ext cx="5460" cy="3669"/>
                  <a:chOff x="73" y="312"/>
                  <a:chExt cx="5460" cy="3669"/>
                </a:xfrm>
              </p:grpSpPr>
              <p:sp>
                <p:nvSpPr>
                  <p:cNvPr id="26" name="Arc 112">
                    <a:extLst>
                      <a:ext uri="{FF2B5EF4-FFF2-40B4-BE49-F238E27FC236}">
                        <a16:creationId xmlns:a16="http://schemas.microsoft.com/office/drawing/2014/main" id="{0C964F26-4F49-0908-18C7-503DEC3819A6}"/>
                      </a:ext>
                    </a:extLst>
                  </p:cNvPr>
                  <p:cNvSpPr>
                    <a:spLocks/>
                  </p:cNvSpPr>
                  <p:nvPr/>
                </p:nvSpPr>
                <p:spPr bwMode="hidden">
                  <a:xfrm flipV="1">
                    <a:off x="2965" y="455"/>
                    <a:ext cx="2568" cy="2048"/>
                  </a:xfrm>
                  <a:custGeom>
                    <a:avLst/>
                    <a:gdLst>
                      <a:gd name="T0" fmla="*/ 0 w 36729"/>
                      <a:gd name="T1" fmla="*/ 0 h 21600"/>
                      <a:gd name="T2" fmla="*/ 0 w 36729"/>
                      <a:gd name="T3" fmla="*/ 0 h 21600"/>
                      <a:gd name="T4" fmla="*/ 0 w 36729"/>
                      <a:gd name="T5" fmla="*/ 0 h 21600"/>
                      <a:gd name="T6" fmla="*/ 0 60000 65536"/>
                      <a:gd name="T7" fmla="*/ 0 60000 65536"/>
                      <a:gd name="T8" fmla="*/ 0 60000 65536"/>
                    </a:gdLst>
                    <a:ahLst/>
                    <a:cxnLst>
                      <a:cxn ang="T6">
                        <a:pos x="T0" y="T1"/>
                      </a:cxn>
                      <a:cxn ang="T7">
                        <a:pos x="T2" y="T3"/>
                      </a:cxn>
                      <a:cxn ang="T8">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lnTo>
                          <a:pt x="36729" y="1045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Arc 113">
                    <a:extLst>
                      <a:ext uri="{FF2B5EF4-FFF2-40B4-BE49-F238E27FC236}">
                        <a16:creationId xmlns:a16="http://schemas.microsoft.com/office/drawing/2014/main" id="{133F4883-0817-9B25-E6DB-7A838C079F98}"/>
                      </a:ext>
                    </a:extLst>
                  </p:cNvPr>
                  <p:cNvSpPr>
                    <a:spLocks/>
                  </p:cNvSpPr>
                  <p:nvPr/>
                </p:nvSpPr>
                <p:spPr bwMode="hidden">
                  <a:xfrm flipH="1">
                    <a:off x="387" y="1603"/>
                    <a:ext cx="2017" cy="2379"/>
                  </a:xfrm>
                  <a:custGeom>
                    <a:avLst/>
                    <a:gdLst>
                      <a:gd name="T0" fmla="*/ 0 w 30473"/>
                      <a:gd name="T1" fmla="*/ 0 h 22305"/>
                      <a:gd name="T2" fmla="*/ 0 w 30473"/>
                      <a:gd name="T3" fmla="*/ 0 h 22305"/>
                      <a:gd name="T4" fmla="*/ 0 w 30473"/>
                      <a:gd name="T5" fmla="*/ 0 h 22305"/>
                      <a:gd name="T6" fmla="*/ 0 60000 65536"/>
                      <a:gd name="T7" fmla="*/ 0 60000 65536"/>
                      <a:gd name="T8" fmla="*/ 0 60000 65536"/>
                    </a:gdLst>
                    <a:ahLst/>
                    <a:cxnLst>
                      <a:cxn ang="T6">
                        <a:pos x="T0" y="T1"/>
                      </a:cxn>
                      <a:cxn ang="T7">
                        <a:pos x="T2" y="T3"/>
                      </a:cxn>
                      <a:cxn ang="T8">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lnTo>
                          <a:pt x="-1" y="1906"/>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 name="Arc 114">
                    <a:extLst>
                      <a:ext uri="{FF2B5EF4-FFF2-40B4-BE49-F238E27FC236}">
                        <a16:creationId xmlns:a16="http://schemas.microsoft.com/office/drawing/2014/main" id="{CBAE6990-266C-3695-2696-E977FB0D3853}"/>
                      </a:ext>
                    </a:extLst>
                  </p:cNvPr>
                  <p:cNvSpPr>
                    <a:spLocks/>
                  </p:cNvSpPr>
                  <p:nvPr/>
                </p:nvSpPr>
                <p:spPr bwMode="hidden">
                  <a:xfrm>
                    <a:off x="3028" y="1180"/>
                    <a:ext cx="1426" cy="2379"/>
                  </a:xfrm>
                  <a:custGeom>
                    <a:avLst/>
                    <a:gdLst>
                      <a:gd name="T0" fmla="*/ 0 w 34812"/>
                      <a:gd name="T1" fmla="*/ 0 h 22305"/>
                      <a:gd name="T2" fmla="*/ 0 w 34812"/>
                      <a:gd name="T3" fmla="*/ 0 h 22305"/>
                      <a:gd name="T4" fmla="*/ 0 w 34812"/>
                      <a:gd name="T5" fmla="*/ 0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 name="Arc 115">
                    <a:extLst>
                      <a:ext uri="{FF2B5EF4-FFF2-40B4-BE49-F238E27FC236}">
                        <a16:creationId xmlns:a16="http://schemas.microsoft.com/office/drawing/2014/main" id="{3FCC869C-AD3F-483B-7A77-3236B2C69F58}"/>
                      </a:ext>
                    </a:extLst>
                  </p:cNvPr>
                  <p:cNvSpPr>
                    <a:spLocks/>
                  </p:cNvSpPr>
                  <p:nvPr/>
                </p:nvSpPr>
                <p:spPr bwMode="hidden">
                  <a:xfrm flipH="1">
                    <a:off x="73" y="813"/>
                    <a:ext cx="2541" cy="2384"/>
                  </a:xfrm>
                  <a:custGeom>
                    <a:avLst/>
                    <a:gdLst>
                      <a:gd name="T0" fmla="*/ 0 w 36830"/>
                      <a:gd name="T1" fmla="*/ 0 h 22305"/>
                      <a:gd name="T2" fmla="*/ 0 w 36830"/>
                      <a:gd name="T3" fmla="*/ 0 h 22305"/>
                      <a:gd name="T4" fmla="*/ 0 w 36830"/>
                      <a:gd name="T5" fmla="*/ 0 h 22305"/>
                      <a:gd name="T6" fmla="*/ 0 60000 65536"/>
                      <a:gd name="T7" fmla="*/ 0 60000 65536"/>
                      <a:gd name="T8" fmla="*/ 0 60000 65536"/>
                    </a:gdLst>
                    <a:ahLst/>
                    <a:cxnLst>
                      <a:cxn ang="T6">
                        <a:pos x="T0" y="T1"/>
                      </a:cxn>
                      <a:cxn ang="T7">
                        <a:pos x="T2" y="T3"/>
                      </a:cxn>
                      <a:cxn ang="T8">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lnTo>
                          <a:pt x="0" y="6283"/>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 name="Arc 116">
                    <a:extLst>
                      <a:ext uri="{FF2B5EF4-FFF2-40B4-BE49-F238E27FC236}">
                        <a16:creationId xmlns:a16="http://schemas.microsoft.com/office/drawing/2014/main" id="{2F44647B-33B2-938D-2815-1FFCB26D84AB}"/>
                      </a:ext>
                    </a:extLst>
                  </p:cNvPr>
                  <p:cNvSpPr>
                    <a:spLocks/>
                  </p:cNvSpPr>
                  <p:nvPr/>
                </p:nvSpPr>
                <p:spPr bwMode="hidden">
                  <a:xfrm flipH="1">
                    <a:off x="789" y="313"/>
                    <a:ext cx="1851" cy="2304"/>
                  </a:xfrm>
                  <a:custGeom>
                    <a:avLst/>
                    <a:gdLst>
                      <a:gd name="T0" fmla="*/ 0 w 31881"/>
                      <a:gd name="T1" fmla="*/ 0 h 21600"/>
                      <a:gd name="T2" fmla="*/ 0 w 31881"/>
                      <a:gd name="T3" fmla="*/ 0 h 21600"/>
                      <a:gd name="T4" fmla="*/ 0 w 31881"/>
                      <a:gd name="T5" fmla="*/ 0 h 21600"/>
                      <a:gd name="T6" fmla="*/ 0 60000 65536"/>
                      <a:gd name="T7" fmla="*/ 0 60000 65536"/>
                      <a:gd name="T8" fmla="*/ 0 60000 65536"/>
                    </a:gdLst>
                    <a:ahLst/>
                    <a:cxnLst>
                      <a:cxn ang="T6">
                        <a:pos x="T0" y="T1"/>
                      </a:cxn>
                      <a:cxn ang="T7">
                        <a:pos x="T2" y="T3"/>
                      </a:cxn>
                      <a:cxn ang="T8">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lnTo>
                          <a:pt x="-1" y="100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 name="Arc 117">
                    <a:extLst>
                      <a:ext uri="{FF2B5EF4-FFF2-40B4-BE49-F238E27FC236}">
                        <a16:creationId xmlns:a16="http://schemas.microsoft.com/office/drawing/2014/main" id="{DA961FA9-4F2E-D963-9B9C-FC416C22F27A}"/>
                      </a:ext>
                    </a:extLst>
                  </p:cNvPr>
                  <p:cNvSpPr>
                    <a:spLocks/>
                  </p:cNvSpPr>
                  <p:nvPr/>
                </p:nvSpPr>
                <p:spPr bwMode="hidden">
                  <a:xfrm>
                    <a:off x="2763" y="1282"/>
                    <a:ext cx="763" cy="2304"/>
                  </a:xfrm>
                  <a:custGeom>
                    <a:avLst/>
                    <a:gdLst>
                      <a:gd name="T0" fmla="*/ 0 w 31146"/>
                      <a:gd name="T1" fmla="*/ 0 h 21600"/>
                      <a:gd name="T2" fmla="*/ 0 w 31146"/>
                      <a:gd name="T3" fmla="*/ 0 h 21600"/>
                      <a:gd name="T4" fmla="*/ 0 w 31146"/>
                      <a:gd name="T5" fmla="*/ 0 h 21600"/>
                      <a:gd name="T6" fmla="*/ 0 60000 65536"/>
                      <a:gd name="T7" fmla="*/ 0 60000 65536"/>
                      <a:gd name="T8" fmla="*/ 0 60000 65536"/>
                    </a:gdLst>
                    <a:ahLst/>
                    <a:cxnLst>
                      <a:cxn ang="T6">
                        <a:pos x="T0" y="T1"/>
                      </a:cxn>
                      <a:cxn ang="T7">
                        <a:pos x="T2" y="T3"/>
                      </a:cxn>
                      <a:cxn ang="T8">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lnTo>
                          <a:pt x="-1" y="4511"/>
                        </a:lnTo>
                        <a:close/>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 name="Freeform 118">
                    <a:extLst>
                      <a:ext uri="{FF2B5EF4-FFF2-40B4-BE49-F238E27FC236}">
                        <a16:creationId xmlns:a16="http://schemas.microsoft.com/office/drawing/2014/main" id="{0D302BD9-C8DE-70E4-1830-2C8C0DD0FA51}"/>
                      </a:ext>
                    </a:extLst>
                  </p:cNvPr>
                  <p:cNvSpPr>
                    <a:spLocks/>
                  </p:cNvSpPr>
                  <p:nvPr/>
                </p:nvSpPr>
                <p:spPr bwMode="hidden">
                  <a:xfrm flipH="1">
                    <a:off x="1799" y="437"/>
                    <a:ext cx="418" cy="1522"/>
                  </a:xfrm>
                  <a:custGeom>
                    <a:avLst/>
                    <a:gdLst>
                      <a:gd name="T0" fmla="*/ 0 w 776"/>
                      <a:gd name="T1" fmla="*/ 1 h 2368"/>
                      <a:gd name="T2" fmla="*/ 1 w 776"/>
                      <a:gd name="T3" fmla="*/ 1 h 2368"/>
                      <a:gd name="T4" fmla="*/ 1 w 776"/>
                      <a:gd name="T5" fmla="*/ 1 h 2368"/>
                      <a:gd name="T6" fmla="*/ 1 w 776"/>
                      <a:gd name="T7" fmla="*/ 1 h 2368"/>
                      <a:gd name="T8" fmla="*/ 1 w 776"/>
                      <a:gd name="T9" fmla="*/ 1 h 2368"/>
                      <a:gd name="T10" fmla="*/ 1 w 776"/>
                      <a:gd name="T11" fmla="*/ 1 h 2368"/>
                      <a:gd name="T12" fmla="*/ 1 w 776"/>
                      <a:gd name="T13" fmla="*/ 1 h 2368"/>
                      <a:gd name="T14" fmla="*/ 1 w 776"/>
                      <a:gd name="T15" fmla="*/ 1 h 2368"/>
                      <a:gd name="T16" fmla="*/ 1 w 776"/>
                      <a:gd name="T17" fmla="*/ 1 h 2368"/>
                      <a:gd name="T18" fmla="*/ 1 w 776"/>
                      <a:gd name="T19" fmla="*/ 1 h 2368"/>
                      <a:gd name="T20" fmla="*/ 1 w 776"/>
                      <a:gd name="T21" fmla="*/ 1 h 2368"/>
                      <a:gd name="T22" fmla="*/ 1 w 776"/>
                      <a:gd name="T23" fmla="*/ 1 h 2368"/>
                      <a:gd name="T24" fmla="*/ 1 w 776"/>
                      <a:gd name="T25" fmla="*/ 1 h 2368"/>
                      <a:gd name="T26" fmla="*/ 1 w 776"/>
                      <a:gd name="T27" fmla="*/ 1 h 2368"/>
                      <a:gd name="T28" fmla="*/ 1 w 776"/>
                      <a:gd name="T29" fmla="*/ 1 h 2368"/>
                      <a:gd name="T30" fmla="*/ 1 w 776"/>
                      <a:gd name="T31" fmla="*/ 1 h 2368"/>
                      <a:gd name="T32" fmla="*/ 1 w 776"/>
                      <a:gd name="T33" fmla="*/ 1 h 2368"/>
                      <a:gd name="T34" fmla="*/ 1 w 776"/>
                      <a:gd name="T35" fmla="*/ 1 h 2368"/>
                      <a:gd name="T36" fmla="*/ 1 w 776"/>
                      <a:gd name="T37" fmla="*/ 1 h 2368"/>
                      <a:gd name="T38" fmla="*/ 1 w 776"/>
                      <a:gd name="T39" fmla="*/ 1 h 2368"/>
                      <a:gd name="T40" fmla="*/ 1 w 776"/>
                      <a:gd name="T41" fmla="*/ 1 h 2368"/>
                      <a:gd name="T42" fmla="*/ 1 w 776"/>
                      <a:gd name="T43" fmla="*/ 1 h 2368"/>
                      <a:gd name="T44" fmla="*/ 1 w 776"/>
                      <a:gd name="T45" fmla="*/ 1 h 2368"/>
                      <a:gd name="T46" fmla="*/ 1 w 776"/>
                      <a:gd name="T47" fmla="*/ 1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5" name="Freeform 119">
                  <a:extLst>
                    <a:ext uri="{FF2B5EF4-FFF2-40B4-BE49-F238E27FC236}">
                      <a16:creationId xmlns:a16="http://schemas.microsoft.com/office/drawing/2014/main" id="{812AB8D7-F78B-9E70-B55C-B92E88950BFD}"/>
                    </a:ext>
                  </a:extLst>
                </p:cNvPr>
                <p:cNvSpPr>
                  <a:spLocks/>
                </p:cNvSpPr>
                <p:nvPr/>
              </p:nvSpPr>
              <p:spPr bwMode="hidden">
                <a:xfrm rot="-1346631">
                  <a:off x="3279" y="1531"/>
                  <a:ext cx="443" cy="838"/>
                </a:xfrm>
                <a:custGeom>
                  <a:avLst/>
                  <a:gdLst>
                    <a:gd name="T0" fmla="*/ 0 w 776"/>
                    <a:gd name="T1" fmla="*/ 0 h 2368"/>
                    <a:gd name="T2" fmla="*/ 1 w 776"/>
                    <a:gd name="T3" fmla="*/ 0 h 2368"/>
                    <a:gd name="T4" fmla="*/ 1 w 776"/>
                    <a:gd name="T5" fmla="*/ 0 h 2368"/>
                    <a:gd name="T6" fmla="*/ 1 w 776"/>
                    <a:gd name="T7" fmla="*/ 0 h 2368"/>
                    <a:gd name="T8" fmla="*/ 1 w 776"/>
                    <a:gd name="T9" fmla="*/ 0 h 2368"/>
                    <a:gd name="T10" fmla="*/ 1 w 776"/>
                    <a:gd name="T11" fmla="*/ 0 h 2368"/>
                    <a:gd name="T12" fmla="*/ 1 w 776"/>
                    <a:gd name="T13" fmla="*/ 0 h 2368"/>
                    <a:gd name="T14" fmla="*/ 1 w 776"/>
                    <a:gd name="T15" fmla="*/ 0 h 2368"/>
                    <a:gd name="T16" fmla="*/ 1 w 776"/>
                    <a:gd name="T17" fmla="*/ 0 h 2368"/>
                    <a:gd name="T18" fmla="*/ 1 w 776"/>
                    <a:gd name="T19" fmla="*/ 0 h 2368"/>
                    <a:gd name="T20" fmla="*/ 1 w 776"/>
                    <a:gd name="T21" fmla="*/ 0 h 2368"/>
                    <a:gd name="T22" fmla="*/ 1 w 776"/>
                    <a:gd name="T23" fmla="*/ 0 h 2368"/>
                    <a:gd name="T24" fmla="*/ 1 w 776"/>
                    <a:gd name="T25" fmla="*/ 0 h 2368"/>
                    <a:gd name="T26" fmla="*/ 1 w 776"/>
                    <a:gd name="T27" fmla="*/ 0 h 2368"/>
                    <a:gd name="T28" fmla="*/ 1 w 776"/>
                    <a:gd name="T29" fmla="*/ 0 h 2368"/>
                    <a:gd name="T30" fmla="*/ 1 w 776"/>
                    <a:gd name="T31" fmla="*/ 0 h 2368"/>
                    <a:gd name="T32" fmla="*/ 1 w 776"/>
                    <a:gd name="T33" fmla="*/ 0 h 2368"/>
                    <a:gd name="T34" fmla="*/ 1 w 776"/>
                    <a:gd name="T35" fmla="*/ 0 h 2368"/>
                    <a:gd name="T36" fmla="*/ 1 w 776"/>
                    <a:gd name="T37" fmla="*/ 0 h 2368"/>
                    <a:gd name="T38" fmla="*/ 1 w 776"/>
                    <a:gd name="T39" fmla="*/ 0 h 2368"/>
                    <a:gd name="T40" fmla="*/ 1 w 776"/>
                    <a:gd name="T41" fmla="*/ 0 h 2368"/>
                    <a:gd name="T42" fmla="*/ 1 w 776"/>
                    <a:gd name="T43" fmla="*/ 0 h 2368"/>
                    <a:gd name="T44" fmla="*/ 1 w 776"/>
                    <a:gd name="T45" fmla="*/ 0 h 2368"/>
                    <a:gd name="T46" fmla="*/ 1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7" name="Group 120">
              <a:extLst>
                <a:ext uri="{FF2B5EF4-FFF2-40B4-BE49-F238E27FC236}">
                  <a16:creationId xmlns:a16="http://schemas.microsoft.com/office/drawing/2014/main" id="{884D091E-5BD2-F0EF-C7DA-49E7134A538A}"/>
                </a:ext>
              </a:extLst>
            </p:cNvPr>
            <p:cNvGrpSpPr>
              <a:grpSpLocks/>
            </p:cNvGrpSpPr>
            <p:nvPr/>
          </p:nvGrpSpPr>
          <p:grpSpPr bwMode="auto">
            <a:xfrm>
              <a:off x="1476" y="488"/>
              <a:ext cx="4040" cy="2966"/>
              <a:chOff x="210" y="337"/>
              <a:chExt cx="5198" cy="3818"/>
            </a:xfrm>
          </p:grpSpPr>
          <p:sp>
            <p:nvSpPr>
              <p:cNvPr id="8" name="Freeform 121">
                <a:extLst>
                  <a:ext uri="{FF2B5EF4-FFF2-40B4-BE49-F238E27FC236}">
                    <a16:creationId xmlns:a16="http://schemas.microsoft.com/office/drawing/2014/main" id="{4235CE88-1EB5-9822-3D17-29B27CEFF4EC}"/>
                  </a:ext>
                </a:extLst>
              </p:cNvPr>
              <p:cNvSpPr>
                <a:spLocks/>
              </p:cNvSpPr>
              <p:nvPr/>
            </p:nvSpPr>
            <p:spPr bwMode="hidden">
              <a:xfrm flipH="1">
                <a:off x="1934" y="2382"/>
                <a:ext cx="485" cy="1479"/>
              </a:xfrm>
              <a:custGeom>
                <a:avLst/>
                <a:gdLst>
                  <a:gd name="T0" fmla="*/ 0 w 776"/>
                  <a:gd name="T1" fmla="*/ 1 h 2368"/>
                  <a:gd name="T2" fmla="*/ 1 w 776"/>
                  <a:gd name="T3" fmla="*/ 1 h 2368"/>
                  <a:gd name="T4" fmla="*/ 1 w 776"/>
                  <a:gd name="T5" fmla="*/ 1 h 2368"/>
                  <a:gd name="T6" fmla="*/ 1 w 776"/>
                  <a:gd name="T7" fmla="*/ 1 h 2368"/>
                  <a:gd name="T8" fmla="*/ 1 w 776"/>
                  <a:gd name="T9" fmla="*/ 1 h 2368"/>
                  <a:gd name="T10" fmla="*/ 1 w 776"/>
                  <a:gd name="T11" fmla="*/ 1 h 2368"/>
                  <a:gd name="T12" fmla="*/ 1 w 776"/>
                  <a:gd name="T13" fmla="*/ 1 h 2368"/>
                  <a:gd name="T14" fmla="*/ 1 w 776"/>
                  <a:gd name="T15" fmla="*/ 1 h 2368"/>
                  <a:gd name="T16" fmla="*/ 1 w 776"/>
                  <a:gd name="T17" fmla="*/ 1 h 2368"/>
                  <a:gd name="T18" fmla="*/ 1 w 776"/>
                  <a:gd name="T19" fmla="*/ 1 h 2368"/>
                  <a:gd name="T20" fmla="*/ 1 w 776"/>
                  <a:gd name="T21" fmla="*/ 1 h 2368"/>
                  <a:gd name="T22" fmla="*/ 1 w 776"/>
                  <a:gd name="T23" fmla="*/ 1 h 2368"/>
                  <a:gd name="T24" fmla="*/ 1 w 776"/>
                  <a:gd name="T25" fmla="*/ 1 h 2368"/>
                  <a:gd name="T26" fmla="*/ 1 w 776"/>
                  <a:gd name="T27" fmla="*/ 1 h 2368"/>
                  <a:gd name="T28" fmla="*/ 1 w 776"/>
                  <a:gd name="T29" fmla="*/ 1 h 2368"/>
                  <a:gd name="T30" fmla="*/ 1 w 776"/>
                  <a:gd name="T31" fmla="*/ 1 h 2368"/>
                  <a:gd name="T32" fmla="*/ 1 w 776"/>
                  <a:gd name="T33" fmla="*/ 1 h 2368"/>
                  <a:gd name="T34" fmla="*/ 1 w 776"/>
                  <a:gd name="T35" fmla="*/ 1 h 2368"/>
                  <a:gd name="T36" fmla="*/ 1 w 776"/>
                  <a:gd name="T37" fmla="*/ 1 h 2368"/>
                  <a:gd name="T38" fmla="*/ 1 w 776"/>
                  <a:gd name="T39" fmla="*/ 1 h 2368"/>
                  <a:gd name="T40" fmla="*/ 1 w 776"/>
                  <a:gd name="T41" fmla="*/ 1 h 2368"/>
                  <a:gd name="T42" fmla="*/ 1 w 776"/>
                  <a:gd name="T43" fmla="*/ 1 h 2368"/>
                  <a:gd name="T44" fmla="*/ 1 w 776"/>
                  <a:gd name="T45" fmla="*/ 1 h 2368"/>
                  <a:gd name="T46" fmla="*/ 1 w 776"/>
                  <a:gd name="T47" fmla="*/ 1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Arc 122">
                <a:extLst>
                  <a:ext uri="{FF2B5EF4-FFF2-40B4-BE49-F238E27FC236}">
                    <a16:creationId xmlns:a16="http://schemas.microsoft.com/office/drawing/2014/main" id="{23768EF2-8430-709F-81C7-A82D3BF0E201}"/>
                  </a:ext>
                </a:extLst>
              </p:cNvPr>
              <p:cNvSpPr>
                <a:spLocks/>
              </p:cNvSpPr>
              <p:nvPr/>
            </p:nvSpPr>
            <p:spPr bwMode="hidden">
              <a:xfrm flipH="1">
                <a:off x="1054" y="1851"/>
                <a:ext cx="2122" cy="2304"/>
              </a:xfrm>
              <a:custGeom>
                <a:avLst/>
                <a:gdLst>
                  <a:gd name="T0" fmla="*/ 0 w 21600"/>
                  <a:gd name="T1" fmla="*/ 0 h 21602"/>
                  <a:gd name="T2" fmla="*/ 0 w 21600"/>
                  <a:gd name="T3" fmla="*/ 0 h 21602"/>
                  <a:gd name="T4" fmla="*/ 0 w 21600"/>
                  <a:gd name="T5" fmla="*/ 0 h 21602"/>
                  <a:gd name="T6" fmla="*/ 0 60000 65536"/>
                  <a:gd name="T7" fmla="*/ 0 60000 65536"/>
                  <a:gd name="T8" fmla="*/ 0 60000 65536"/>
                </a:gdLst>
                <a:ahLst/>
                <a:cxnLst>
                  <a:cxn ang="T6">
                    <a:pos x="T0" y="T1"/>
                  </a:cxn>
                  <a:cxn ang="T7">
                    <a:pos x="T2" y="T3"/>
                  </a:cxn>
                  <a:cxn ang="T8">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lnTo>
                      <a:pt x="5466" y="0"/>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 name="Arc 123">
                <a:extLst>
                  <a:ext uri="{FF2B5EF4-FFF2-40B4-BE49-F238E27FC236}">
                    <a16:creationId xmlns:a16="http://schemas.microsoft.com/office/drawing/2014/main" id="{78426DB6-874A-1F6A-035E-D73FA8F69F47}"/>
                  </a:ext>
                </a:extLst>
              </p:cNvPr>
              <p:cNvSpPr>
                <a:spLocks/>
              </p:cNvSpPr>
              <p:nvPr/>
            </p:nvSpPr>
            <p:spPr bwMode="hidden">
              <a:xfrm flipH="1">
                <a:off x="1266" y="1480"/>
                <a:ext cx="1244" cy="2379"/>
              </a:xfrm>
              <a:custGeom>
                <a:avLst/>
                <a:gdLst>
                  <a:gd name="T0" fmla="*/ 0 w 28940"/>
                  <a:gd name="T1" fmla="*/ 0 h 22305"/>
                  <a:gd name="T2" fmla="*/ 0 w 28940"/>
                  <a:gd name="T3" fmla="*/ 0 h 22305"/>
                  <a:gd name="T4" fmla="*/ 0 w 28940"/>
                  <a:gd name="T5" fmla="*/ 0 h 22305"/>
                  <a:gd name="T6" fmla="*/ 0 60000 65536"/>
                  <a:gd name="T7" fmla="*/ 0 60000 65536"/>
                  <a:gd name="T8" fmla="*/ 0 60000 65536"/>
                </a:gdLst>
                <a:ahLst/>
                <a:cxnLst>
                  <a:cxn ang="T6">
                    <a:pos x="T0" y="T1"/>
                  </a:cxn>
                  <a:cxn ang="T7">
                    <a:pos x="T2" y="T3"/>
                  </a:cxn>
                  <a:cxn ang="T8">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lnTo>
                      <a:pt x="0" y="128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Arc 124">
                <a:extLst>
                  <a:ext uri="{FF2B5EF4-FFF2-40B4-BE49-F238E27FC236}">
                    <a16:creationId xmlns:a16="http://schemas.microsoft.com/office/drawing/2014/main" id="{3E2FD100-BE99-7396-9A15-9C6309D41F7C}"/>
                  </a:ext>
                </a:extLst>
              </p:cNvPr>
              <p:cNvSpPr>
                <a:spLocks/>
              </p:cNvSpPr>
              <p:nvPr/>
            </p:nvSpPr>
            <p:spPr bwMode="hidden">
              <a:xfrm flipH="1">
                <a:off x="210" y="1169"/>
                <a:ext cx="2376" cy="2379"/>
              </a:xfrm>
              <a:custGeom>
                <a:avLst/>
                <a:gdLst>
                  <a:gd name="T0" fmla="*/ 0 w 34455"/>
                  <a:gd name="T1" fmla="*/ 0 h 22305"/>
                  <a:gd name="T2" fmla="*/ 0 w 34455"/>
                  <a:gd name="T3" fmla="*/ 0 h 22305"/>
                  <a:gd name="T4" fmla="*/ 0 w 34455"/>
                  <a:gd name="T5" fmla="*/ 0 h 22305"/>
                  <a:gd name="T6" fmla="*/ 0 60000 65536"/>
                  <a:gd name="T7" fmla="*/ 0 60000 65536"/>
                  <a:gd name="T8" fmla="*/ 0 60000 65536"/>
                </a:gdLst>
                <a:ahLst/>
                <a:cxnLst>
                  <a:cxn ang="T6">
                    <a:pos x="T0" y="T1"/>
                  </a:cxn>
                  <a:cxn ang="T7">
                    <a:pos x="T2" y="T3"/>
                  </a:cxn>
                  <a:cxn ang="T8">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lnTo>
                      <a:pt x="0" y="4241"/>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Arc 125">
                <a:extLst>
                  <a:ext uri="{FF2B5EF4-FFF2-40B4-BE49-F238E27FC236}">
                    <a16:creationId xmlns:a16="http://schemas.microsoft.com/office/drawing/2014/main" id="{A05BC917-FCD3-1E4E-BAC0-789F206CA80D}"/>
                  </a:ext>
                </a:extLst>
              </p:cNvPr>
              <p:cNvSpPr>
                <a:spLocks/>
              </p:cNvSpPr>
              <p:nvPr/>
            </p:nvSpPr>
            <p:spPr bwMode="hidden">
              <a:xfrm>
                <a:off x="2840" y="1503"/>
                <a:ext cx="381" cy="2379"/>
              </a:xfrm>
              <a:custGeom>
                <a:avLst/>
                <a:gdLst>
                  <a:gd name="T0" fmla="*/ 0 w 34812"/>
                  <a:gd name="T1" fmla="*/ 0 h 22305"/>
                  <a:gd name="T2" fmla="*/ 0 w 34812"/>
                  <a:gd name="T3" fmla="*/ 0 h 22305"/>
                  <a:gd name="T4" fmla="*/ 0 w 34812"/>
                  <a:gd name="T5" fmla="*/ 0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 name="Arc 126">
                <a:extLst>
                  <a:ext uri="{FF2B5EF4-FFF2-40B4-BE49-F238E27FC236}">
                    <a16:creationId xmlns:a16="http://schemas.microsoft.com/office/drawing/2014/main" id="{A41A3CAC-43C2-1E11-0227-E5FAC29BD613}"/>
                  </a:ext>
                </a:extLst>
              </p:cNvPr>
              <p:cNvSpPr>
                <a:spLocks/>
              </p:cNvSpPr>
              <p:nvPr/>
            </p:nvSpPr>
            <p:spPr bwMode="hidden">
              <a:xfrm>
                <a:off x="2940" y="1492"/>
                <a:ext cx="1004" cy="2379"/>
              </a:xfrm>
              <a:custGeom>
                <a:avLst/>
                <a:gdLst>
                  <a:gd name="T0" fmla="*/ 0 w 34812"/>
                  <a:gd name="T1" fmla="*/ 0 h 22305"/>
                  <a:gd name="T2" fmla="*/ 0 w 34812"/>
                  <a:gd name="T3" fmla="*/ 0 h 22305"/>
                  <a:gd name="T4" fmla="*/ 0 w 34812"/>
                  <a:gd name="T5" fmla="*/ 0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Freeform 127">
                <a:extLst>
                  <a:ext uri="{FF2B5EF4-FFF2-40B4-BE49-F238E27FC236}">
                    <a16:creationId xmlns:a16="http://schemas.microsoft.com/office/drawing/2014/main" id="{7BB11547-7902-D23B-B6FF-3DBD010AC152}"/>
                  </a:ext>
                </a:extLst>
              </p:cNvPr>
              <p:cNvSpPr>
                <a:spLocks/>
              </p:cNvSpPr>
              <p:nvPr/>
            </p:nvSpPr>
            <p:spPr bwMode="hidden">
              <a:xfrm>
                <a:off x="3300" y="2635"/>
                <a:ext cx="485" cy="1479"/>
              </a:xfrm>
              <a:custGeom>
                <a:avLst/>
                <a:gdLst>
                  <a:gd name="T0" fmla="*/ 0 w 776"/>
                  <a:gd name="T1" fmla="*/ 1 h 2368"/>
                  <a:gd name="T2" fmla="*/ 1 w 776"/>
                  <a:gd name="T3" fmla="*/ 1 h 2368"/>
                  <a:gd name="T4" fmla="*/ 1 w 776"/>
                  <a:gd name="T5" fmla="*/ 1 h 2368"/>
                  <a:gd name="T6" fmla="*/ 1 w 776"/>
                  <a:gd name="T7" fmla="*/ 1 h 2368"/>
                  <a:gd name="T8" fmla="*/ 1 w 776"/>
                  <a:gd name="T9" fmla="*/ 1 h 2368"/>
                  <a:gd name="T10" fmla="*/ 1 w 776"/>
                  <a:gd name="T11" fmla="*/ 1 h 2368"/>
                  <a:gd name="T12" fmla="*/ 1 w 776"/>
                  <a:gd name="T13" fmla="*/ 1 h 2368"/>
                  <a:gd name="T14" fmla="*/ 1 w 776"/>
                  <a:gd name="T15" fmla="*/ 1 h 2368"/>
                  <a:gd name="T16" fmla="*/ 1 w 776"/>
                  <a:gd name="T17" fmla="*/ 1 h 2368"/>
                  <a:gd name="T18" fmla="*/ 1 w 776"/>
                  <a:gd name="T19" fmla="*/ 1 h 2368"/>
                  <a:gd name="T20" fmla="*/ 1 w 776"/>
                  <a:gd name="T21" fmla="*/ 1 h 2368"/>
                  <a:gd name="T22" fmla="*/ 1 w 776"/>
                  <a:gd name="T23" fmla="*/ 1 h 2368"/>
                  <a:gd name="T24" fmla="*/ 1 w 776"/>
                  <a:gd name="T25" fmla="*/ 1 h 2368"/>
                  <a:gd name="T26" fmla="*/ 1 w 776"/>
                  <a:gd name="T27" fmla="*/ 1 h 2368"/>
                  <a:gd name="T28" fmla="*/ 1 w 776"/>
                  <a:gd name="T29" fmla="*/ 1 h 2368"/>
                  <a:gd name="T30" fmla="*/ 1 w 776"/>
                  <a:gd name="T31" fmla="*/ 1 h 2368"/>
                  <a:gd name="T32" fmla="*/ 1 w 776"/>
                  <a:gd name="T33" fmla="*/ 1 h 2368"/>
                  <a:gd name="T34" fmla="*/ 1 w 776"/>
                  <a:gd name="T35" fmla="*/ 1 h 2368"/>
                  <a:gd name="T36" fmla="*/ 1 w 776"/>
                  <a:gd name="T37" fmla="*/ 1 h 2368"/>
                  <a:gd name="T38" fmla="*/ 1 w 776"/>
                  <a:gd name="T39" fmla="*/ 1 h 2368"/>
                  <a:gd name="T40" fmla="*/ 1 w 776"/>
                  <a:gd name="T41" fmla="*/ 1 h 2368"/>
                  <a:gd name="T42" fmla="*/ 1 w 776"/>
                  <a:gd name="T43" fmla="*/ 1 h 2368"/>
                  <a:gd name="T44" fmla="*/ 1 w 776"/>
                  <a:gd name="T45" fmla="*/ 1 h 2368"/>
                  <a:gd name="T46" fmla="*/ 1 w 776"/>
                  <a:gd name="T47" fmla="*/ 1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Freeform 128">
                <a:extLst>
                  <a:ext uri="{FF2B5EF4-FFF2-40B4-BE49-F238E27FC236}">
                    <a16:creationId xmlns:a16="http://schemas.microsoft.com/office/drawing/2014/main" id="{7FCD425C-68D1-72A1-FAD4-E3683FE39BB2}"/>
                  </a:ext>
                </a:extLst>
              </p:cNvPr>
              <p:cNvSpPr>
                <a:spLocks/>
              </p:cNvSpPr>
              <p:nvPr/>
            </p:nvSpPr>
            <p:spPr bwMode="hidden">
              <a:xfrm rot="19660755" flipV="1">
                <a:off x="2547" y="2149"/>
                <a:ext cx="441" cy="838"/>
              </a:xfrm>
              <a:custGeom>
                <a:avLst/>
                <a:gdLst>
                  <a:gd name="T0" fmla="*/ 0 w 776"/>
                  <a:gd name="T1" fmla="*/ 0 h 2368"/>
                  <a:gd name="T2" fmla="*/ 1 w 776"/>
                  <a:gd name="T3" fmla="*/ 0 h 2368"/>
                  <a:gd name="T4" fmla="*/ 1 w 776"/>
                  <a:gd name="T5" fmla="*/ 0 h 2368"/>
                  <a:gd name="T6" fmla="*/ 1 w 776"/>
                  <a:gd name="T7" fmla="*/ 0 h 2368"/>
                  <a:gd name="T8" fmla="*/ 1 w 776"/>
                  <a:gd name="T9" fmla="*/ 0 h 2368"/>
                  <a:gd name="T10" fmla="*/ 1 w 776"/>
                  <a:gd name="T11" fmla="*/ 0 h 2368"/>
                  <a:gd name="T12" fmla="*/ 1 w 776"/>
                  <a:gd name="T13" fmla="*/ 0 h 2368"/>
                  <a:gd name="T14" fmla="*/ 1 w 776"/>
                  <a:gd name="T15" fmla="*/ 0 h 2368"/>
                  <a:gd name="T16" fmla="*/ 1 w 776"/>
                  <a:gd name="T17" fmla="*/ 0 h 2368"/>
                  <a:gd name="T18" fmla="*/ 1 w 776"/>
                  <a:gd name="T19" fmla="*/ 0 h 2368"/>
                  <a:gd name="T20" fmla="*/ 1 w 776"/>
                  <a:gd name="T21" fmla="*/ 0 h 2368"/>
                  <a:gd name="T22" fmla="*/ 1 w 776"/>
                  <a:gd name="T23" fmla="*/ 0 h 2368"/>
                  <a:gd name="T24" fmla="*/ 1 w 776"/>
                  <a:gd name="T25" fmla="*/ 0 h 2368"/>
                  <a:gd name="T26" fmla="*/ 1 w 776"/>
                  <a:gd name="T27" fmla="*/ 0 h 2368"/>
                  <a:gd name="T28" fmla="*/ 1 w 776"/>
                  <a:gd name="T29" fmla="*/ 0 h 2368"/>
                  <a:gd name="T30" fmla="*/ 1 w 776"/>
                  <a:gd name="T31" fmla="*/ 0 h 2368"/>
                  <a:gd name="T32" fmla="*/ 1 w 776"/>
                  <a:gd name="T33" fmla="*/ 0 h 2368"/>
                  <a:gd name="T34" fmla="*/ 1 w 776"/>
                  <a:gd name="T35" fmla="*/ 0 h 2368"/>
                  <a:gd name="T36" fmla="*/ 1 w 776"/>
                  <a:gd name="T37" fmla="*/ 0 h 2368"/>
                  <a:gd name="T38" fmla="*/ 1 w 776"/>
                  <a:gd name="T39" fmla="*/ 0 h 2368"/>
                  <a:gd name="T40" fmla="*/ 1 w 776"/>
                  <a:gd name="T41" fmla="*/ 0 h 2368"/>
                  <a:gd name="T42" fmla="*/ 1 w 776"/>
                  <a:gd name="T43" fmla="*/ 0 h 2368"/>
                  <a:gd name="T44" fmla="*/ 1 w 776"/>
                  <a:gd name="T45" fmla="*/ 0 h 2368"/>
                  <a:gd name="T46" fmla="*/ 1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Freeform 129">
                <a:extLst>
                  <a:ext uri="{FF2B5EF4-FFF2-40B4-BE49-F238E27FC236}">
                    <a16:creationId xmlns:a16="http://schemas.microsoft.com/office/drawing/2014/main" id="{BB4A6936-CF6F-09A0-07D8-68602B6479CC}"/>
                  </a:ext>
                </a:extLst>
              </p:cNvPr>
              <p:cNvSpPr>
                <a:spLocks/>
              </p:cNvSpPr>
              <p:nvPr/>
            </p:nvSpPr>
            <p:spPr bwMode="hidden">
              <a:xfrm flipH="1">
                <a:off x="489" y="2503"/>
                <a:ext cx="1085" cy="1524"/>
              </a:xfrm>
              <a:custGeom>
                <a:avLst/>
                <a:gdLst>
                  <a:gd name="T0" fmla="*/ 0 w 776"/>
                  <a:gd name="T1" fmla="*/ 1 h 2368"/>
                  <a:gd name="T2" fmla="*/ 114377638 w 776"/>
                  <a:gd name="T3" fmla="*/ 1 h 2368"/>
                  <a:gd name="T4" fmla="*/ 45376339 w 776"/>
                  <a:gd name="T5" fmla="*/ 1 h 2368"/>
                  <a:gd name="T6" fmla="*/ 159922342 w 776"/>
                  <a:gd name="T7" fmla="*/ 1 h 2368"/>
                  <a:gd name="T8" fmla="*/ 91216130 w 776"/>
                  <a:gd name="T9" fmla="*/ 1 h 2368"/>
                  <a:gd name="T10" fmla="*/ 182658209 w 776"/>
                  <a:gd name="T11" fmla="*/ 1 h 2368"/>
                  <a:gd name="T12" fmla="*/ 136834697 w 776"/>
                  <a:gd name="T13" fmla="*/ 1 h 2368"/>
                  <a:gd name="T14" fmla="*/ 228169509 w 776"/>
                  <a:gd name="T15" fmla="*/ 1 h 2368"/>
                  <a:gd name="T16" fmla="*/ 182658209 w 776"/>
                  <a:gd name="T17" fmla="*/ 1 h 2368"/>
                  <a:gd name="T18" fmla="*/ 251127695 w 776"/>
                  <a:gd name="T19" fmla="*/ 1 h 2368"/>
                  <a:gd name="T20" fmla="*/ 228169509 w 776"/>
                  <a:gd name="T21" fmla="*/ 1 h 2368"/>
                  <a:gd name="T22" fmla="*/ 273784438 w 776"/>
                  <a:gd name="T23" fmla="*/ 1 h 2368"/>
                  <a:gd name="T24" fmla="*/ 273784438 w 776"/>
                  <a:gd name="T25" fmla="*/ 1 h 2368"/>
                  <a:gd name="T26" fmla="*/ 319501144 w 776"/>
                  <a:gd name="T27" fmla="*/ 1 h 2368"/>
                  <a:gd name="T28" fmla="*/ 296502640 w 776"/>
                  <a:gd name="T29" fmla="*/ 1 h 2368"/>
                  <a:gd name="T30" fmla="*/ 342491542 w 776"/>
                  <a:gd name="T31" fmla="*/ 1 h 2368"/>
                  <a:gd name="T32" fmla="*/ 319501144 w 776"/>
                  <a:gd name="T33" fmla="*/ 1 h 2368"/>
                  <a:gd name="T34" fmla="*/ 342491542 w 776"/>
                  <a:gd name="T35" fmla="*/ 1 h 2368"/>
                  <a:gd name="T36" fmla="*/ 319501144 w 776"/>
                  <a:gd name="T37" fmla="*/ 1 h 2368"/>
                  <a:gd name="T38" fmla="*/ 365336502 w 776"/>
                  <a:gd name="T39" fmla="*/ 1 h 2368"/>
                  <a:gd name="T40" fmla="*/ 342491542 w 776"/>
                  <a:gd name="T41" fmla="*/ 1 h 2368"/>
                  <a:gd name="T42" fmla="*/ 365336502 w 776"/>
                  <a:gd name="T43" fmla="*/ 1 h 2368"/>
                  <a:gd name="T44" fmla="*/ 342491542 w 776"/>
                  <a:gd name="T45" fmla="*/ 1 h 2368"/>
                  <a:gd name="T46" fmla="*/ 365336502 w 776"/>
                  <a:gd name="T47" fmla="*/ 1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Freeform 130">
                <a:extLst>
                  <a:ext uri="{FF2B5EF4-FFF2-40B4-BE49-F238E27FC236}">
                    <a16:creationId xmlns:a16="http://schemas.microsoft.com/office/drawing/2014/main" id="{250FEAC7-50BE-D868-A70A-D1D765473FA0}"/>
                  </a:ext>
                </a:extLst>
              </p:cNvPr>
              <p:cNvSpPr>
                <a:spLocks/>
              </p:cNvSpPr>
              <p:nvPr/>
            </p:nvSpPr>
            <p:spPr bwMode="hidden">
              <a:xfrm flipH="1">
                <a:off x="1000" y="893"/>
                <a:ext cx="696" cy="1524"/>
              </a:xfrm>
              <a:custGeom>
                <a:avLst/>
                <a:gdLst>
                  <a:gd name="T0" fmla="*/ 0 w 776"/>
                  <a:gd name="T1" fmla="*/ 1 h 2368"/>
                  <a:gd name="T2" fmla="*/ 4 w 776"/>
                  <a:gd name="T3" fmla="*/ 1 h 2368"/>
                  <a:gd name="T4" fmla="*/ 4 w 776"/>
                  <a:gd name="T5" fmla="*/ 1 h 2368"/>
                  <a:gd name="T6" fmla="*/ 4 w 776"/>
                  <a:gd name="T7" fmla="*/ 1 h 2368"/>
                  <a:gd name="T8" fmla="*/ 4 w 776"/>
                  <a:gd name="T9" fmla="*/ 1 h 2368"/>
                  <a:gd name="T10" fmla="*/ 5 w 776"/>
                  <a:gd name="T11" fmla="*/ 1 h 2368"/>
                  <a:gd name="T12" fmla="*/ 4 w 776"/>
                  <a:gd name="T13" fmla="*/ 1 h 2368"/>
                  <a:gd name="T14" fmla="*/ 7 w 776"/>
                  <a:gd name="T15" fmla="*/ 1 h 2368"/>
                  <a:gd name="T16" fmla="*/ 5 w 776"/>
                  <a:gd name="T17" fmla="*/ 1 h 2368"/>
                  <a:gd name="T18" fmla="*/ 8 w 776"/>
                  <a:gd name="T19" fmla="*/ 1 h 2368"/>
                  <a:gd name="T20" fmla="*/ 7 w 776"/>
                  <a:gd name="T21" fmla="*/ 1 h 2368"/>
                  <a:gd name="T22" fmla="*/ 9 w 776"/>
                  <a:gd name="T23" fmla="*/ 1 h 2368"/>
                  <a:gd name="T24" fmla="*/ 9 w 776"/>
                  <a:gd name="T25" fmla="*/ 1 h 2368"/>
                  <a:gd name="T26" fmla="*/ 10 w 776"/>
                  <a:gd name="T27" fmla="*/ 1 h 2368"/>
                  <a:gd name="T28" fmla="*/ 10 w 776"/>
                  <a:gd name="T29" fmla="*/ 1 h 2368"/>
                  <a:gd name="T30" fmla="*/ 11 w 776"/>
                  <a:gd name="T31" fmla="*/ 1 h 2368"/>
                  <a:gd name="T32" fmla="*/ 10 w 776"/>
                  <a:gd name="T33" fmla="*/ 1 h 2368"/>
                  <a:gd name="T34" fmla="*/ 11 w 776"/>
                  <a:gd name="T35" fmla="*/ 1 h 2368"/>
                  <a:gd name="T36" fmla="*/ 10 w 776"/>
                  <a:gd name="T37" fmla="*/ 1 h 2368"/>
                  <a:gd name="T38" fmla="*/ 12 w 776"/>
                  <a:gd name="T39" fmla="*/ 1 h 2368"/>
                  <a:gd name="T40" fmla="*/ 11 w 776"/>
                  <a:gd name="T41" fmla="*/ 1 h 2368"/>
                  <a:gd name="T42" fmla="*/ 12 w 776"/>
                  <a:gd name="T43" fmla="*/ 1 h 2368"/>
                  <a:gd name="T44" fmla="*/ 11 w 776"/>
                  <a:gd name="T45" fmla="*/ 1 h 2368"/>
                  <a:gd name="T46" fmla="*/ 12 w 776"/>
                  <a:gd name="T47" fmla="*/ 1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Freeform 131">
                <a:extLst>
                  <a:ext uri="{FF2B5EF4-FFF2-40B4-BE49-F238E27FC236}">
                    <a16:creationId xmlns:a16="http://schemas.microsoft.com/office/drawing/2014/main" id="{4C5A3B03-E4C0-88ED-0AA6-E9B3A91C7BCF}"/>
                  </a:ext>
                </a:extLst>
              </p:cNvPr>
              <p:cNvSpPr>
                <a:spLocks/>
              </p:cNvSpPr>
              <p:nvPr/>
            </p:nvSpPr>
            <p:spPr bwMode="hidden">
              <a:xfrm>
                <a:off x="4401" y="2279"/>
                <a:ext cx="1007" cy="1600"/>
              </a:xfrm>
              <a:custGeom>
                <a:avLst/>
                <a:gdLst>
                  <a:gd name="T0" fmla="*/ 0 w 776"/>
                  <a:gd name="T1" fmla="*/ 1 h 2368"/>
                  <a:gd name="T2" fmla="*/ 6213917 w 776"/>
                  <a:gd name="T3" fmla="*/ 1 h 2368"/>
                  <a:gd name="T4" fmla="*/ 2491833 w 776"/>
                  <a:gd name="T5" fmla="*/ 1 h 2368"/>
                  <a:gd name="T6" fmla="*/ 8695995 w 776"/>
                  <a:gd name="T7" fmla="*/ 1 h 2368"/>
                  <a:gd name="T8" fmla="*/ 4971276 w 776"/>
                  <a:gd name="T9" fmla="*/ 1 h 2368"/>
                  <a:gd name="T10" fmla="*/ 9936460 w 776"/>
                  <a:gd name="T11" fmla="*/ 1 h 2368"/>
                  <a:gd name="T12" fmla="*/ 7456633 w 776"/>
                  <a:gd name="T13" fmla="*/ 1 h 2368"/>
                  <a:gd name="T14" fmla="*/ 12437923 w 776"/>
                  <a:gd name="T15" fmla="*/ 1 h 2368"/>
                  <a:gd name="T16" fmla="*/ 9936460 w 776"/>
                  <a:gd name="T17" fmla="*/ 1 h 2368"/>
                  <a:gd name="T18" fmla="*/ 13692466 w 776"/>
                  <a:gd name="T19" fmla="*/ 1 h 2368"/>
                  <a:gd name="T20" fmla="*/ 12437923 w 776"/>
                  <a:gd name="T21" fmla="*/ 1 h 2368"/>
                  <a:gd name="T22" fmla="*/ 14906823 w 776"/>
                  <a:gd name="T23" fmla="*/ 1 h 2368"/>
                  <a:gd name="T24" fmla="*/ 14906823 w 776"/>
                  <a:gd name="T25" fmla="*/ 1 h 2368"/>
                  <a:gd name="T26" fmla="*/ 17416344 w 776"/>
                  <a:gd name="T27" fmla="*/ 1 h 2368"/>
                  <a:gd name="T28" fmla="*/ 16174583 w 776"/>
                  <a:gd name="T29" fmla="*/ 1 h 2368"/>
                  <a:gd name="T30" fmla="*/ 18655199 w 776"/>
                  <a:gd name="T31" fmla="*/ 1 h 2368"/>
                  <a:gd name="T32" fmla="*/ 17416344 w 776"/>
                  <a:gd name="T33" fmla="*/ 1 h 2368"/>
                  <a:gd name="T34" fmla="*/ 18655199 w 776"/>
                  <a:gd name="T35" fmla="*/ 1 h 2368"/>
                  <a:gd name="T36" fmla="*/ 17416344 w 776"/>
                  <a:gd name="T37" fmla="*/ 1 h 2368"/>
                  <a:gd name="T38" fmla="*/ 19915627 w 776"/>
                  <a:gd name="T39" fmla="*/ 1 h 2368"/>
                  <a:gd name="T40" fmla="*/ 18655199 w 776"/>
                  <a:gd name="T41" fmla="*/ 1 h 2368"/>
                  <a:gd name="T42" fmla="*/ 19915627 w 776"/>
                  <a:gd name="T43" fmla="*/ 1 h 2368"/>
                  <a:gd name="T44" fmla="*/ 18655199 w 776"/>
                  <a:gd name="T45" fmla="*/ 1 h 2368"/>
                  <a:gd name="T46" fmla="*/ 19915627 w 776"/>
                  <a:gd name="T47" fmla="*/ 1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Freeform 132">
                <a:extLst>
                  <a:ext uri="{FF2B5EF4-FFF2-40B4-BE49-F238E27FC236}">
                    <a16:creationId xmlns:a16="http://schemas.microsoft.com/office/drawing/2014/main" id="{57003DE5-19B8-DE69-3193-0821C51E3CE6}"/>
                  </a:ext>
                </a:extLst>
              </p:cNvPr>
              <p:cNvSpPr>
                <a:spLocks/>
              </p:cNvSpPr>
              <p:nvPr/>
            </p:nvSpPr>
            <p:spPr bwMode="hidden">
              <a:xfrm>
                <a:off x="3878" y="1470"/>
                <a:ext cx="1518" cy="1067"/>
              </a:xfrm>
              <a:custGeom>
                <a:avLst/>
                <a:gdLst>
                  <a:gd name="T0" fmla="*/ 0 w 776"/>
                  <a:gd name="T1" fmla="*/ 0 h 2368"/>
                  <a:gd name="T2" fmla="*/ 2147483646 w 776"/>
                  <a:gd name="T3" fmla="*/ 0 h 2368"/>
                  <a:gd name="T4" fmla="*/ 2147483646 w 776"/>
                  <a:gd name="T5" fmla="*/ 0 h 2368"/>
                  <a:gd name="T6" fmla="*/ 2147483646 w 776"/>
                  <a:gd name="T7" fmla="*/ 0 h 2368"/>
                  <a:gd name="T8" fmla="*/ 2147483646 w 776"/>
                  <a:gd name="T9" fmla="*/ 0 h 2368"/>
                  <a:gd name="T10" fmla="*/ 2147483646 w 776"/>
                  <a:gd name="T11" fmla="*/ 0 h 2368"/>
                  <a:gd name="T12" fmla="*/ 2147483646 w 776"/>
                  <a:gd name="T13" fmla="*/ 0 h 2368"/>
                  <a:gd name="T14" fmla="*/ 2147483646 w 776"/>
                  <a:gd name="T15" fmla="*/ 0 h 2368"/>
                  <a:gd name="T16" fmla="*/ 2147483646 w 776"/>
                  <a:gd name="T17" fmla="*/ 0 h 2368"/>
                  <a:gd name="T18" fmla="*/ 2147483646 w 776"/>
                  <a:gd name="T19" fmla="*/ 0 h 2368"/>
                  <a:gd name="T20" fmla="*/ 2147483646 w 776"/>
                  <a:gd name="T21" fmla="*/ 0 h 2368"/>
                  <a:gd name="T22" fmla="*/ 2147483646 w 776"/>
                  <a:gd name="T23" fmla="*/ 0 h 2368"/>
                  <a:gd name="T24" fmla="*/ 2147483646 w 776"/>
                  <a:gd name="T25" fmla="*/ 0 h 2368"/>
                  <a:gd name="T26" fmla="*/ 2147483646 w 776"/>
                  <a:gd name="T27" fmla="*/ 0 h 2368"/>
                  <a:gd name="T28" fmla="*/ 2147483646 w 776"/>
                  <a:gd name="T29" fmla="*/ 0 h 2368"/>
                  <a:gd name="T30" fmla="*/ 2147483646 w 776"/>
                  <a:gd name="T31" fmla="*/ 0 h 2368"/>
                  <a:gd name="T32" fmla="*/ 2147483646 w 776"/>
                  <a:gd name="T33" fmla="*/ 0 h 2368"/>
                  <a:gd name="T34" fmla="*/ 2147483646 w 776"/>
                  <a:gd name="T35" fmla="*/ 0 h 2368"/>
                  <a:gd name="T36" fmla="*/ 2147483646 w 776"/>
                  <a:gd name="T37" fmla="*/ 0 h 2368"/>
                  <a:gd name="T38" fmla="*/ 2147483646 w 776"/>
                  <a:gd name="T39" fmla="*/ 0 h 2368"/>
                  <a:gd name="T40" fmla="*/ 2147483646 w 776"/>
                  <a:gd name="T41" fmla="*/ 0 h 2368"/>
                  <a:gd name="T42" fmla="*/ 2147483646 w 776"/>
                  <a:gd name="T43" fmla="*/ 0 h 2368"/>
                  <a:gd name="T44" fmla="*/ 2147483646 w 776"/>
                  <a:gd name="T45" fmla="*/ 0 h 2368"/>
                  <a:gd name="T46" fmla="*/ 2147483646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Freeform 133">
                <a:extLst>
                  <a:ext uri="{FF2B5EF4-FFF2-40B4-BE49-F238E27FC236}">
                    <a16:creationId xmlns:a16="http://schemas.microsoft.com/office/drawing/2014/main" id="{C9A89287-E4CF-CA34-B69E-4C975700EE15}"/>
                  </a:ext>
                </a:extLst>
              </p:cNvPr>
              <p:cNvSpPr>
                <a:spLocks/>
              </p:cNvSpPr>
              <p:nvPr/>
            </p:nvSpPr>
            <p:spPr bwMode="hidden">
              <a:xfrm>
                <a:off x="3934" y="337"/>
                <a:ext cx="664" cy="1434"/>
              </a:xfrm>
              <a:custGeom>
                <a:avLst/>
                <a:gdLst>
                  <a:gd name="T0" fmla="*/ 0 w 776"/>
                  <a:gd name="T1" fmla="*/ 1 h 2368"/>
                  <a:gd name="T2" fmla="*/ 3 w 776"/>
                  <a:gd name="T3" fmla="*/ 1 h 2368"/>
                  <a:gd name="T4" fmla="*/ 3 w 776"/>
                  <a:gd name="T5" fmla="*/ 1 h 2368"/>
                  <a:gd name="T6" fmla="*/ 3 w 776"/>
                  <a:gd name="T7" fmla="*/ 1 h 2368"/>
                  <a:gd name="T8" fmla="*/ 3 w 776"/>
                  <a:gd name="T9" fmla="*/ 1 h 2368"/>
                  <a:gd name="T10" fmla="*/ 3 w 776"/>
                  <a:gd name="T11" fmla="*/ 1 h 2368"/>
                  <a:gd name="T12" fmla="*/ 3 w 776"/>
                  <a:gd name="T13" fmla="*/ 1 h 2368"/>
                  <a:gd name="T14" fmla="*/ 3 w 776"/>
                  <a:gd name="T15" fmla="*/ 1 h 2368"/>
                  <a:gd name="T16" fmla="*/ 3 w 776"/>
                  <a:gd name="T17" fmla="*/ 1 h 2368"/>
                  <a:gd name="T18" fmla="*/ 3 w 776"/>
                  <a:gd name="T19" fmla="*/ 1 h 2368"/>
                  <a:gd name="T20" fmla="*/ 3 w 776"/>
                  <a:gd name="T21" fmla="*/ 1 h 2368"/>
                  <a:gd name="T22" fmla="*/ 3 w 776"/>
                  <a:gd name="T23" fmla="*/ 1 h 2368"/>
                  <a:gd name="T24" fmla="*/ 3 w 776"/>
                  <a:gd name="T25" fmla="*/ 1 h 2368"/>
                  <a:gd name="T26" fmla="*/ 3 w 776"/>
                  <a:gd name="T27" fmla="*/ 1 h 2368"/>
                  <a:gd name="T28" fmla="*/ 3 w 776"/>
                  <a:gd name="T29" fmla="*/ 1 h 2368"/>
                  <a:gd name="T30" fmla="*/ 3 w 776"/>
                  <a:gd name="T31" fmla="*/ 1 h 2368"/>
                  <a:gd name="T32" fmla="*/ 3 w 776"/>
                  <a:gd name="T33" fmla="*/ 1 h 2368"/>
                  <a:gd name="T34" fmla="*/ 3 w 776"/>
                  <a:gd name="T35" fmla="*/ 1 h 2368"/>
                  <a:gd name="T36" fmla="*/ 3 w 776"/>
                  <a:gd name="T37" fmla="*/ 1 h 2368"/>
                  <a:gd name="T38" fmla="*/ 3 w 776"/>
                  <a:gd name="T39" fmla="*/ 1 h 2368"/>
                  <a:gd name="T40" fmla="*/ 3 w 776"/>
                  <a:gd name="T41" fmla="*/ 1 h 2368"/>
                  <a:gd name="T42" fmla="*/ 3 w 776"/>
                  <a:gd name="T43" fmla="*/ 1 h 2368"/>
                  <a:gd name="T44" fmla="*/ 3 w 776"/>
                  <a:gd name="T45" fmla="*/ 1 h 2368"/>
                  <a:gd name="T46" fmla="*/ 3 w 776"/>
                  <a:gd name="T47" fmla="*/ 1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 name="Freeform 134">
                <a:extLst>
                  <a:ext uri="{FF2B5EF4-FFF2-40B4-BE49-F238E27FC236}">
                    <a16:creationId xmlns:a16="http://schemas.microsoft.com/office/drawing/2014/main" id="{6EECD467-633D-2AD4-BC31-89A598E3EE54}"/>
                  </a:ext>
                </a:extLst>
              </p:cNvPr>
              <p:cNvSpPr>
                <a:spLocks/>
              </p:cNvSpPr>
              <p:nvPr/>
            </p:nvSpPr>
            <p:spPr bwMode="hidden">
              <a:xfrm rot="1346631" flipH="1">
                <a:off x="1702" y="1506"/>
                <a:ext cx="440" cy="837"/>
              </a:xfrm>
              <a:custGeom>
                <a:avLst/>
                <a:gdLst>
                  <a:gd name="T0" fmla="*/ 0 w 776"/>
                  <a:gd name="T1" fmla="*/ 0 h 2368"/>
                  <a:gd name="T2" fmla="*/ 1 w 776"/>
                  <a:gd name="T3" fmla="*/ 0 h 2368"/>
                  <a:gd name="T4" fmla="*/ 1 w 776"/>
                  <a:gd name="T5" fmla="*/ 0 h 2368"/>
                  <a:gd name="T6" fmla="*/ 1 w 776"/>
                  <a:gd name="T7" fmla="*/ 0 h 2368"/>
                  <a:gd name="T8" fmla="*/ 1 w 776"/>
                  <a:gd name="T9" fmla="*/ 0 h 2368"/>
                  <a:gd name="T10" fmla="*/ 1 w 776"/>
                  <a:gd name="T11" fmla="*/ 0 h 2368"/>
                  <a:gd name="T12" fmla="*/ 1 w 776"/>
                  <a:gd name="T13" fmla="*/ 0 h 2368"/>
                  <a:gd name="T14" fmla="*/ 1 w 776"/>
                  <a:gd name="T15" fmla="*/ 0 h 2368"/>
                  <a:gd name="T16" fmla="*/ 1 w 776"/>
                  <a:gd name="T17" fmla="*/ 0 h 2368"/>
                  <a:gd name="T18" fmla="*/ 1 w 776"/>
                  <a:gd name="T19" fmla="*/ 0 h 2368"/>
                  <a:gd name="T20" fmla="*/ 1 w 776"/>
                  <a:gd name="T21" fmla="*/ 0 h 2368"/>
                  <a:gd name="T22" fmla="*/ 1 w 776"/>
                  <a:gd name="T23" fmla="*/ 0 h 2368"/>
                  <a:gd name="T24" fmla="*/ 1 w 776"/>
                  <a:gd name="T25" fmla="*/ 0 h 2368"/>
                  <a:gd name="T26" fmla="*/ 1 w 776"/>
                  <a:gd name="T27" fmla="*/ 0 h 2368"/>
                  <a:gd name="T28" fmla="*/ 1 w 776"/>
                  <a:gd name="T29" fmla="*/ 0 h 2368"/>
                  <a:gd name="T30" fmla="*/ 1 w 776"/>
                  <a:gd name="T31" fmla="*/ 0 h 2368"/>
                  <a:gd name="T32" fmla="*/ 1 w 776"/>
                  <a:gd name="T33" fmla="*/ 0 h 2368"/>
                  <a:gd name="T34" fmla="*/ 1 w 776"/>
                  <a:gd name="T35" fmla="*/ 0 h 2368"/>
                  <a:gd name="T36" fmla="*/ 1 w 776"/>
                  <a:gd name="T37" fmla="*/ 0 h 2368"/>
                  <a:gd name="T38" fmla="*/ 1 w 776"/>
                  <a:gd name="T39" fmla="*/ 0 h 2368"/>
                  <a:gd name="T40" fmla="*/ 1 w 776"/>
                  <a:gd name="T41" fmla="*/ 0 h 2368"/>
                  <a:gd name="T42" fmla="*/ 1 w 776"/>
                  <a:gd name="T43" fmla="*/ 0 h 2368"/>
                  <a:gd name="T44" fmla="*/ 1 w 776"/>
                  <a:gd name="T45" fmla="*/ 0 h 2368"/>
                  <a:gd name="T46" fmla="*/ 1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119943" name="Rectangle 135"/>
          <p:cNvSpPr>
            <a:spLocks noGrp="1" noChangeArrowheads="1"/>
          </p:cNvSpPr>
          <p:nvPr>
            <p:ph type="ctrTitle" sz="quarter"/>
          </p:nvPr>
        </p:nvSpPr>
        <p:spPr>
          <a:xfrm>
            <a:off x="685800" y="1827213"/>
            <a:ext cx="7772400" cy="1627187"/>
          </a:xfrm>
        </p:spPr>
        <p:txBody>
          <a:bodyPr/>
          <a:lstStyle>
            <a:lvl1pPr>
              <a:defRPr/>
            </a:lvl1pPr>
          </a:lstStyle>
          <a:p>
            <a:r>
              <a:rPr lang="en-GB"/>
              <a:t>Click to edit Master title style</a:t>
            </a:r>
          </a:p>
        </p:txBody>
      </p:sp>
      <p:sp>
        <p:nvSpPr>
          <p:cNvPr id="119944" name="Rectangle 136"/>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GB"/>
              <a:t>Click to edit Master subtitle style</a:t>
            </a:r>
          </a:p>
        </p:txBody>
      </p:sp>
      <p:sp>
        <p:nvSpPr>
          <p:cNvPr id="137" name="Rectangle 137">
            <a:extLst>
              <a:ext uri="{FF2B5EF4-FFF2-40B4-BE49-F238E27FC236}">
                <a16:creationId xmlns:a16="http://schemas.microsoft.com/office/drawing/2014/main" id="{8CA86AA8-293A-EB46-56CC-5092A0BC02BE}"/>
              </a:ext>
            </a:extLst>
          </p:cNvPr>
          <p:cNvSpPr>
            <a:spLocks noGrp="1" noChangeArrowheads="1"/>
          </p:cNvSpPr>
          <p:nvPr>
            <p:ph type="dt" sz="quarter" idx="10"/>
          </p:nvPr>
        </p:nvSpPr>
        <p:spPr/>
        <p:txBody>
          <a:bodyPr/>
          <a:lstStyle>
            <a:lvl1pPr>
              <a:defRPr/>
            </a:lvl1pPr>
          </a:lstStyle>
          <a:p>
            <a:pPr>
              <a:defRPr/>
            </a:pPr>
            <a:endParaRPr lang="en-GB"/>
          </a:p>
        </p:txBody>
      </p:sp>
      <p:sp>
        <p:nvSpPr>
          <p:cNvPr id="138" name="Rectangle 138">
            <a:extLst>
              <a:ext uri="{FF2B5EF4-FFF2-40B4-BE49-F238E27FC236}">
                <a16:creationId xmlns:a16="http://schemas.microsoft.com/office/drawing/2014/main" id="{40795CA6-A874-BB06-B104-D51C07BFE208}"/>
              </a:ext>
            </a:extLst>
          </p:cNvPr>
          <p:cNvSpPr>
            <a:spLocks noGrp="1" noChangeArrowheads="1"/>
          </p:cNvSpPr>
          <p:nvPr>
            <p:ph type="ftr" sz="quarter" idx="11"/>
          </p:nvPr>
        </p:nvSpPr>
        <p:spPr/>
        <p:txBody>
          <a:bodyPr/>
          <a:lstStyle>
            <a:lvl1pPr>
              <a:defRPr/>
            </a:lvl1pPr>
          </a:lstStyle>
          <a:p>
            <a:pPr>
              <a:defRPr/>
            </a:pPr>
            <a:endParaRPr lang="en-GB"/>
          </a:p>
        </p:txBody>
      </p:sp>
      <p:sp>
        <p:nvSpPr>
          <p:cNvPr id="139" name="Rectangle 139">
            <a:extLst>
              <a:ext uri="{FF2B5EF4-FFF2-40B4-BE49-F238E27FC236}">
                <a16:creationId xmlns:a16="http://schemas.microsoft.com/office/drawing/2014/main" id="{02AD64B5-80F2-35E4-FE65-2BAA01070B87}"/>
              </a:ext>
            </a:extLst>
          </p:cNvPr>
          <p:cNvSpPr>
            <a:spLocks noGrp="1" noChangeArrowheads="1"/>
          </p:cNvSpPr>
          <p:nvPr>
            <p:ph type="sldNum" sz="quarter" idx="12"/>
          </p:nvPr>
        </p:nvSpPr>
        <p:spPr/>
        <p:txBody>
          <a:bodyPr/>
          <a:lstStyle>
            <a:lvl1pPr>
              <a:defRPr/>
            </a:lvl1pPr>
          </a:lstStyle>
          <a:p>
            <a:pPr>
              <a:defRPr/>
            </a:pPr>
            <a:fld id="{4E3A2296-D790-41FC-AC38-16D6953AA2BE}" type="slidenum">
              <a:rPr lang="en-GB" altLang="en-US"/>
              <a:pPr>
                <a:defRPr/>
              </a:pPr>
              <a:t>‹#›</a:t>
            </a:fld>
            <a:endParaRPr lang="en-GB" altLang="en-US"/>
          </a:p>
        </p:txBody>
      </p:sp>
    </p:spTree>
    <p:extLst>
      <p:ext uri="{BB962C8B-B14F-4D97-AF65-F5344CB8AC3E}">
        <p14:creationId xmlns:p14="http://schemas.microsoft.com/office/powerpoint/2010/main" val="4275882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9">
            <a:extLst>
              <a:ext uri="{FF2B5EF4-FFF2-40B4-BE49-F238E27FC236}">
                <a16:creationId xmlns:a16="http://schemas.microsoft.com/office/drawing/2014/main" id="{83225DCE-C619-1C46-FFE4-FE5E61DCCF36}"/>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140">
            <a:extLst>
              <a:ext uri="{FF2B5EF4-FFF2-40B4-BE49-F238E27FC236}">
                <a16:creationId xmlns:a16="http://schemas.microsoft.com/office/drawing/2014/main" id="{B232DB01-9312-BDD6-E499-10BA84FDD330}"/>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141">
            <a:extLst>
              <a:ext uri="{FF2B5EF4-FFF2-40B4-BE49-F238E27FC236}">
                <a16:creationId xmlns:a16="http://schemas.microsoft.com/office/drawing/2014/main" id="{55C12EA5-6DEA-A712-C0C1-CB3A8490B62D}"/>
              </a:ext>
            </a:extLst>
          </p:cNvPr>
          <p:cNvSpPr>
            <a:spLocks noGrp="1" noChangeArrowheads="1"/>
          </p:cNvSpPr>
          <p:nvPr>
            <p:ph type="sldNum" sz="quarter" idx="12"/>
          </p:nvPr>
        </p:nvSpPr>
        <p:spPr>
          <a:ln/>
        </p:spPr>
        <p:txBody>
          <a:bodyPr/>
          <a:lstStyle>
            <a:lvl1pPr>
              <a:defRPr/>
            </a:lvl1pPr>
          </a:lstStyle>
          <a:p>
            <a:pPr>
              <a:defRPr/>
            </a:pPr>
            <a:fld id="{C578E645-7C92-432F-A909-4FF4DDE3E8CC}" type="slidenum">
              <a:rPr lang="en-GB" altLang="en-US"/>
              <a:pPr>
                <a:defRPr/>
              </a:pPr>
              <a:t>‹#›</a:t>
            </a:fld>
            <a:endParaRPr lang="en-GB" altLang="en-US"/>
          </a:p>
        </p:txBody>
      </p:sp>
    </p:spTree>
    <p:extLst>
      <p:ext uri="{BB962C8B-B14F-4D97-AF65-F5344CB8AC3E}">
        <p14:creationId xmlns:p14="http://schemas.microsoft.com/office/powerpoint/2010/main" val="240224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39">
            <a:extLst>
              <a:ext uri="{FF2B5EF4-FFF2-40B4-BE49-F238E27FC236}">
                <a16:creationId xmlns:a16="http://schemas.microsoft.com/office/drawing/2014/main" id="{F8AAE076-651B-E962-D03A-C21541F61357}"/>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140">
            <a:extLst>
              <a:ext uri="{FF2B5EF4-FFF2-40B4-BE49-F238E27FC236}">
                <a16:creationId xmlns:a16="http://schemas.microsoft.com/office/drawing/2014/main" id="{5433C7D7-7E45-F5F3-42BC-BFADBCA0AD15}"/>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141">
            <a:extLst>
              <a:ext uri="{FF2B5EF4-FFF2-40B4-BE49-F238E27FC236}">
                <a16:creationId xmlns:a16="http://schemas.microsoft.com/office/drawing/2014/main" id="{77950FEA-6C10-CC9D-906D-0E8340D238C5}"/>
              </a:ext>
            </a:extLst>
          </p:cNvPr>
          <p:cNvSpPr>
            <a:spLocks noGrp="1" noChangeArrowheads="1"/>
          </p:cNvSpPr>
          <p:nvPr>
            <p:ph type="sldNum" sz="quarter" idx="12"/>
          </p:nvPr>
        </p:nvSpPr>
        <p:spPr>
          <a:ln/>
        </p:spPr>
        <p:txBody>
          <a:bodyPr/>
          <a:lstStyle>
            <a:lvl1pPr>
              <a:defRPr/>
            </a:lvl1pPr>
          </a:lstStyle>
          <a:p>
            <a:pPr>
              <a:defRPr/>
            </a:pPr>
            <a:fld id="{D924E167-F84C-401A-A275-E1C5A4448196}" type="slidenum">
              <a:rPr lang="en-GB" altLang="en-US"/>
              <a:pPr>
                <a:defRPr/>
              </a:pPr>
              <a:t>‹#›</a:t>
            </a:fld>
            <a:endParaRPr lang="en-GB" altLang="en-US"/>
          </a:p>
        </p:txBody>
      </p:sp>
    </p:spTree>
    <p:extLst>
      <p:ext uri="{BB962C8B-B14F-4D97-AF65-F5344CB8AC3E}">
        <p14:creationId xmlns:p14="http://schemas.microsoft.com/office/powerpoint/2010/main" val="328641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9">
            <a:extLst>
              <a:ext uri="{FF2B5EF4-FFF2-40B4-BE49-F238E27FC236}">
                <a16:creationId xmlns:a16="http://schemas.microsoft.com/office/drawing/2014/main" id="{2E5EF399-0416-ECA1-317F-D369DB48E7BA}"/>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140">
            <a:extLst>
              <a:ext uri="{FF2B5EF4-FFF2-40B4-BE49-F238E27FC236}">
                <a16:creationId xmlns:a16="http://schemas.microsoft.com/office/drawing/2014/main" id="{83921AB7-1DBA-07A1-7B02-96B488B28929}"/>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141">
            <a:extLst>
              <a:ext uri="{FF2B5EF4-FFF2-40B4-BE49-F238E27FC236}">
                <a16:creationId xmlns:a16="http://schemas.microsoft.com/office/drawing/2014/main" id="{14F6F44D-CB1B-DA23-4D43-675161243CA8}"/>
              </a:ext>
            </a:extLst>
          </p:cNvPr>
          <p:cNvSpPr>
            <a:spLocks noGrp="1" noChangeArrowheads="1"/>
          </p:cNvSpPr>
          <p:nvPr>
            <p:ph type="sldNum" sz="quarter" idx="12"/>
          </p:nvPr>
        </p:nvSpPr>
        <p:spPr>
          <a:ln/>
        </p:spPr>
        <p:txBody>
          <a:bodyPr/>
          <a:lstStyle>
            <a:lvl1pPr>
              <a:defRPr/>
            </a:lvl1pPr>
          </a:lstStyle>
          <a:p>
            <a:pPr>
              <a:defRPr/>
            </a:pPr>
            <a:fld id="{4D1F30E2-7389-499B-A5E3-A779EE9475C7}" type="slidenum">
              <a:rPr lang="en-GB" altLang="en-US"/>
              <a:pPr>
                <a:defRPr/>
              </a:pPr>
              <a:t>‹#›</a:t>
            </a:fld>
            <a:endParaRPr lang="en-GB" altLang="en-US"/>
          </a:p>
        </p:txBody>
      </p:sp>
    </p:spTree>
    <p:extLst>
      <p:ext uri="{BB962C8B-B14F-4D97-AF65-F5344CB8AC3E}">
        <p14:creationId xmlns:p14="http://schemas.microsoft.com/office/powerpoint/2010/main" val="2649724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9">
            <a:extLst>
              <a:ext uri="{FF2B5EF4-FFF2-40B4-BE49-F238E27FC236}">
                <a16:creationId xmlns:a16="http://schemas.microsoft.com/office/drawing/2014/main" id="{156BDF27-15EB-DF57-F9CF-C871B953FC2B}"/>
              </a:ext>
            </a:extLst>
          </p:cNvPr>
          <p:cNvSpPr>
            <a:spLocks noGrp="1" noChangeArrowheads="1"/>
          </p:cNvSpPr>
          <p:nvPr>
            <p:ph type="dt" sz="half" idx="10"/>
          </p:nvPr>
        </p:nvSpPr>
        <p:spPr>
          <a:ln/>
        </p:spPr>
        <p:txBody>
          <a:bodyPr/>
          <a:lstStyle>
            <a:lvl1pPr>
              <a:defRPr/>
            </a:lvl1pPr>
          </a:lstStyle>
          <a:p>
            <a:pPr>
              <a:defRPr/>
            </a:pPr>
            <a:endParaRPr lang="en-GB"/>
          </a:p>
        </p:txBody>
      </p:sp>
      <p:sp>
        <p:nvSpPr>
          <p:cNvPr id="8" name="Rectangle 140">
            <a:extLst>
              <a:ext uri="{FF2B5EF4-FFF2-40B4-BE49-F238E27FC236}">
                <a16:creationId xmlns:a16="http://schemas.microsoft.com/office/drawing/2014/main" id="{B0142A6A-E994-2FF1-6984-B5D314BAA8A5}"/>
              </a:ext>
            </a:extLst>
          </p:cNvPr>
          <p:cNvSpPr>
            <a:spLocks noGrp="1" noChangeArrowheads="1"/>
          </p:cNvSpPr>
          <p:nvPr>
            <p:ph type="ftr" sz="quarter" idx="11"/>
          </p:nvPr>
        </p:nvSpPr>
        <p:spPr>
          <a:ln/>
        </p:spPr>
        <p:txBody>
          <a:bodyPr/>
          <a:lstStyle>
            <a:lvl1pPr>
              <a:defRPr/>
            </a:lvl1pPr>
          </a:lstStyle>
          <a:p>
            <a:pPr>
              <a:defRPr/>
            </a:pPr>
            <a:endParaRPr lang="en-GB"/>
          </a:p>
        </p:txBody>
      </p:sp>
      <p:sp>
        <p:nvSpPr>
          <p:cNvPr id="9" name="Rectangle 141">
            <a:extLst>
              <a:ext uri="{FF2B5EF4-FFF2-40B4-BE49-F238E27FC236}">
                <a16:creationId xmlns:a16="http://schemas.microsoft.com/office/drawing/2014/main" id="{CF08AF33-5489-5CA4-B6D8-483AEDD283EC}"/>
              </a:ext>
            </a:extLst>
          </p:cNvPr>
          <p:cNvSpPr>
            <a:spLocks noGrp="1" noChangeArrowheads="1"/>
          </p:cNvSpPr>
          <p:nvPr>
            <p:ph type="sldNum" sz="quarter" idx="12"/>
          </p:nvPr>
        </p:nvSpPr>
        <p:spPr>
          <a:ln/>
        </p:spPr>
        <p:txBody>
          <a:bodyPr/>
          <a:lstStyle>
            <a:lvl1pPr>
              <a:defRPr/>
            </a:lvl1pPr>
          </a:lstStyle>
          <a:p>
            <a:pPr>
              <a:defRPr/>
            </a:pPr>
            <a:fld id="{620FBF35-A658-4EB9-A14B-AAA0E7AA0550}" type="slidenum">
              <a:rPr lang="en-GB" altLang="en-US"/>
              <a:pPr>
                <a:defRPr/>
              </a:pPr>
              <a:t>‹#›</a:t>
            </a:fld>
            <a:endParaRPr lang="en-GB" altLang="en-US"/>
          </a:p>
        </p:txBody>
      </p:sp>
    </p:spTree>
    <p:extLst>
      <p:ext uri="{BB962C8B-B14F-4D97-AF65-F5344CB8AC3E}">
        <p14:creationId xmlns:p14="http://schemas.microsoft.com/office/powerpoint/2010/main" val="2658632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39">
            <a:extLst>
              <a:ext uri="{FF2B5EF4-FFF2-40B4-BE49-F238E27FC236}">
                <a16:creationId xmlns:a16="http://schemas.microsoft.com/office/drawing/2014/main" id="{68C4720B-0CFD-BF04-ABD8-4699D12A81CB}"/>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140">
            <a:extLst>
              <a:ext uri="{FF2B5EF4-FFF2-40B4-BE49-F238E27FC236}">
                <a16:creationId xmlns:a16="http://schemas.microsoft.com/office/drawing/2014/main" id="{ACA2E8AE-1F28-D451-FAF0-404A74222916}"/>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141">
            <a:extLst>
              <a:ext uri="{FF2B5EF4-FFF2-40B4-BE49-F238E27FC236}">
                <a16:creationId xmlns:a16="http://schemas.microsoft.com/office/drawing/2014/main" id="{F6559622-4881-A9D2-84E7-A3A323E0495F}"/>
              </a:ext>
            </a:extLst>
          </p:cNvPr>
          <p:cNvSpPr>
            <a:spLocks noGrp="1" noChangeArrowheads="1"/>
          </p:cNvSpPr>
          <p:nvPr>
            <p:ph type="sldNum" sz="quarter" idx="12"/>
          </p:nvPr>
        </p:nvSpPr>
        <p:spPr>
          <a:ln/>
        </p:spPr>
        <p:txBody>
          <a:bodyPr/>
          <a:lstStyle>
            <a:lvl1pPr>
              <a:defRPr/>
            </a:lvl1pPr>
          </a:lstStyle>
          <a:p>
            <a:pPr>
              <a:defRPr/>
            </a:pPr>
            <a:fld id="{21A7C28D-30E7-47DF-9356-C815BCDAEDAB}" type="slidenum">
              <a:rPr lang="en-GB" altLang="en-US"/>
              <a:pPr>
                <a:defRPr/>
              </a:pPr>
              <a:t>‹#›</a:t>
            </a:fld>
            <a:endParaRPr lang="en-GB" altLang="en-US"/>
          </a:p>
        </p:txBody>
      </p:sp>
    </p:spTree>
    <p:extLst>
      <p:ext uri="{BB962C8B-B14F-4D97-AF65-F5344CB8AC3E}">
        <p14:creationId xmlns:p14="http://schemas.microsoft.com/office/powerpoint/2010/main" val="156925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9">
            <a:extLst>
              <a:ext uri="{FF2B5EF4-FFF2-40B4-BE49-F238E27FC236}">
                <a16:creationId xmlns:a16="http://schemas.microsoft.com/office/drawing/2014/main" id="{8E60F596-9E43-CDDC-A949-55E89C36FA60}"/>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140">
            <a:extLst>
              <a:ext uri="{FF2B5EF4-FFF2-40B4-BE49-F238E27FC236}">
                <a16:creationId xmlns:a16="http://schemas.microsoft.com/office/drawing/2014/main" id="{174FA4D8-34F9-D50C-0FAE-D9925534016B}"/>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141">
            <a:extLst>
              <a:ext uri="{FF2B5EF4-FFF2-40B4-BE49-F238E27FC236}">
                <a16:creationId xmlns:a16="http://schemas.microsoft.com/office/drawing/2014/main" id="{5B36C4B5-CDD1-6AFD-D0A4-6DD78522A074}"/>
              </a:ext>
            </a:extLst>
          </p:cNvPr>
          <p:cNvSpPr>
            <a:spLocks noGrp="1" noChangeArrowheads="1"/>
          </p:cNvSpPr>
          <p:nvPr>
            <p:ph type="sldNum" sz="quarter" idx="12"/>
          </p:nvPr>
        </p:nvSpPr>
        <p:spPr>
          <a:ln/>
        </p:spPr>
        <p:txBody>
          <a:bodyPr/>
          <a:lstStyle>
            <a:lvl1pPr>
              <a:defRPr/>
            </a:lvl1pPr>
          </a:lstStyle>
          <a:p>
            <a:pPr>
              <a:defRPr/>
            </a:pPr>
            <a:fld id="{D9D596F8-A858-45FA-8CF6-B27E8A3BF801}" type="slidenum">
              <a:rPr lang="en-GB" altLang="en-US"/>
              <a:pPr>
                <a:defRPr/>
              </a:pPr>
              <a:t>‹#›</a:t>
            </a:fld>
            <a:endParaRPr lang="en-GB" altLang="en-US"/>
          </a:p>
        </p:txBody>
      </p:sp>
    </p:spTree>
    <p:extLst>
      <p:ext uri="{BB962C8B-B14F-4D97-AF65-F5344CB8AC3E}">
        <p14:creationId xmlns:p14="http://schemas.microsoft.com/office/powerpoint/2010/main" val="1681200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9">
            <a:extLst>
              <a:ext uri="{FF2B5EF4-FFF2-40B4-BE49-F238E27FC236}">
                <a16:creationId xmlns:a16="http://schemas.microsoft.com/office/drawing/2014/main" id="{B4409A38-2092-DB1C-8EAC-6D916EA24156}"/>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140">
            <a:extLst>
              <a:ext uri="{FF2B5EF4-FFF2-40B4-BE49-F238E27FC236}">
                <a16:creationId xmlns:a16="http://schemas.microsoft.com/office/drawing/2014/main" id="{EA8AC79B-2380-E467-961E-8695D886D2B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141">
            <a:extLst>
              <a:ext uri="{FF2B5EF4-FFF2-40B4-BE49-F238E27FC236}">
                <a16:creationId xmlns:a16="http://schemas.microsoft.com/office/drawing/2014/main" id="{FC47834D-EC54-3C1A-0339-80042FDC4F89}"/>
              </a:ext>
            </a:extLst>
          </p:cNvPr>
          <p:cNvSpPr>
            <a:spLocks noGrp="1" noChangeArrowheads="1"/>
          </p:cNvSpPr>
          <p:nvPr>
            <p:ph type="sldNum" sz="quarter" idx="12"/>
          </p:nvPr>
        </p:nvSpPr>
        <p:spPr>
          <a:ln/>
        </p:spPr>
        <p:txBody>
          <a:bodyPr/>
          <a:lstStyle>
            <a:lvl1pPr>
              <a:defRPr/>
            </a:lvl1pPr>
          </a:lstStyle>
          <a:p>
            <a:pPr>
              <a:defRPr/>
            </a:pPr>
            <a:fld id="{BCB8E23A-BF79-41C8-960A-B8A67B11006D}" type="slidenum">
              <a:rPr lang="en-GB" altLang="en-US"/>
              <a:pPr>
                <a:defRPr/>
              </a:pPr>
              <a:t>‹#›</a:t>
            </a:fld>
            <a:endParaRPr lang="en-GB" altLang="en-US"/>
          </a:p>
        </p:txBody>
      </p:sp>
    </p:spTree>
    <p:extLst>
      <p:ext uri="{BB962C8B-B14F-4D97-AF65-F5344CB8AC3E}">
        <p14:creationId xmlns:p14="http://schemas.microsoft.com/office/powerpoint/2010/main" val="2884360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9">
            <a:extLst>
              <a:ext uri="{FF2B5EF4-FFF2-40B4-BE49-F238E27FC236}">
                <a16:creationId xmlns:a16="http://schemas.microsoft.com/office/drawing/2014/main" id="{CB24A11E-4097-AD74-AFE6-F6AA614E3483}"/>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140">
            <a:extLst>
              <a:ext uri="{FF2B5EF4-FFF2-40B4-BE49-F238E27FC236}">
                <a16:creationId xmlns:a16="http://schemas.microsoft.com/office/drawing/2014/main" id="{C0B11725-701B-BE2F-EE7A-ABC1B91A948D}"/>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141">
            <a:extLst>
              <a:ext uri="{FF2B5EF4-FFF2-40B4-BE49-F238E27FC236}">
                <a16:creationId xmlns:a16="http://schemas.microsoft.com/office/drawing/2014/main" id="{95448D67-B3DB-7515-3DED-630817671630}"/>
              </a:ext>
            </a:extLst>
          </p:cNvPr>
          <p:cNvSpPr>
            <a:spLocks noGrp="1" noChangeArrowheads="1"/>
          </p:cNvSpPr>
          <p:nvPr>
            <p:ph type="sldNum" sz="quarter" idx="12"/>
          </p:nvPr>
        </p:nvSpPr>
        <p:spPr>
          <a:ln/>
        </p:spPr>
        <p:txBody>
          <a:bodyPr/>
          <a:lstStyle>
            <a:lvl1pPr>
              <a:defRPr/>
            </a:lvl1pPr>
          </a:lstStyle>
          <a:p>
            <a:pPr>
              <a:defRPr/>
            </a:pPr>
            <a:fld id="{4A269971-AF9F-43DE-8208-9AD67383A901}" type="slidenum">
              <a:rPr lang="en-GB" altLang="en-US"/>
              <a:pPr>
                <a:defRPr/>
              </a:pPr>
              <a:t>‹#›</a:t>
            </a:fld>
            <a:endParaRPr lang="en-GB" altLang="en-US"/>
          </a:p>
        </p:txBody>
      </p:sp>
    </p:spTree>
    <p:extLst>
      <p:ext uri="{BB962C8B-B14F-4D97-AF65-F5344CB8AC3E}">
        <p14:creationId xmlns:p14="http://schemas.microsoft.com/office/powerpoint/2010/main" val="2591849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9">
            <a:extLst>
              <a:ext uri="{FF2B5EF4-FFF2-40B4-BE49-F238E27FC236}">
                <a16:creationId xmlns:a16="http://schemas.microsoft.com/office/drawing/2014/main" id="{9C1BA74D-2E70-EA54-B523-FF9E7564531C}"/>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140">
            <a:extLst>
              <a:ext uri="{FF2B5EF4-FFF2-40B4-BE49-F238E27FC236}">
                <a16:creationId xmlns:a16="http://schemas.microsoft.com/office/drawing/2014/main" id="{04E294C4-65BB-EB92-6A6F-5FFA534A867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141">
            <a:extLst>
              <a:ext uri="{FF2B5EF4-FFF2-40B4-BE49-F238E27FC236}">
                <a16:creationId xmlns:a16="http://schemas.microsoft.com/office/drawing/2014/main" id="{77D33033-42A7-9BED-1AA3-07FB530042F4}"/>
              </a:ext>
            </a:extLst>
          </p:cNvPr>
          <p:cNvSpPr>
            <a:spLocks noGrp="1" noChangeArrowheads="1"/>
          </p:cNvSpPr>
          <p:nvPr>
            <p:ph type="sldNum" sz="quarter" idx="12"/>
          </p:nvPr>
        </p:nvSpPr>
        <p:spPr>
          <a:ln/>
        </p:spPr>
        <p:txBody>
          <a:bodyPr/>
          <a:lstStyle>
            <a:lvl1pPr>
              <a:defRPr/>
            </a:lvl1pPr>
          </a:lstStyle>
          <a:p>
            <a:pPr>
              <a:defRPr/>
            </a:pPr>
            <a:fld id="{02E23383-AF78-42A0-96C1-26AA8686F6EE}" type="slidenum">
              <a:rPr lang="en-GB" altLang="en-US"/>
              <a:pPr>
                <a:defRPr/>
              </a:pPr>
              <a:t>‹#›</a:t>
            </a:fld>
            <a:endParaRPr lang="en-GB" altLang="en-US"/>
          </a:p>
        </p:txBody>
      </p:sp>
    </p:spTree>
    <p:extLst>
      <p:ext uri="{BB962C8B-B14F-4D97-AF65-F5344CB8AC3E}">
        <p14:creationId xmlns:p14="http://schemas.microsoft.com/office/powerpoint/2010/main" val="2779980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1625"/>
            <a:ext cx="1943100" cy="57943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01625"/>
            <a:ext cx="5676900" cy="5794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9">
            <a:extLst>
              <a:ext uri="{FF2B5EF4-FFF2-40B4-BE49-F238E27FC236}">
                <a16:creationId xmlns:a16="http://schemas.microsoft.com/office/drawing/2014/main" id="{EC8F0B76-E25B-4A91-10A6-4BC037A9152C}"/>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140">
            <a:extLst>
              <a:ext uri="{FF2B5EF4-FFF2-40B4-BE49-F238E27FC236}">
                <a16:creationId xmlns:a16="http://schemas.microsoft.com/office/drawing/2014/main" id="{2B370176-977E-F7C7-9576-8CAF9A0C1D81}"/>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141">
            <a:extLst>
              <a:ext uri="{FF2B5EF4-FFF2-40B4-BE49-F238E27FC236}">
                <a16:creationId xmlns:a16="http://schemas.microsoft.com/office/drawing/2014/main" id="{105798AD-75EB-2A15-C169-5F51B8DE9331}"/>
              </a:ext>
            </a:extLst>
          </p:cNvPr>
          <p:cNvSpPr>
            <a:spLocks noGrp="1" noChangeArrowheads="1"/>
          </p:cNvSpPr>
          <p:nvPr>
            <p:ph type="sldNum" sz="quarter" idx="12"/>
          </p:nvPr>
        </p:nvSpPr>
        <p:spPr>
          <a:ln/>
        </p:spPr>
        <p:txBody>
          <a:bodyPr/>
          <a:lstStyle>
            <a:lvl1pPr>
              <a:defRPr/>
            </a:lvl1pPr>
          </a:lstStyle>
          <a:p>
            <a:pPr>
              <a:defRPr/>
            </a:pPr>
            <a:fld id="{4C8257AE-C482-4DC9-B3D6-6125F215957B}" type="slidenum">
              <a:rPr lang="en-GB" altLang="en-US"/>
              <a:pPr>
                <a:defRPr/>
              </a:pPr>
              <a:t>‹#›</a:t>
            </a:fld>
            <a:endParaRPr lang="en-GB" altLang="en-US"/>
          </a:p>
        </p:txBody>
      </p:sp>
    </p:spTree>
    <p:extLst>
      <p:ext uri="{BB962C8B-B14F-4D97-AF65-F5344CB8AC3E}">
        <p14:creationId xmlns:p14="http://schemas.microsoft.com/office/powerpoint/2010/main" val="3283061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0E3126A-4A37-4BD8-AFC4-2C7AE6E3EA80}" type="slidenum">
              <a:rPr lang="en-US" altLang="en-US" smtClean="0"/>
              <a:pPr>
                <a:defRPr/>
              </a:pPr>
              <a:t>‹#›</a:t>
            </a:fld>
            <a:endParaRPr lang="en-US" altLang="en-US"/>
          </a:p>
        </p:txBody>
      </p:sp>
    </p:spTree>
    <p:extLst>
      <p:ext uri="{BB962C8B-B14F-4D97-AF65-F5344CB8AC3E}">
        <p14:creationId xmlns:p14="http://schemas.microsoft.com/office/powerpoint/2010/main" val="4565101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94444E9-F4D5-497B-B33A-CF519746F84A}" type="slidenum">
              <a:rPr lang="en-US" altLang="en-US" smtClean="0"/>
              <a:pPr>
                <a:defRPr/>
              </a:pPr>
              <a:t>‹#›</a:t>
            </a:fld>
            <a:endParaRPr lang="en-US" altLang="en-US"/>
          </a:p>
        </p:txBody>
      </p:sp>
    </p:spTree>
    <p:extLst>
      <p:ext uri="{BB962C8B-B14F-4D97-AF65-F5344CB8AC3E}">
        <p14:creationId xmlns:p14="http://schemas.microsoft.com/office/powerpoint/2010/main" val="236730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28384F1-138D-4438-8CA2-FFBB09657839}" type="slidenum">
              <a:rPr lang="en-US" altLang="en-US" smtClean="0"/>
              <a:pPr>
                <a:defRPr/>
              </a:pPr>
              <a:t>‹#›</a:t>
            </a:fld>
            <a:endParaRPr lang="en-US" altLang="en-US"/>
          </a:p>
        </p:txBody>
      </p:sp>
    </p:spTree>
    <p:extLst>
      <p:ext uri="{BB962C8B-B14F-4D97-AF65-F5344CB8AC3E}">
        <p14:creationId xmlns:p14="http://schemas.microsoft.com/office/powerpoint/2010/main" val="27491707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F45F06A-B9B6-46B6-92F3-A9FEA6CBCBE1}" type="slidenum">
              <a:rPr lang="en-US" altLang="en-US" smtClean="0"/>
              <a:pPr>
                <a:defRPr/>
              </a:pPr>
              <a:t>‹#›</a:t>
            </a:fld>
            <a:endParaRPr lang="en-US" altLang="en-US"/>
          </a:p>
        </p:txBody>
      </p:sp>
    </p:spTree>
    <p:extLst>
      <p:ext uri="{BB962C8B-B14F-4D97-AF65-F5344CB8AC3E}">
        <p14:creationId xmlns:p14="http://schemas.microsoft.com/office/powerpoint/2010/main" val="35893698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71037BD8-A23B-4B3D-8FAC-1EC58C91BBB8}" type="slidenum">
              <a:rPr lang="en-US" altLang="en-US" smtClean="0"/>
              <a:pPr>
                <a:defRPr/>
              </a:pPr>
              <a:t>‹#›</a:t>
            </a:fld>
            <a:endParaRPr lang="en-US" altLang="en-US"/>
          </a:p>
        </p:txBody>
      </p:sp>
    </p:spTree>
    <p:extLst>
      <p:ext uri="{BB962C8B-B14F-4D97-AF65-F5344CB8AC3E}">
        <p14:creationId xmlns:p14="http://schemas.microsoft.com/office/powerpoint/2010/main" val="17375029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2E1754E7-ADB8-4F70-BD85-E7070D54F710}" type="slidenum">
              <a:rPr lang="en-US" altLang="en-US" smtClean="0"/>
              <a:pPr>
                <a:defRPr/>
              </a:pPr>
              <a:t>‹#›</a:t>
            </a:fld>
            <a:endParaRPr lang="en-US" altLang="en-US"/>
          </a:p>
        </p:txBody>
      </p:sp>
    </p:spTree>
    <p:extLst>
      <p:ext uri="{BB962C8B-B14F-4D97-AF65-F5344CB8AC3E}">
        <p14:creationId xmlns:p14="http://schemas.microsoft.com/office/powerpoint/2010/main" val="1549190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A2923F9C-CB68-48FC-BFEA-09EFB7250260}" type="slidenum">
              <a:rPr lang="en-US" altLang="en-US" smtClean="0"/>
              <a:pPr>
                <a:defRPr/>
              </a:pPr>
              <a:t>‹#›</a:t>
            </a:fld>
            <a:endParaRPr lang="en-US" altLang="en-US"/>
          </a:p>
        </p:txBody>
      </p:sp>
    </p:spTree>
    <p:extLst>
      <p:ext uri="{BB962C8B-B14F-4D97-AF65-F5344CB8AC3E}">
        <p14:creationId xmlns:p14="http://schemas.microsoft.com/office/powerpoint/2010/main" val="33301343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8C747F5-27C4-4803-87A9-30CE66FD55F1}" type="slidenum">
              <a:rPr lang="en-US" altLang="en-US" smtClean="0"/>
              <a:pPr>
                <a:defRPr/>
              </a:pPr>
              <a:t>‹#›</a:t>
            </a:fld>
            <a:endParaRPr lang="en-US" altLang="en-US"/>
          </a:p>
        </p:txBody>
      </p:sp>
    </p:spTree>
    <p:extLst>
      <p:ext uri="{BB962C8B-B14F-4D97-AF65-F5344CB8AC3E}">
        <p14:creationId xmlns:p14="http://schemas.microsoft.com/office/powerpoint/2010/main" val="1892704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7288195-501F-4BBC-B15A-BF561DE6BE97}" type="slidenum">
              <a:rPr lang="en-US" altLang="en-US" smtClean="0"/>
              <a:pPr>
                <a:defRPr/>
              </a:pPr>
              <a:t>‹#›</a:t>
            </a:fld>
            <a:endParaRPr lang="en-US" altLang="en-US"/>
          </a:p>
        </p:txBody>
      </p:sp>
    </p:spTree>
    <p:extLst>
      <p:ext uri="{BB962C8B-B14F-4D97-AF65-F5344CB8AC3E}">
        <p14:creationId xmlns:p14="http://schemas.microsoft.com/office/powerpoint/2010/main" val="13630246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6726543E-B32B-4A39-A6CF-FA2F9B00E30C}" type="slidenum">
              <a:rPr lang="en-GB" altLang="en-US" smtClean="0"/>
              <a:pPr>
                <a:defRPr/>
              </a:pPr>
              <a:t>‹#›</a:t>
            </a:fld>
            <a:endParaRPr lang="en-GB" altLang="en-US"/>
          </a:p>
        </p:txBody>
      </p:sp>
    </p:spTree>
    <p:extLst>
      <p:ext uri="{BB962C8B-B14F-4D97-AF65-F5344CB8AC3E}">
        <p14:creationId xmlns:p14="http://schemas.microsoft.com/office/powerpoint/2010/main" val="29194303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6726543E-B32B-4A39-A6CF-FA2F9B00E30C}" type="slidenum">
              <a:rPr lang="en-GB" altLang="en-US" smtClean="0"/>
              <a:pPr>
                <a:defRPr/>
              </a:pPr>
              <a:t>‹#›</a:t>
            </a:fld>
            <a:endParaRPr lang="en-GB" alt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03457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6726543E-B32B-4A39-A6CF-FA2F9B00E30C}" type="slidenum">
              <a:rPr lang="en-GB" altLang="en-US" smtClean="0"/>
              <a:pPr>
                <a:defRPr/>
              </a:pPr>
              <a:t>‹#›</a:t>
            </a:fld>
            <a:endParaRPr lang="en-GB" altLang="en-US"/>
          </a:p>
        </p:txBody>
      </p:sp>
    </p:spTree>
    <p:extLst>
      <p:ext uri="{BB962C8B-B14F-4D97-AF65-F5344CB8AC3E}">
        <p14:creationId xmlns:p14="http://schemas.microsoft.com/office/powerpoint/2010/main" val="40301220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6726543E-B32B-4A39-A6CF-FA2F9B00E30C}" type="slidenum">
              <a:rPr lang="en-GB" altLang="en-US" smtClean="0"/>
              <a:pPr>
                <a:defRPr/>
              </a:pPr>
              <a:t>‹#›</a:t>
            </a:fld>
            <a:endParaRPr lang="en-GB" alt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112609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6726543E-B32B-4A39-A6CF-FA2F9B00E30C}" type="slidenum">
              <a:rPr lang="en-GB" altLang="en-US" smtClean="0"/>
              <a:pPr>
                <a:defRPr/>
              </a:pPr>
              <a:t>‹#›</a:t>
            </a:fld>
            <a:endParaRPr lang="en-GB" altLang="en-US"/>
          </a:p>
        </p:txBody>
      </p:sp>
    </p:spTree>
    <p:extLst>
      <p:ext uri="{BB962C8B-B14F-4D97-AF65-F5344CB8AC3E}">
        <p14:creationId xmlns:p14="http://schemas.microsoft.com/office/powerpoint/2010/main" val="27351470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5386428-EC36-4609-80BB-D0914FFDE710}" type="slidenum">
              <a:rPr lang="en-US" altLang="en-US" smtClean="0"/>
              <a:pPr>
                <a:defRPr/>
              </a:pPr>
              <a:t>‹#›</a:t>
            </a:fld>
            <a:endParaRPr lang="en-US" altLang="en-US"/>
          </a:p>
        </p:txBody>
      </p:sp>
    </p:spTree>
    <p:extLst>
      <p:ext uri="{BB962C8B-B14F-4D97-AF65-F5344CB8AC3E}">
        <p14:creationId xmlns:p14="http://schemas.microsoft.com/office/powerpoint/2010/main" val="12599686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42ED278-DD75-400B-9D65-CFB48DCE1010}" type="slidenum">
              <a:rPr lang="en-US" altLang="en-US" smtClean="0"/>
              <a:pPr>
                <a:defRPr/>
              </a:pPr>
              <a:t>‹#›</a:t>
            </a:fld>
            <a:endParaRPr lang="en-US" altLang="en-US"/>
          </a:p>
        </p:txBody>
      </p:sp>
    </p:spTree>
    <p:extLst>
      <p:ext uri="{BB962C8B-B14F-4D97-AF65-F5344CB8AC3E}">
        <p14:creationId xmlns:p14="http://schemas.microsoft.com/office/powerpoint/2010/main" val="35494257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cSld name="1_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5700789"/>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681DD1D8-7A7E-234D-7782-57A1EE173842}"/>
              </a:ext>
            </a:extLst>
          </p:cNvPr>
          <p:cNvGrpSpPr>
            <a:grpSpLocks/>
          </p:cNvGrpSpPr>
          <p:nvPr/>
        </p:nvGrpSpPr>
        <p:grpSpPr bwMode="auto">
          <a:xfrm>
            <a:off x="6303963" y="0"/>
            <a:ext cx="2840037" cy="3254375"/>
            <a:chOff x="3115" y="0"/>
            <a:chExt cx="2170" cy="2486"/>
          </a:xfrm>
        </p:grpSpPr>
        <p:grpSp>
          <p:nvGrpSpPr>
            <p:cNvPr id="1032" name="Group 3">
              <a:extLst>
                <a:ext uri="{FF2B5EF4-FFF2-40B4-BE49-F238E27FC236}">
                  <a16:creationId xmlns:a16="http://schemas.microsoft.com/office/drawing/2014/main" id="{A27DCAD7-7C9F-2AE6-597C-DE7CB24C7538}"/>
                </a:ext>
              </a:extLst>
            </p:cNvPr>
            <p:cNvGrpSpPr>
              <a:grpSpLocks/>
            </p:cNvGrpSpPr>
            <p:nvPr/>
          </p:nvGrpSpPr>
          <p:grpSpPr bwMode="auto">
            <a:xfrm>
              <a:off x="4080" y="1910"/>
              <a:ext cx="768" cy="576"/>
              <a:chOff x="0" y="0"/>
              <a:chExt cx="768" cy="576"/>
            </a:xfrm>
          </p:grpSpPr>
          <p:sp>
            <p:nvSpPr>
              <p:cNvPr id="4236" name="Oval 4">
                <a:extLst>
                  <a:ext uri="{FF2B5EF4-FFF2-40B4-BE49-F238E27FC236}">
                    <a16:creationId xmlns:a16="http://schemas.microsoft.com/office/drawing/2014/main" id="{1F4C6C69-5069-3342-1679-4FDC067E0834}"/>
                  </a:ext>
                </a:extLst>
              </p:cNvPr>
              <p:cNvSpPr>
                <a:spLocks noChangeArrowheads="1"/>
              </p:cNvSpPr>
              <p:nvPr/>
            </p:nvSpPr>
            <p:spPr bwMode="hidden">
              <a:xfrm>
                <a:off x="3" y="0"/>
                <a:ext cx="768" cy="576"/>
              </a:xfrm>
              <a:prstGeom prst="ellipse">
                <a:avLst/>
              </a:prstGeom>
              <a:gradFill rotWithShape="0">
                <a:gsLst>
                  <a:gs pos="0">
                    <a:schemeClr val="bg2"/>
                  </a:gs>
                  <a:gs pos="100000">
                    <a:schemeClr val="bg1"/>
                  </a:gs>
                </a:gsLst>
                <a:path path="shape">
                  <a:fillToRect l="50000" t="50000" r="50000" b="50000"/>
                </a:path>
              </a:gra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p>
            </p:txBody>
          </p:sp>
          <p:sp>
            <p:nvSpPr>
              <p:cNvPr id="4237" name="Oval 5">
                <a:extLst>
                  <a:ext uri="{FF2B5EF4-FFF2-40B4-BE49-F238E27FC236}">
                    <a16:creationId xmlns:a16="http://schemas.microsoft.com/office/drawing/2014/main" id="{86AF0125-4378-0A21-045F-8700A30C1085}"/>
                  </a:ext>
                </a:extLst>
              </p:cNvPr>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p>
            </p:txBody>
          </p:sp>
        </p:grpSp>
        <p:grpSp>
          <p:nvGrpSpPr>
            <p:cNvPr id="1033" name="Group 6">
              <a:extLst>
                <a:ext uri="{FF2B5EF4-FFF2-40B4-BE49-F238E27FC236}">
                  <a16:creationId xmlns:a16="http://schemas.microsoft.com/office/drawing/2014/main" id="{AAFB352C-1479-0515-5E7B-69AF694B6970}"/>
                </a:ext>
              </a:extLst>
            </p:cNvPr>
            <p:cNvGrpSpPr>
              <a:grpSpLocks/>
            </p:cNvGrpSpPr>
            <p:nvPr/>
          </p:nvGrpSpPr>
          <p:grpSpPr bwMode="auto">
            <a:xfrm>
              <a:off x="4257" y="1103"/>
              <a:ext cx="768" cy="576"/>
              <a:chOff x="0" y="0"/>
              <a:chExt cx="768" cy="576"/>
            </a:xfrm>
          </p:grpSpPr>
          <p:sp>
            <p:nvSpPr>
              <p:cNvPr id="4234" name="Oval 7">
                <a:extLst>
                  <a:ext uri="{FF2B5EF4-FFF2-40B4-BE49-F238E27FC236}">
                    <a16:creationId xmlns:a16="http://schemas.microsoft.com/office/drawing/2014/main" id="{01D541D2-2E8B-123B-1D6C-B9E4297AB118}"/>
                  </a:ext>
                </a:extLst>
              </p:cNvPr>
              <p:cNvSpPr>
                <a:spLocks noChangeArrowheads="1"/>
              </p:cNvSpPr>
              <p:nvPr/>
            </p:nvSpPr>
            <p:spPr bwMode="hidden">
              <a:xfrm>
                <a:off x="-3" y="3"/>
                <a:ext cx="771" cy="576"/>
              </a:xfrm>
              <a:prstGeom prst="ellipse">
                <a:avLst/>
              </a:prstGeom>
              <a:gradFill rotWithShape="0">
                <a:gsLst>
                  <a:gs pos="0">
                    <a:schemeClr val="bg2"/>
                  </a:gs>
                  <a:gs pos="100000">
                    <a:schemeClr val="bg1"/>
                  </a:gs>
                </a:gsLst>
                <a:path path="shape">
                  <a:fillToRect l="50000" t="50000" r="50000" b="50000"/>
                </a:path>
              </a:gra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p>
            </p:txBody>
          </p:sp>
          <p:sp>
            <p:nvSpPr>
              <p:cNvPr id="4235" name="Oval 8">
                <a:extLst>
                  <a:ext uri="{FF2B5EF4-FFF2-40B4-BE49-F238E27FC236}">
                    <a16:creationId xmlns:a16="http://schemas.microsoft.com/office/drawing/2014/main" id="{2DFB50BD-D4C3-F2BD-6BA2-2A5277C26A19}"/>
                  </a:ext>
                </a:extLst>
              </p:cNvPr>
              <p:cNvSpPr>
                <a:spLocks noChangeArrowheads="1"/>
              </p:cNvSpPr>
              <p:nvPr/>
            </p:nvSpPr>
            <p:spPr bwMode="hidden">
              <a:xfrm>
                <a:off x="276" y="254"/>
                <a:ext cx="186" cy="109"/>
              </a:xfrm>
              <a:prstGeom prst="ellipse">
                <a:avLst/>
              </a:prstGeom>
              <a:gradFill rotWithShape="0">
                <a:gsLst>
                  <a:gs pos="0">
                    <a:schemeClr val="accent1"/>
                  </a:gs>
                  <a:gs pos="100000">
                    <a:schemeClr val="bg2"/>
                  </a:gs>
                </a:gsLst>
                <a:path path="shape">
                  <a:fillToRect l="50000" t="50000" r="50000" b="50000"/>
                </a:path>
              </a:gra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p>
            </p:txBody>
          </p:sp>
        </p:grpSp>
        <p:grpSp>
          <p:nvGrpSpPr>
            <p:cNvPr id="1034" name="Group 9">
              <a:extLst>
                <a:ext uri="{FF2B5EF4-FFF2-40B4-BE49-F238E27FC236}">
                  <a16:creationId xmlns:a16="http://schemas.microsoft.com/office/drawing/2014/main" id="{75568F05-266E-D6E5-1BA9-FB5EFEAE15B3}"/>
                </a:ext>
              </a:extLst>
            </p:cNvPr>
            <p:cNvGrpSpPr>
              <a:grpSpLocks/>
            </p:cNvGrpSpPr>
            <p:nvPr/>
          </p:nvGrpSpPr>
          <p:grpSpPr bwMode="auto">
            <a:xfrm>
              <a:off x="3134" y="0"/>
              <a:ext cx="768" cy="576"/>
              <a:chOff x="0" y="0"/>
              <a:chExt cx="768" cy="576"/>
            </a:xfrm>
          </p:grpSpPr>
          <p:sp>
            <p:nvSpPr>
              <p:cNvPr id="4232" name="Oval 10">
                <a:extLst>
                  <a:ext uri="{FF2B5EF4-FFF2-40B4-BE49-F238E27FC236}">
                    <a16:creationId xmlns:a16="http://schemas.microsoft.com/office/drawing/2014/main" id="{0F5AF187-8722-2F7A-28AD-5703B445C1D1}"/>
                  </a:ext>
                </a:extLst>
              </p:cNvPr>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p>
            </p:txBody>
          </p:sp>
          <p:sp>
            <p:nvSpPr>
              <p:cNvPr id="4233" name="Oval 11">
                <a:extLst>
                  <a:ext uri="{FF2B5EF4-FFF2-40B4-BE49-F238E27FC236}">
                    <a16:creationId xmlns:a16="http://schemas.microsoft.com/office/drawing/2014/main" id="{E34473DE-210E-4002-AF5F-E24A62E4A84E}"/>
                  </a:ext>
                </a:extLst>
              </p:cNvPr>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p>
            </p:txBody>
          </p:sp>
        </p:grpSp>
        <p:grpSp>
          <p:nvGrpSpPr>
            <p:cNvPr id="1035" name="Group 12">
              <a:extLst>
                <a:ext uri="{FF2B5EF4-FFF2-40B4-BE49-F238E27FC236}">
                  <a16:creationId xmlns:a16="http://schemas.microsoft.com/office/drawing/2014/main" id="{02361D23-FB30-6852-1D62-7E23539F896A}"/>
                </a:ext>
              </a:extLst>
            </p:cNvPr>
            <p:cNvGrpSpPr>
              <a:grpSpLocks/>
            </p:cNvGrpSpPr>
            <p:nvPr/>
          </p:nvGrpSpPr>
          <p:grpSpPr bwMode="auto">
            <a:xfrm>
              <a:off x="3115" y="0"/>
              <a:ext cx="2170" cy="1702"/>
              <a:chOff x="3115" y="0"/>
              <a:chExt cx="2170" cy="1702"/>
            </a:xfrm>
          </p:grpSpPr>
          <p:grpSp>
            <p:nvGrpSpPr>
              <p:cNvPr id="1036" name="Group 13">
                <a:extLst>
                  <a:ext uri="{FF2B5EF4-FFF2-40B4-BE49-F238E27FC236}">
                    <a16:creationId xmlns:a16="http://schemas.microsoft.com/office/drawing/2014/main" id="{C0EBE5BC-E180-73D9-5F3C-B5BDA2EB35E0}"/>
                  </a:ext>
                </a:extLst>
              </p:cNvPr>
              <p:cNvGrpSpPr>
                <a:grpSpLocks/>
              </p:cNvGrpSpPr>
              <p:nvPr/>
            </p:nvGrpSpPr>
            <p:grpSpPr bwMode="auto">
              <a:xfrm>
                <a:off x="3640" y="308"/>
                <a:ext cx="1145" cy="844"/>
                <a:chOff x="1265" y="814"/>
                <a:chExt cx="2919" cy="2151"/>
              </a:xfrm>
            </p:grpSpPr>
            <p:sp>
              <p:nvSpPr>
                <p:cNvPr id="4230" name="Oval 14">
                  <a:extLst>
                    <a:ext uri="{FF2B5EF4-FFF2-40B4-BE49-F238E27FC236}">
                      <a16:creationId xmlns:a16="http://schemas.microsoft.com/office/drawing/2014/main" id="{5A6F58E9-74E5-279D-AF03-B565C07EF8FC}"/>
                    </a:ext>
                  </a:extLst>
                </p:cNvPr>
                <p:cNvSpPr>
                  <a:spLocks noChangeArrowheads="1"/>
                </p:cNvSpPr>
                <p:nvPr/>
              </p:nvSpPr>
              <p:spPr bwMode="hidden">
                <a:xfrm>
                  <a:off x="1266" y="814"/>
                  <a:ext cx="2919" cy="2151"/>
                </a:xfrm>
                <a:prstGeom prst="ellipse">
                  <a:avLst/>
                </a:prstGeom>
                <a:gradFill rotWithShape="0">
                  <a:gsLst>
                    <a:gs pos="0">
                      <a:schemeClr val="bg2"/>
                    </a:gs>
                    <a:gs pos="100000">
                      <a:schemeClr val="bg1"/>
                    </a:gs>
                  </a:gsLst>
                  <a:path path="shape">
                    <a:fillToRect l="50000" t="50000" r="50000" b="50000"/>
                  </a:path>
                </a:gra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p>
              </p:txBody>
            </p:sp>
            <p:sp>
              <p:nvSpPr>
                <p:cNvPr id="4231" name="Oval 15">
                  <a:extLst>
                    <a:ext uri="{FF2B5EF4-FFF2-40B4-BE49-F238E27FC236}">
                      <a16:creationId xmlns:a16="http://schemas.microsoft.com/office/drawing/2014/main" id="{2A103CCE-F3F1-C14D-10A0-6CDCD01BCB13}"/>
                    </a:ext>
                  </a:extLst>
                </p:cNvPr>
                <p:cNvSpPr>
                  <a:spLocks noChangeArrowheads="1"/>
                </p:cNvSpPr>
                <p:nvPr/>
              </p:nvSpPr>
              <p:spPr bwMode="hidden">
                <a:xfrm>
                  <a:off x="2382" y="1602"/>
                  <a:ext cx="578" cy="405"/>
                </a:xfrm>
                <a:prstGeom prst="ellipse">
                  <a:avLst/>
                </a:prstGeom>
                <a:gradFill rotWithShape="0">
                  <a:gsLst>
                    <a:gs pos="0">
                      <a:schemeClr val="accent2"/>
                    </a:gs>
                    <a:gs pos="100000">
                      <a:schemeClr val="bg2"/>
                    </a:gs>
                  </a:gsLst>
                  <a:path path="shape">
                    <a:fillToRect l="50000" t="50000" r="50000" b="50000"/>
                  </a:path>
                </a:gra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p>
              </p:txBody>
            </p:sp>
          </p:grpSp>
          <p:grpSp>
            <p:nvGrpSpPr>
              <p:cNvPr id="1037" name="Group 16">
                <a:extLst>
                  <a:ext uri="{FF2B5EF4-FFF2-40B4-BE49-F238E27FC236}">
                    <a16:creationId xmlns:a16="http://schemas.microsoft.com/office/drawing/2014/main" id="{4F8D691E-7DF2-F33E-EA04-D300ED216FD3}"/>
                  </a:ext>
                </a:extLst>
              </p:cNvPr>
              <p:cNvGrpSpPr>
                <a:grpSpLocks/>
              </p:cNvGrpSpPr>
              <p:nvPr/>
            </p:nvGrpSpPr>
            <p:grpSpPr bwMode="auto">
              <a:xfrm>
                <a:off x="3115" y="0"/>
                <a:ext cx="2145" cy="1702"/>
                <a:chOff x="3115" y="0"/>
                <a:chExt cx="2145" cy="1702"/>
              </a:xfrm>
            </p:grpSpPr>
            <p:grpSp>
              <p:nvGrpSpPr>
                <p:cNvPr id="1060" name="Group 17">
                  <a:extLst>
                    <a:ext uri="{FF2B5EF4-FFF2-40B4-BE49-F238E27FC236}">
                      <a16:creationId xmlns:a16="http://schemas.microsoft.com/office/drawing/2014/main" id="{FE2E7743-4272-5575-D091-6251BB61EC2E}"/>
                    </a:ext>
                  </a:extLst>
                </p:cNvPr>
                <p:cNvGrpSpPr>
                  <a:grpSpLocks/>
                </p:cNvGrpSpPr>
                <p:nvPr/>
              </p:nvGrpSpPr>
              <p:grpSpPr bwMode="auto">
                <a:xfrm>
                  <a:off x="4505" y="589"/>
                  <a:ext cx="493" cy="912"/>
                  <a:chOff x="3471" y="1530"/>
                  <a:chExt cx="1258" cy="2327"/>
                </a:xfrm>
              </p:grpSpPr>
              <p:sp>
                <p:nvSpPr>
                  <p:cNvPr id="1156" name="Freeform 18">
                    <a:extLst>
                      <a:ext uri="{FF2B5EF4-FFF2-40B4-BE49-F238E27FC236}">
                        <a16:creationId xmlns:a16="http://schemas.microsoft.com/office/drawing/2014/main" id="{D9BE6F57-BEE7-856C-3BC9-2149DAB7AEF4}"/>
                      </a:ext>
                    </a:extLst>
                  </p:cNvPr>
                  <p:cNvSpPr>
                    <a:spLocks/>
                  </p:cNvSpPr>
                  <p:nvPr/>
                </p:nvSpPr>
                <p:spPr bwMode="hidden">
                  <a:xfrm rot="2711884">
                    <a:off x="2778" y="2236"/>
                    <a:ext cx="1699" cy="313"/>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7" name="Freeform 19">
                    <a:extLst>
                      <a:ext uri="{FF2B5EF4-FFF2-40B4-BE49-F238E27FC236}">
                        <a16:creationId xmlns:a16="http://schemas.microsoft.com/office/drawing/2014/main" id="{FCDD899C-3CB7-8597-571B-010E4D2371C7}"/>
                      </a:ext>
                    </a:extLst>
                  </p:cNvPr>
                  <p:cNvSpPr>
                    <a:spLocks/>
                  </p:cNvSpPr>
                  <p:nvPr/>
                </p:nvSpPr>
                <p:spPr bwMode="hidden">
                  <a:xfrm rot="2711884">
                    <a:off x="4049" y="3120"/>
                    <a:ext cx="866" cy="486"/>
                  </a:xfrm>
                  <a:custGeom>
                    <a:avLst/>
                    <a:gdLst>
                      <a:gd name="T0" fmla="*/ 0 w 1769"/>
                      <a:gd name="T1" fmla="*/ 1 h 791"/>
                      <a:gd name="T2" fmla="*/ 0 w 1769"/>
                      <a:gd name="T3" fmla="*/ 1 h 791"/>
                      <a:gd name="T4" fmla="*/ 0 w 1769"/>
                      <a:gd name="T5" fmla="*/ 1 h 791"/>
                      <a:gd name="T6" fmla="*/ 0 w 1769"/>
                      <a:gd name="T7" fmla="*/ 1 h 791"/>
                      <a:gd name="T8" fmla="*/ 0 w 1769"/>
                      <a:gd name="T9" fmla="*/ 1 h 791"/>
                      <a:gd name="T10" fmla="*/ 0 w 1769"/>
                      <a:gd name="T11" fmla="*/ 1 h 791"/>
                      <a:gd name="T12" fmla="*/ 0 w 1769"/>
                      <a:gd name="T13" fmla="*/ 1 h 791"/>
                      <a:gd name="T14" fmla="*/ 0 w 1769"/>
                      <a:gd name="T15" fmla="*/ 1 h 791"/>
                      <a:gd name="T16" fmla="*/ 0 w 1769"/>
                      <a:gd name="T17" fmla="*/ 1 h 791"/>
                      <a:gd name="T18" fmla="*/ 0 w 1769"/>
                      <a:gd name="T19" fmla="*/ 1 h 791"/>
                      <a:gd name="T20" fmla="*/ 0 w 1769"/>
                      <a:gd name="T21" fmla="*/ 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1061" name="Group 20">
                  <a:extLst>
                    <a:ext uri="{FF2B5EF4-FFF2-40B4-BE49-F238E27FC236}">
                      <a16:creationId xmlns:a16="http://schemas.microsoft.com/office/drawing/2014/main" id="{3A43ED5C-DEFB-10A4-C44E-54FCE9C14B5B}"/>
                    </a:ext>
                  </a:extLst>
                </p:cNvPr>
                <p:cNvGrpSpPr>
                  <a:grpSpLocks/>
                </p:cNvGrpSpPr>
                <p:nvPr/>
              </p:nvGrpSpPr>
              <p:grpSpPr bwMode="auto">
                <a:xfrm>
                  <a:off x="4267" y="781"/>
                  <a:ext cx="966" cy="522"/>
                  <a:chOff x="2864" y="2019"/>
                  <a:chExt cx="2463" cy="1332"/>
                </a:xfrm>
              </p:grpSpPr>
              <p:sp>
                <p:nvSpPr>
                  <p:cNvPr id="1154" name="Freeform 21">
                    <a:extLst>
                      <a:ext uri="{FF2B5EF4-FFF2-40B4-BE49-F238E27FC236}">
                        <a16:creationId xmlns:a16="http://schemas.microsoft.com/office/drawing/2014/main" id="{354EB370-3481-EFE7-672C-6FA6BD1C3DAC}"/>
                      </a:ext>
                    </a:extLst>
                  </p:cNvPr>
                  <p:cNvSpPr>
                    <a:spLocks/>
                  </p:cNvSpPr>
                  <p:nvPr/>
                </p:nvSpPr>
                <p:spPr bwMode="hidden">
                  <a:xfrm rot="2104081">
                    <a:off x="2865" y="2019"/>
                    <a:ext cx="1812" cy="347"/>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55" name="Freeform 22">
                    <a:extLst>
                      <a:ext uri="{FF2B5EF4-FFF2-40B4-BE49-F238E27FC236}">
                        <a16:creationId xmlns:a16="http://schemas.microsoft.com/office/drawing/2014/main" id="{C0609662-712A-C774-1B75-1C8509441D34}"/>
                      </a:ext>
                    </a:extLst>
                  </p:cNvPr>
                  <p:cNvSpPr>
                    <a:spLocks/>
                  </p:cNvSpPr>
                  <p:nvPr/>
                </p:nvSpPr>
                <p:spPr bwMode="hidden">
                  <a:xfrm rot="2104081">
                    <a:off x="4352" y="2805"/>
                    <a:ext cx="974" cy="545"/>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62" name="Group 23">
                  <a:extLst>
                    <a:ext uri="{FF2B5EF4-FFF2-40B4-BE49-F238E27FC236}">
                      <a16:creationId xmlns:a16="http://schemas.microsoft.com/office/drawing/2014/main" id="{DA5DBC10-1716-8E85-E894-9C4E28B1A897}"/>
                    </a:ext>
                  </a:extLst>
                </p:cNvPr>
                <p:cNvGrpSpPr>
                  <a:grpSpLocks/>
                </p:cNvGrpSpPr>
                <p:nvPr/>
              </p:nvGrpSpPr>
              <p:grpSpPr bwMode="auto">
                <a:xfrm>
                  <a:off x="4280" y="707"/>
                  <a:ext cx="971" cy="417"/>
                  <a:chOff x="2897" y="1832"/>
                  <a:chExt cx="2477" cy="1064"/>
                </a:xfrm>
              </p:grpSpPr>
              <p:sp>
                <p:nvSpPr>
                  <p:cNvPr id="1152" name="Freeform 24">
                    <a:extLst>
                      <a:ext uri="{FF2B5EF4-FFF2-40B4-BE49-F238E27FC236}">
                        <a16:creationId xmlns:a16="http://schemas.microsoft.com/office/drawing/2014/main" id="{431F2EB4-9DEE-E8FB-BE04-A78586A73E42}"/>
                      </a:ext>
                    </a:extLst>
                  </p:cNvPr>
                  <p:cNvSpPr>
                    <a:spLocks/>
                  </p:cNvSpPr>
                  <p:nvPr/>
                </p:nvSpPr>
                <p:spPr bwMode="hidden">
                  <a:xfrm rot="1582915">
                    <a:off x="2896" y="1832"/>
                    <a:ext cx="1736" cy="303"/>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53" name="Freeform 25">
                    <a:extLst>
                      <a:ext uri="{FF2B5EF4-FFF2-40B4-BE49-F238E27FC236}">
                        <a16:creationId xmlns:a16="http://schemas.microsoft.com/office/drawing/2014/main" id="{753C7671-E9B9-7E9C-9415-CE00584C7A26}"/>
                      </a:ext>
                    </a:extLst>
                  </p:cNvPr>
                  <p:cNvSpPr>
                    <a:spLocks/>
                  </p:cNvSpPr>
                  <p:nvPr/>
                </p:nvSpPr>
                <p:spPr bwMode="hidden">
                  <a:xfrm rot="1582915">
                    <a:off x="4443" y="2420"/>
                    <a:ext cx="931" cy="477"/>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63" name="Group 26">
                  <a:extLst>
                    <a:ext uri="{FF2B5EF4-FFF2-40B4-BE49-F238E27FC236}">
                      <a16:creationId xmlns:a16="http://schemas.microsoft.com/office/drawing/2014/main" id="{558DE7C1-D30C-FAB8-15B8-47296F0D622C}"/>
                    </a:ext>
                  </a:extLst>
                </p:cNvPr>
                <p:cNvGrpSpPr>
                  <a:grpSpLocks/>
                </p:cNvGrpSpPr>
                <p:nvPr/>
              </p:nvGrpSpPr>
              <p:grpSpPr bwMode="auto">
                <a:xfrm>
                  <a:off x="4291" y="630"/>
                  <a:ext cx="969" cy="364"/>
                  <a:chOff x="2924" y="1636"/>
                  <a:chExt cx="2472" cy="927"/>
                </a:xfrm>
              </p:grpSpPr>
              <p:sp>
                <p:nvSpPr>
                  <p:cNvPr id="1150" name="Freeform 27">
                    <a:extLst>
                      <a:ext uri="{FF2B5EF4-FFF2-40B4-BE49-F238E27FC236}">
                        <a16:creationId xmlns:a16="http://schemas.microsoft.com/office/drawing/2014/main" id="{857A36CA-BF76-8C2B-5486-9F061293F7F8}"/>
                      </a:ext>
                    </a:extLst>
                  </p:cNvPr>
                  <p:cNvSpPr>
                    <a:spLocks/>
                  </p:cNvSpPr>
                  <p:nvPr/>
                </p:nvSpPr>
                <p:spPr bwMode="hidden">
                  <a:xfrm rot="1080363">
                    <a:off x="2907" y="1616"/>
                    <a:ext cx="1680" cy="346"/>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51" name="Freeform 28">
                    <a:extLst>
                      <a:ext uri="{FF2B5EF4-FFF2-40B4-BE49-F238E27FC236}">
                        <a16:creationId xmlns:a16="http://schemas.microsoft.com/office/drawing/2014/main" id="{CF2F695C-C17C-51C0-C84F-4B1A6822F9C4}"/>
                      </a:ext>
                    </a:extLst>
                  </p:cNvPr>
                  <p:cNvSpPr>
                    <a:spLocks/>
                  </p:cNvSpPr>
                  <p:nvPr/>
                </p:nvSpPr>
                <p:spPr bwMode="hidden">
                  <a:xfrm rot="1080363">
                    <a:off x="4488" y="2030"/>
                    <a:ext cx="891" cy="513"/>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64" name="Group 29">
                  <a:extLst>
                    <a:ext uri="{FF2B5EF4-FFF2-40B4-BE49-F238E27FC236}">
                      <a16:creationId xmlns:a16="http://schemas.microsoft.com/office/drawing/2014/main" id="{AE517176-5AFA-50D7-FC0C-9E6EEB3F41D1}"/>
                    </a:ext>
                  </a:extLst>
                </p:cNvPr>
                <p:cNvGrpSpPr>
                  <a:grpSpLocks/>
                </p:cNvGrpSpPr>
                <p:nvPr/>
              </p:nvGrpSpPr>
              <p:grpSpPr bwMode="auto">
                <a:xfrm>
                  <a:off x="4304" y="543"/>
                  <a:ext cx="918" cy="258"/>
                  <a:chOff x="2958" y="1414"/>
                  <a:chExt cx="2342" cy="657"/>
                </a:xfrm>
              </p:grpSpPr>
              <p:sp>
                <p:nvSpPr>
                  <p:cNvPr id="1148" name="Freeform 30">
                    <a:extLst>
                      <a:ext uri="{FF2B5EF4-FFF2-40B4-BE49-F238E27FC236}">
                        <a16:creationId xmlns:a16="http://schemas.microsoft.com/office/drawing/2014/main" id="{16D07CCC-5D40-B6A4-58CD-34EBF87B3CFF}"/>
                      </a:ext>
                    </a:extLst>
                  </p:cNvPr>
                  <p:cNvSpPr>
                    <a:spLocks/>
                  </p:cNvSpPr>
                  <p:nvPr/>
                </p:nvSpPr>
                <p:spPr bwMode="hidden">
                  <a:xfrm rot="463793">
                    <a:off x="2957" y="1415"/>
                    <a:ext cx="1544" cy="312"/>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49" name="Freeform 31">
                    <a:extLst>
                      <a:ext uri="{FF2B5EF4-FFF2-40B4-BE49-F238E27FC236}">
                        <a16:creationId xmlns:a16="http://schemas.microsoft.com/office/drawing/2014/main" id="{D982A544-1664-EA8A-571D-4EC0682AB7BD}"/>
                      </a:ext>
                    </a:extLst>
                  </p:cNvPr>
                  <p:cNvSpPr>
                    <a:spLocks/>
                  </p:cNvSpPr>
                  <p:nvPr/>
                </p:nvSpPr>
                <p:spPr bwMode="hidden">
                  <a:xfrm rot="463793">
                    <a:off x="4470" y="1581"/>
                    <a:ext cx="829" cy="442"/>
                  </a:xfrm>
                  <a:custGeom>
                    <a:avLst/>
                    <a:gdLst>
                      <a:gd name="T0" fmla="*/ 0 w 1769"/>
                      <a:gd name="T1" fmla="*/ 1 h 791"/>
                      <a:gd name="T2" fmla="*/ 0 w 1769"/>
                      <a:gd name="T3" fmla="*/ 1 h 791"/>
                      <a:gd name="T4" fmla="*/ 0 w 1769"/>
                      <a:gd name="T5" fmla="*/ 1 h 791"/>
                      <a:gd name="T6" fmla="*/ 0 w 1769"/>
                      <a:gd name="T7" fmla="*/ 1 h 791"/>
                      <a:gd name="T8" fmla="*/ 0 w 1769"/>
                      <a:gd name="T9" fmla="*/ 1 h 791"/>
                      <a:gd name="T10" fmla="*/ 0 w 1769"/>
                      <a:gd name="T11" fmla="*/ 1 h 791"/>
                      <a:gd name="T12" fmla="*/ 0 w 1769"/>
                      <a:gd name="T13" fmla="*/ 1 h 791"/>
                      <a:gd name="T14" fmla="*/ 0 w 1769"/>
                      <a:gd name="T15" fmla="*/ 1 h 791"/>
                      <a:gd name="T16" fmla="*/ 0 w 1769"/>
                      <a:gd name="T17" fmla="*/ 1 h 791"/>
                      <a:gd name="T18" fmla="*/ 0 w 1769"/>
                      <a:gd name="T19" fmla="*/ 1 h 791"/>
                      <a:gd name="T20" fmla="*/ 0 w 1769"/>
                      <a:gd name="T21" fmla="*/ 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65" name="Group 32">
                  <a:extLst>
                    <a:ext uri="{FF2B5EF4-FFF2-40B4-BE49-F238E27FC236}">
                      <a16:creationId xmlns:a16="http://schemas.microsoft.com/office/drawing/2014/main" id="{9DC91EA5-2D62-9442-0C00-AEDC9B3917FC}"/>
                    </a:ext>
                  </a:extLst>
                </p:cNvPr>
                <p:cNvGrpSpPr>
                  <a:grpSpLocks/>
                </p:cNvGrpSpPr>
                <p:nvPr/>
              </p:nvGrpSpPr>
              <p:grpSpPr bwMode="auto">
                <a:xfrm>
                  <a:off x="4314" y="487"/>
                  <a:ext cx="843" cy="134"/>
                  <a:chOff x="2983" y="1269"/>
                  <a:chExt cx="2150" cy="343"/>
                </a:xfrm>
              </p:grpSpPr>
              <p:sp>
                <p:nvSpPr>
                  <p:cNvPr id="1146" name="Freeform 33">
                    <a:extLst>
                      <a:ext uri="{FF2B5EF4-FFF2-40B4-BE49-F238E27FC236}">
                        <a16:creationId xmlns:a16="http://schemas.microsoft.com/office/drawing/2014/main" id="{C2ECDDC3-5E6C-7954-C328-C6064E2CCE8B}"/>
                      </a:ext>
                    </a:extLst>
                  </p:cNvPr>
                  <p:cNvSpPr>
                    <a:spLocks/>
                  </p:cNvSpPr>
                  <p:nvPr/>
                </p:nvSpPr>
                <p:spPr bwMode="hidden">
                  <a:xfrm rot="-84182">
                    <a:off x="2982" y="1286"/>
                    <a:ext cx="1404" cy="220"/>
                  </a:xfrm>
                  <a:custGeom>
                    <a:avLst/>
                    <a:gdLst>
                      <a:gd name="T0" fmla="*/ 0 w 2736"/>
                      <a:gd name="T1" fmla="*/ 0 h 504"/>
                      <a:gd name="T2" fmla="*/ 1 w 2736"/>
                      <a:gd name="T3" fmla="*/ 0 h 504"/>
                      <a:gd name="T4" fmla="*/ 1 w 2736"/>
                      <a:gd name="T5" fmla="*/ 0 h 504"/>
                      <a:gd name="T6" fmla="*/ 1 w 2736"/>
                      <a:gd name="T7" fmla="*/ 0 h 504"/>
                      <a:gd name="T8" fmla="*/ 1 w 2736"/>
                      <a:gd name="T9" fmla="*/ 0 h 504"/>
                      <a:gd name="T10" fmla="*/ 1 w 2736"/>
                      <a:gd name="T11" fmla="*/ 0 h 504"/>
                      <a:gd name="T12" fmla="*/ 1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47" name="Freeform 34">
                    <a:extLst>
                      <a:ext uri="{FF2B5EF4-FFF2-40B4-BE49-F238E27FC236}">
                        <a16:creationId xmlns:a16="http://schemas.microsoft.com/office/drawing/2014/main" id="{803BF5C1-C7EE-EC0B-89D3-581D21D30600}"/>
                      </a:ext>
                    </a:extLst>
                  </p:cNvPr>
                  <p:cNvSpPr>
                    <a:spLocks/>
                  </p:cNvSpPr>
                  <p:nvPr/>
                </p:nvSpPr>
                <p:spPr bwMode="hidden">
                  <a:xfrm rot="-84182">
                    <a:off x="4377" y="1249"/>
                    <a:ext cx="755" cy="363"/>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66" name="Group 35">
                  <a:extLst>
                    <a:ext uri="{FF2B5EF4-FFF2-40B4-BE49-F238E27FC236}">
                      <a16:creationId xmlns:a16="http://schemas.microsoft.com/office/drawing/2014/main" id="{BDCE1C37-73B1-C87D-784C-F83E1ADCF87A}"/>
                    </a:ext>
                  </a:extLst>
                </p:cNvPr>
                <p:cNvGrpSpPr>
                  <a:grpSpLocks/>
                </p:cNvGrpSpPr>
                <p:nvPr/>
              </p:nvGrpSpPr>
              <p:grpSpPr bwMode="auto">
                <a:xfrm>
                  <a:off x="4296" y="349"/>
                  <a:ext cx="737" cy="167"/>
                  <a:chOff x="2938" y="917"/>
                  <a:chExt cx="1879" cy="427"/>
                </a:xfrm>
              </p:grpSpPr>
              <p:sp>
                <p:nvSpPr>
                  <p:cNvPr id="1144" name="Freeform 36">
                    <a:extLst>
                      <a:ext uri="{FF2B5EF4-FFF2-40B4-BE49-F238E27FC236}">
                        <a16:creationId xmlns:a16="http://schemas.microsoft.com/office/drawing/2014/main" id="{4F69101B-6299-6DC1-4B06-7B74EA3A1FD3}"/>
                      </a:ext>
                    </a:extLst>
                  </p:cNvPr>
                  <p:cNvSpPr>
                    <a:spLocks/>
                  </p:cNvSpPr>
                  <p:nvPr/>
                </p:nvSpPr>
                <p:spPr bwMode="hidden">
                  <a:xfrm rot="-802576">
                    <a:off x="2877" y="1128"/>
                    <a:ext cx="1271" cy="202"/>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45" name="Freeform 37">
                    <a:extLst>
                      <a:ext uri="{FF2B5EF4-FFF2-40B4-BE49-F238E27FC236}">
                        <a16:creationId xmlns:a16="http://schemas.microsoft.com/office/drawing/2014/main" id="{E035C6B6-B63E-DF14-1F6E-471D4EB3E6A8}"/>
                      </a:ext>
                    </a:extLst>
                  </p:cNvPr>
                  <p:cNvSpPr>
                    <a:spLocks/>
                  </p:cNvSpPr>
                  <p:nvPr/>
                </p:nvSpPr>
                <p:spPr bwMode="hidden">
                  <a:xfrm rot="-802576">
                    <a:off x="4148" y="918"/>
                    <a:ext cx="668" cy="335"/>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67" name="Group 38">
                  <a:extLst>
                    <a:ext uri="{FF2B5EF4-FFF2-40B4-BE49-F238E27FC236}">
                      <a16:creationId xmlns:a16="http://schemas.microsoft.com/office/drawing/2014/main" id="{611E3D2E-651D-DE8E-CD55-E342F907DBAE}"/>
                    </a:ext>
                  </a:extLst>
                </p:cNvPr>
                <p:cNvGrpSpPr>
                  <a:grpSpLocks/>
                </p:cNvGrpSpPr>
                <p:nvPr/>
              </p:nvGrpSpPr>
              <p:grpSpPr bwMode="auto">
                <a:xfrm>
                  <a:off x="3394" y="637"/>
                  <a:ext cx="493" cy="912"/>
                  <a:chOff x="637" y="1653"/>
                  <a:chExt cx="1257" cy="2326"/>
                </a:xfrm>
              </p:grpSpPr>
              <p:sp>
                <p:nvSpPr>
                  <p:cNvPr id="1142" name="Freeform 39">
                    <a:extLst>
                      <a:ext uri="{FF2B5EF4-FFF2-40B4-BE49-F238E27FC236}">
                        <a16:creationId xmlns:a16="http://schemas.microsoft.com/office/drawing/2014/main" id="{C86D6CB7-8053-473C-6B13-BC777627DE44}"/>
                      </a:ext>
                    </a:extLst>
                  </p:cNvPr>
                  <p:cNvSpPr>
                    <a:spLocks/>
                  </p:cNvSpPr>
                  <p:nvPr/>
                </p:nvSpPr>
                <p:spPr bwMode="hidden">
                  <a:xfrm rot="18888116" flipH="1">
                    <a:off x="866" y="2351"/>
                    <a:ext cx="1726" cy="297"/>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43" name="Freeform 40">
                    <a:extLst>
                      <a:ext uri="{FF2B5EF4-FFF2-40B4-BE49-F238E27FC236}">
                        <a16:creationId xmlns:a16="http://schemas.microsoft.com/office/drawing/2014/main" id="{CEFEE29B-A714-CEB2-C564-3B27B09C5BE9}"/>
                      </a:ext>
                    </a:extLst>
                  </p:cNvPr>
                  <p:cNvSpPr>
                    <a:spLocks/>
                  </p:cNvSpPr>
                  <p:nvPr/>
                </p:nvSpPr>
                <p:spPr bwMode="hidden">
                  <a:xfrm rot="18888116" flipH="1">
                    <a:off x="419" y="3271"/>
                    <a:ext cx="925" cy="489"/>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1068" name="Group 41">
                  <a:extLst>
                    <a:ext uri="{FF2B5EF4-FFF2-40B4-BE49-F238E27FC236}">
                      <a16:creationId xmlns:a16="http://schemas.microsoft.com/office/drawing/2014/main" id="{9A20981E-FF32-5777-AA66-D1049A160803}"/>
                    </a:ext>
                  </a:extLst>
                </p:cNvPr>
                <p:cNvGrpSpPr>
                  <a:grpSpLocks/>
                </p:cNvGrpSpPr>
                <p:nvPr/>
              </p:nvGrpSpPr>
              <p:grpSpPr bwMode="auto">
                <a:xfrm>
                  <a:off x="3142" y="850"/>
                  <a:ext cx="966" cy="522"/>
                  <a:chOff x="-5" y="2196"/>
                  <a:chExt cx="2463" cy="1332"/>
                </a:xfrm>
              </p:grpSpPr>
              <p:sp>
                <p:nvSpPr>
                  <p:cNvPr id="1140" name="Freeform 42">
                    <a:extLst>
                      <a:ext uri="{FF2B5EF4-FFF2-40B4-BE49-F238E27FC236}">
                        <a16:creationId xmlns:a16="http://schemas.microsoft.com/office/drawing/2014/main" id="{CD46F2FF-8708-DD3B-1419-D4D3ABC2527D}"/>
                      </a:ext>
                    </a:extLst>
                  </p:cNvPr>
                  <p:cNvSpPr>
                    <a:spLocks/>
                  </p:cNvSpPr>
                  <p:nvPr/>
                </p:nvSpPr>
                <p:spPr bwMode="hidden">
                  <a:xfrm rot="19495919" flipH="1">
                    <a:off x="644" y="2196"/>
                    <a:ext cx="1797" cy="347"/>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41" name="Freeform 43">
                    <a:extLst>
                      <a:ext uri="{FF2B5EF4-FFF2-40B4-BE49-F238E27FC236}">
                        <a16:creationId xmlns:a16="http://schemas.microsoft.com/office/drawing/2014/main" id="{A0C7BE23-CF05-1F96-A4A9-47F2465FCEC8}"/>
                      </a:ext>
                    </a:extLst>
                  </p:cNvPr>
                  <p:cNvSpPr>
                    <a:spLocks/>
                  </p:cNvSpPr>
                  <p:nvPr/>
                </p:nvSpPr>
                <p:spPr bwMode="hidden">
                  <a:xfrm rot="19495919" flipH="1">
                    <a:off x="-6" y="2982"/>
                    <a:ext cx="968" cy="545"/>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1069" name="Group 44">
                  <a:extLst>
                    <a:ext uri="{FF2B5EF4-FFF2-40B4-BE49-F238E27FC236}">
                      <a16:creationId xmlns:a16="http://schemas.microsoft.com/office/drawing/2014/main" id="{E3D51755-EE38-35EB-B6CF-80F0308172A3}"/>
                    </a:ext>
                  </a:extLst>
                </p:cNvPr>
                <p:cNvGrpSpPr>
                  <a:grpSpLocks/>
                </p:cNvGrpSpPr>
                <p:nvPr/>
              </p:nvGrpSpPr>
              <p:grpSpPr bwMode="auto">
                <a:xfrm>
                  <a:off x="3124" y="777"/>
                  <a:ext cx="971" cy="417"/>
                  <a:chOff x="-52" y="2009"/>
                  <a:chExt cx="2477" cy="1064"/>
                </a:xfrm>
              </p:grpSpPr>
              <p:sp>
                <p:nvSpPr>
                  <p:cNvPr id="1138" name="Freeform 45">
                    <a:extLst>
                      <a:ext uri="{FF2B5EF4-FFF2-40B4-BE49-F238E27FC236}">
                        <a16:creationId xmlns:a16="http://schemas.microsoft.com/office/drawing/2014/main" id="{CD5935F7-0546-3E79-492D-B41779399C9A}"/>
                      </a:ext>
                    </a:extLst>
                  </p:cNvPr>
                  <p:cNvSpPr>
                    <a:spLocks/>
                  </p:cNvSpPr>
                  <p:nvPr/>
                </p:nvSpPr>
                <p:spPr bwMode="hidden">
                  <a:xfrm rot="20017085" flipH="1">
                    <a:off x="689" y="2010"/>
                    <a:ext cx="1736" cy="303"/>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39" name="Freeform 46">
                    <a:extLst>
                      <a:ext uri="{FF2B5EF4-FFF2-40B4-BE49-F238E27FC236}">
                        <a16:creationId xmlns:a16="http://schemas.microsoft.com/office/drawing/2014/main" id="{20579C43-EF55-D165-3B2F-BECCE19C0438}"/>
                      </a:ext>
                    </a:extLst>
                  </p:cNvPr>
                  <p:cNvSpPr>
                    <a:spLocks/>
                  </p:cNvSpPr>
                  <p:nvPr/>
                </p:nvSpPr>
                <p:spPr bwMode="hidden">
                  <a:xfrm rot="20017085" flipH="1">
                    <a:off x="-53" y="2598"/>
                    <a:ext cx="931" cy="458"/>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1070" name="Group 47">
                  <a:extLst>
                    <a:ext uri="{FF2B5EF4-FFF2-40B4-BE49-F238E27FC236}">
                      <a16:creationId xmlns:a16="http://schemas.microsoft.com/office/drawing/2014/main" id="{B27C2B09-52B6-DD43-C890-132C192AB6DD}"/>
                    </a:ext>
                  </a:extLst>
                </p:cNvPr>
                <p:cNvGrpSpPr>
                  <a:grpSpLocks/>
                </p:cNvGrpSpPr>
                <p:nvPr/>
              </p:nvGrpSpPr>
              <p:grpSpPr bwMode="auto">
                <a:xfrm>
                  <a:off x="3115" y="700"/>
                  <a:ext cx="969" cy="363"/>
                  <a:chOff x="-74" y="1813"/>
                  <a:chExt cx="2472" cy="927"/>
                </a:xfrm>
              </p:grpSpPr>
              <p:sp>
                <p:nvSpPr>
                  <p:cNvPr id="1136" name="Freeform 48">
                    <a:extLst>
                      <a:ext uri="{FF2B5EF4-FFF2-40B4-BE49-F238E27FC236}">
                        <a16:creationId xmlns:a16="http://schemas.microsoft.com/office/drawing/2014/main" id="{B986ABB2-F4B1-4FC6-D73E-F31F523B8799}"/>
                      </a:ext>
                    </a:extLst>
                  </p:cNvPr>
                  <p:cNvSpPr>
                    <a:spLocks/>
                  </p:cNvSpPr>
                  <p:nvPr/>
                </p:nvSpPr>
                <p:spPr bwMode="hidden">
                  <a:xfrm rot="20519637" flipH="1">
                    <a:off x="721" y="1812"/>
                    <a:ext cx="1677" cy="325"/>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37" name="Freeform 49">
                    <a:extLst>
                      <a:ext uri="{FF2B5EF4-FFF2-40B4-BE49-F238E27FC236}">
                        <a16:creationId xmlns:a16="http://schemas.microsoft.com/office/drawing/2014/main" id="{7DF50CB0-CC5A-AFA9-44EB-1ACAC57552E7}"/>
                      </a:ext>
                    </a:extLst>
                  </p:cNvPr>
                  <p:cNvSpPr>
                    <a:spLocks/>
                  </p:cNvSpPr>
                  <p:nvPr/>
                </p:nvSpPr>
                <p:spPr bwMode="hidden">
                  <a:xfrm rot="20519637" flipH="1">
                    <a:off x="-74" y="2212"/>
                    <a:ext cx="900" cy="511"/>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1071" name="Group 50">
                  <a:extLst>
                    <a:ext uri="{FF2B5EF4-FFF2-40B4-BE49-F238E27FC236}">
                      <a16:creationId xmlns:a16="http://schemas.microsoft.com/office/drawing/2014/main" id="{5C40EB61-B662-5126-3694-7E0B0031E218}"/>
                    </a:ext>
                  </a:extLst>
                </p:cNvPr>
                <p:cNvGrpSpPr>
                  <a:grpSpLocks/>
                </p:cNvGrpSpPr>
                <p:nvPr/>
              </p:nvGrpSpPr>
              <p:grpSpPr bwMode="auto">
                <a:xfrm>
                  <a:off x="3153" y="613"/>
                  <a:ext cx="918" cy="257"/>
                  <a:chOff x="22" y="1591"/>
                  <a:chExt cx="2342" cy="657"/>
                </a:xfrm>
              </p:grpSpPr>
              <p:sp>
                <p:nvSpPr>
                  <p:cNvPr id="1134" name="Freeform 51">
                    <a:extLst>
                      <a:ext uri="{FF2B5EF4-FFF2-40B4-BE49-F238E27FC236}">
                        <a16:creationId xmlns:a16="http://schemas.microsoft.com/office/drawing/2014/main" id="{C5D1E593-9C98-4983-0999-01545E429771}"/>
                      </a:ext>
                    </a:extLst>
                  </p:cNvPr>
                  <p:cNvSpPr>
                    <a:spLocks/>
                  </p:cNvSpPr>
                  <p:nvPr/>
                </p:nvSpPr>
                <p:spPr bwMode="hidden">
                  <a:xfrm rot="21136207" flipH="1">
                    <a:off x="819" y="1574"/>
                    <a:ext cx="1544" cy="313"/>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35" name="Freeform 52">
                    <a:extLst>
                      <a:ext uri="{FF2B5EF4-FFF2-40B4-BE49-F238E27FC236}">
                        <a16:creationId xmlns:a16="http://schemas.microsoft.com/office/drawing/2014/main" id="{0622B0F9-9839-49E7-A021-828FC369CC27}"/>
                      </a:ext>
                    </a:extLst>
                  </p:cNvPr>
                  <p:cNvSpPr>
                    <a:spLocks/>
                  </p:cNvSpPr>
                  <p:nvPr/>
                </p:nvSpPr>
                <p:spPr bwMode="hidden">
                  <a:xfrm rot="21136207" flipH="1">
                    <a:off x="21" y="1757"/>
                    <a:ext cx="829" cy="490"/>
                  </a:xfrm>
                  <a:custGeom>
                    <a:avLst/>
                    <a:gdLst>
                      <a:gd name="T0" fmla="*/ 0 w 1769"/>
                      <a:gd name="T1" fmla="*/ 1 h 791"/>
                      <a:gd name="T2" fmla="*/ 0 w 1769"/>
                      <a:gd name="T3" fmla="*/ 1 h 791"/>
                      <a:gd name="T4" fmla="*/ 0 w 1769"/>
                      <a:gd name="T5" fmla="*/ 1 h 791"/>
                      <a:gd name="T6" fmla="*/ 0 w 1769"/>
                      <a:gd name="T7" fmla="*/ 1 h 791"/>
                      <a:gd name="T8" fmla="*/ 0 w 1769"/>
                      <a:gd name="T9" fmla="*/ 1 h 791"/>
                      <a:gd name="T10" fmla="*/ 0 w 1769"/>
                      <a:gd name="T11" fmla="*/ 1 h 791"/>
                      <a:gd name="T12" fmla="*/ 0 w 1769"/>
                      <a:gd name="T13" fmla="*/ 1 h 791"/>
                      <a:gd name="T14" fmla="*/ 0 w 1769"/>
                      <a:gd name="T15" fmla="*/ 1 h 791"/>
                      <a:gd name="T16" fmla="*/ 0 w 1769"/>
                      <a:gd name="T17" fmla="*/ 1 h 791"/>
                      <a:gd name="T18" fmla="*/ 0 w 1769"/>
                      <a:gd name="T19" fmla="*/ 1 h 791"/>
                      <a:gd name="T20" fmla="*/ 0 w 1769"/>
                      <a:gd name="T21" fmla="*/ 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1072" name="Group 53">
                  <a:extLst>
                    <a:ext uri="{FF2B5EF4-FFF2-40B4-BE49-F238E27FC236}">
                      <a16:creationId xmlns:a16="http://schemas.microsoft.com/office/drawing/2014/main" id="{B1F996BA-B2E5-B2D6-27AD-AF058B595999}"/>
                    </a:ext>
                  </a:extLst>
                </p:cNvPr>
                <p:cNvGrpSpPr>
                  <a:grpSpLocks/>
                </p:cNvGrpSpPr>
                <p:nvPr/>
              </p:nvGrpSpPr>
              <p:grpSpPr bwMode="auto">
                <a:xfrm>
                  <a:off x="3218" y="556"/>
                  <a:ext cx="843" cy="134"/>
                  <a:chOff x="189" y="1446"/>
                  <a:chExt cx="2150" cy="343"/>
                </a:xfrm>
              </p:grpSpPr>
              <p:sp>
                <p:nvSpPr>
                  <p:cNvPr id="1132" name="Freeform 54">
                    <a:extLst>
                      <a:ext uri="{FF2B5EF4-FFF2-40B4-BE49-F238E27FC236}">
                        <a16:creationId xmlns:a16="http://schemas.microsoft.com/office/drawing/2014/main" id="{D47074BE-574A-3B35-116B-D3D94A297E47}"/>
                      </a:ext>
                    </a:extLst>
                  </p:cNvPr>
                  <p:cNvSpPr>
                    <a:spLocks/>
                  </p:cNvSpPr>
                  <p:nvPr/>
                </p:nvSpPr>
                <p:spPr bwMode="hidden">
                  <a:xfrm rot="84182" flipH="1">
                    <a:off x="935" y="1463"/>
                    <a:ext cx="1404" cy="220"/>
                  </a:xfrm>
                  <a:custGeom>
                    <a:avLst/>
                    <a:gdLst>
                      <a:gd name="T0" fmla="*/ 0 w 2736"/>
                      <a:gd name="T1" fmla="*/ 0 h 504"/>
                      <a:gd name="T2" fmla="*/ 1 w 2736"/>
                      <a:gd name="T3" fmla="*/ 0 h 504"/>
                      <a:gd name="T4" fmla="*/ 1 w 2736"/>
                      <a:gd name="T5" fmla="*/ 0 h 504"/>
                      <a:gd name="T6" fmla="*/ 1 w 2736"/>
                      <a:gd name="T7" fmla="*/ 0 h 504"/>
                      <a:gd name="T8" fmla="*/ 1 w 2736"/>
                      <a:gd name="T9" fmla="*/ 0 h 504"/>
                      <a:gd name="T10" fmla="*/ 1 w 2736"/>
                      <a:gd name="T11" fmla="*/ 0 h 504"/>
                      <a:gd name="T12" fmla="*/ 1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33" name="Freeform 55">
                    <a:extLst>
                      <a:ext uri="{FF2B5EF4-FFF2-40B4-BE49-F238E27FC236}">
                        <a16:creationId xmlns:a16="http://schemas.microsoft.com/office/drawing/2014/main" id="{8635FDB4-5051-25CB-C649-368A82701D21}"/>
                      </a:ext>
                    </a:extLst>
                  </p:cNvPr>
                  <p:cNvSpPr>
                    <a:spLocks/>
                  </p:cNvSpPr>
                  <p:nvPr/>
                </p:nvSpPr>
                <p:spPr bwMode="hidden">
                  <a:xfrm rot="84182" flipH="1">
                    <a:off x="189" y="1426"/>
                    <a:ext cx="755" cy="363"/>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1073" name="Group 56">
                  <a:extLst>
                    <a:ext uri="{FF2B5EF4-FFF2-40B4-BE49-F238E27FC236}">
                      <a16:creationId xmlns:a16="http://schemas.microsoft.com/office/drawing/2014/main" id="{9708FF85-4DD9-0A2D-23A3-32B20AEB139F}"/>
                    </a:ext>
                  </a:extLst>
                </p:cNvPr>
                <p:cNvGrpSpPr>
                  <a:grpSpLocks/>
                </p:cNvGrpSpPr>
                <p:nvPr/>
              </p:nvGrpSpPr>
              <p:grpSpPr bwMode="auto">
                <a:xfrm>
                  <a:off x="3342" y="418"/>
                  <a:ext cx="737" cy="167"/>
                  <a:chOff x="505" y="1094"/>
                  <a:chExt cx="1879" cy="427"/>
                </a:xfrm>
              </p:grpSpPr>
              <p:sp>
                <p:nvSpPr>
                  <p:cNvPr id="1130" name="Freeform 57">
                    <a:extLst>
                      <a:ext uri="{FF2B5EF4-FFF2-40B4-BE49-F238E27FC236}">
                        <a16:creationId xmlns:a16="http://schemas.microsoft.com/office/drawing/2014/main" id="{5C710A47-77E1-BB85-7825-3D002CAB6E5B}"/>
                      </a:ext>
                    </a:extLst>
                  </p:cNvPr>
                  <p:cNvSpPr>
                    <a:spLocks/>
                  </p:cNvSpPr>
                  <p:nvPr/>
                </p:nvSpPr>
                <p:spPr bwMode="hidden">
                  <a:xfrm rot="802576" flipH="1">
                    <a:off x="1151" y="1306"/>
                    <a:ext cx="1234" cy="214"/>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31" name="Freeform 58">
                    <a:extLst>
                      <a:ext uri="{FF2B5EF4-FFF2-40B4-BE49-F238E27FC236}">
                        <a16:creationId xmlns:a16="http://schemas.microsoft.com/office/drawing/2014/main" id="{B6DD4FEF-1249-AEE3-1B8F-037A48EAC117}"/>
                      </a:ext>
                    </a:extLst>
                  </p:cNvPr>
                  <p:cNvSpPr>
                    <a:spLocks/>
                  </p:cNvSpPr>
                  <p:nvPr/>
                </p:nvSpPr>
                <p:spPr bwMode="hidden">
                  <a:xfrm rot="802576" flipH="1">
                    <a:off x="505" y="1095"/>
                    <a:ext cx="662" cy="335"/>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74" name="Group 59">
                  <a:extLst>
                    <a:ext uri="{FF2B5EF4-FFF2-40B4-BE49-F238E27FC236}">
                      <a16:creationId xmlns:a16="http://schemas.microsoft.com/office/drawing/2014/main" id="{2356755E-CEAE-7C84-EB34-B90520ADB280}"/>
                    </a:ext>
                  </a:extLst>
                </p:cNvPr>
                <p:cNvGrpSpPr>
                  <a:grpSpLocks/>
                </p:cNvGrpSpPr>
                <p:nvPr/>
              </p:nvGrpSpPr>
              <p:grpSpPr bwMode="auto">
                <a:xfrm>
                  <a:off x="3386" y="341"/>
                  <a:ext cx="725" cy="218"/>
                  <a:chOff x="616" y="899"/>
                  <a:chExt cx="1850" cy="554"/>
                </a:xfrm>
              </p:grpSpPr>
              <p:sp>
                <p:nvSpPr>
                  <p:cNvPr id="1128" name="Freeform 60">
                    <a:extLst>
                      <a:ext uri="{FF2B5EF4-FFF2-40B4-BE49-F238E27FC236}">
                        <a16:creationId xmlns:a16="http://schemas.microsoft.com/office/drawing/2014/main" id="{1921732D-265F-DAE7-39E0-0AE1363C80FD}"/>
                      </a:ext>
                    </a:extLst>
                  </p:cNvPr>
                  <p:cNvSpPr>
                    <a:spLocks/>
                  </p:cNvSpPr>
                  <p:nvPr/>
                </p:nvSpPr>
                <p:spPr bwMode="hidden">
                  <a:xfrm rot="1277471" flipH="1">
                    <a:off x="1231" y="1237"/>
                    <a:ext cx="1235" cy="216"/>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29" name="Freeform 61">
                    <a:extLst>
                      <a:ext uri="{FF2B5EF4-FFF2-40B4-BE49-F238E27FC236}">
                        <a16:creationId xmlns:a16="http://schemas.microsoft.com/office/drawing/2014/main" id="{BCBE039F-8B2D-9F4C-2F36-39EEADC7A172}"/>
                      </a:ext>
                    </a:extLst>
                  </p:cNvPr>
                  <p:cNvSpPr>
                    <a:spLocks/>
                  </p:cNvSpPr>
                  <p:nvPr/>
                </p:nvSpPr>
                <p:spPr bwMode="hidden">
                  <a:xfrm rot="1277471" flipH="1">
                    <a:off x="615" y="898"/>
                    <a:ext cx="662" cy="339"/>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75" name="Group 62">
                  <a:extLst>
                    <a:ext uri="{FF2B5EF4-FFF2-40B4-BE49-F238E27FC236}">
                      <a16:creationId xmlns:a16="http://schemas.microsoft.com/office/drawing/2014/main" id="{BD0B95F6-3223-B439-AD6F-AA67C49AE0DD}"/>
                    </a:ext>
                  </a:extLst>
                </p:cNvPr>
                <p:cNvGrpSpPr>
                  <a:grpSpLocks/>
                </p:cNvGrpSpPr>
                <p:nvPr/>
              </p:nvGrpSpPr>
              <p:grpSpPr bwMode="auto">
                <a:xfrm>
                  <a:off x="3472" y="231"/>
                  <a:ext cx="693" cy="291"/>
                  <a:chOff x="3472" y="231"/>
                  <a:chExt cx="693" cy="291"/>
                </a:xfrm>
              </p:grpSpPr>
              <p:sp>
                <p:nvSpPr>
                  <p:cNvPr id="1126" name="Freeform 63">
                    <a:extLst>
                      <a:ext uri="{FF2B5EF4-FFF2-40B4-BE49-F238E27FC236}">
                        <a16:creationId xmlns:a16="http://schemas.microsoft.com/office/drawing/2014/main" id="{B75FDC22-3109-518F-B1F0-B97313D9832A}"/>
                      </a:ext>
                    </a:extLst>
                  </p:cNvPr>
                  <p:cNvSpPr>
                    <a:spLocks/>
                  </p:cNvSpPr>
                  <p:nvPr/>
                </p:nvSpPr>
                <p:spPr bwMode="hidden">
                  <a:xfrm rot="2028410" flipH="1">
                    <a:off x="3679" y="438"/>
                    <a:ext cx="483" cy="84"/>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27" name="Freeform 64">
                    <a:extLst>
                      <a:ext uri="{FF2B5EF4-FFF2-40B4-BE49-F238E27FC236}">
                        <a16:creationId xmlns:a16="http://schemas.microsoft.com/office/drawing/2014/main" id="{619C1B86-6204-DEB1-F1C6-F0685ADF8B6D}"/>
                      </a:ext>
                    </a:extLst>
                  </p:cNvPr>
                  <p:cNvSpPr>
                    <a:spLocks/>
                  </p:cNvSpPr>
                  <p:nvPr/>
                </p:nvSpPr>
                <p:spPr bwMode="hidden">
                  <a:xfrm rot="2028410" flipH="1">
                    <a:off x="3472" y="228"/>
                    <a:ext cx="260" cy="131"/>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76" name="Group 65">
                  <a:extLst>
                    <a:ext uri="{FF2B5EF4-FFF2-40B4-BE49-F238E27FC236}">
                      <a16:creationId xmlns:a16="http://schemas.microsoft.com/office/drawing/2014/main" id="{9BE2D8CE-E92C-CBE6-EA4D-6592CAA66F6E}"/>
                    </a:ext>
                  </a:extLst>
                </p:cNvPr>
                <p:cNvGrpSpPr>
                  <a:grpSpLocks/>
                </p:cNvGrpSpPr>
                <p:nvPr/>
              </p:nvGrpSpPr>
              <p:grpSpPr bwMode="auto">
                <a:xfrm>
                  <a:off x="3554" y="118"/>
                  <a:ext cx="664" cy="349"/>
                  <a:chOff x="3554" y="118"/>
                  <a:chExt cx="664" cy="349"/>
                </a:xfrm>
              </p:grpSpPr>
              <p:sp>
                <p:nvSpPr>
                  <p:cNvPr id="1124" name="Freeform 66">
                    <a:extLst>
                      <a:ext uri="{FF2B5EF4-FFF2-40B4-BE49-F238E27FC236}">
                        <a16:creationId xmlns:a16="http://schemas.microsoft.com/office/drawing/2014/main" id="{2380E060-7247-5F48-1420-A95DC2D9082D}"/>
                      </a:ext>
                    </a:extLst>
                  </p:cNvPr>
                  <p:cNvSpPr>
                    <a:spLocks/>
                  </p:cNvSpPr>
                  <p:nvPr/>
                </p:nvSpPr>
                <p:spPr bwMode="hidden">
                  <a:xfrm rot="2664424" flipH="1">
                    <a:off x="3728" y="383"/>
                    <a:ext cx="490" cy="84"/>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25" name="Freeform 67">
                    <a:extLst>
                      <a:ext uri="{FF2B5EF4-FFF2-40B4-BE49-F238E27FC236}">
                        <a16:creationId xmlns:a16="http://schemas.microsoft.com/office/drawing/2014/main" id="{B21A8E86-EF64-3080-4B6B-4A888BBC1DDD}"/>
                      </a:ext>
                    </a:extLst>
                  </p:cNvPr>
                  <p:cNvSpPr>
                    <a:spLocks/>
                  </p:cNvSpPr>
                  <p:nvPr/>
                </p:nvSpPr>
                <p:spPr bwMode="hidden">
                  <a:xfrm rot="2664424" flipH="1">
                    <a:off x="3554" y="118"/>
                    <a:ext cx="263" cy="132"/>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77" name="Group 68">
                  <a:extLst>
                    <a:ext uri="{FF2B5EF4-FFF2-40B4-BE49-F238E27FC236}">
                      <a16:creationId xmlns:a16="http://schemas.microsoft.com/office/drawing/2014/main" id="{3DBE9A14-F1C7-4F99-1D94-224DDDB5102A}"/>
                    </a:ext>
                  </a:extLst>
                </p:cNvPr>
                <p:cNvGrpSpPr>
                  <a:grpSpLocks/>
                </p:cNvGrpSpPr>
                <p:nvPr/>
              </p:nvGrpSpPr>
              <p:grpSpPr bwMode="auto">
                <a:xfrm>
                  <a:off x="3784" y="30"/>
                  <a:ext cx="305" cy="593"/>
                  <a:chOff x="1633" y="104"/>
                  <a:chExt cx="778" cy="1512"/>
                </a:xfrm>
              </p:grpSpPr>
              <p:sp>
                <p:nvSpPr>
                  <p:cNvPr id="1122" name="Freeform 69">
                    <a:extLst>
                      <a:ext uri="{FF2B5EF4-FFF2-40B4-BE49-F238E27FC236}">
                        <a16:creationId xmlns:a16="http://schemas.microsoft.com/office/drawing/2014/main" id="{153A1677-8C43-94C9-AF40-DD7D20CB2EC1}"/>
                      </a:ext>
                    </a:extLst>
                  </p:cNvPr>
                  <p:cNvSpPr>
                    <a:spLocks/>
                  </p:cNvSpPr>
                  <p:nvPr/>
                </p:nvSpPr>
                <p:spPr bwMode="hidden">
                  <a:xfrm rot="3473776" flipH="1">
                    <a:off x="1752" y="958"/>
                    <a:ext cx="1101" cy="217"/>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23" name="Freeform 70">
                    <a:extLst>
                      <a:ext uri="{FF2B5EF4-FFF2-40B4-BE49-F238E27FC236}">
                        <a16:creationId xmlns:a16="http://schemas.microsoft.com/office/drawing/2014/main" id="{26428358-548D-ED81-9E63-C4A03183A9E1}"/>
                      </a:ext>
                    </a:extLst>
                  </p:cNvPr>
                  <p:cNvSpPr>
                    <a:spLocks/>
                  </p:cNvSpPr>
                  <p:nvPr/>
                </p:nvSpPr>
                <p:spPr bwMode="hidden">
                  <a:xfrm rot="3473776" flipH="1">
                    <a:off x="1505" y="231"/>
                    <a:ext cx="591" cy="337"/>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78" name="Group 71">
                  <a:extLst>
                    <a:ext uri="{FF2B5EF4-FFF2-40B4-BE49-F238E27FC236}">
                      <a16:creationId xmlns:a16="http://schemas.microsoft.com/office/drawing/2014/main" id="{CD3E65F0-FF6E-D715-A2CC-4F37CAE8521E}"/>
                    </a:ext>
                  </a:extLst>
                </p:cNvPr>
                <p:cNvGrpSpPr>
                  <a:grpSpLocks/>
                </p:cNvGrpSpPr>
                <p:nvPr/>
              </p:nvGrpSpPr>
              <p:grpSpPr bwMode="auto">
                <a:xfrm>
                  <a:off x="3903" y="0"/>
                  <a:ext cx="248" cy="601"/>
                  <a:chOff x="1935" y="28"/>
                  <a:chExt cx="634" cy="1534"/>
                </a:xfrm>
              </p:grpSpPr>
              <p:sp>
                <p:nvSpPr>
                  <p:cNvPr id="1120" name="Freeform 72">
                    <a:extLst>
                      <a:ext uri="{FF2B5EF4-FFF2-40B4-BE49-F238E27FC236}">
                        <a16:creationId xmlns:a16="http://schemas.microsoft.com/office/drawing/2014/main" id="{4421E005-D42B-02DF-BA3F-9391DA764168}"/>
                      </a:ext>
                    </a:extLst>
                  </p:cNvPr>
                  <p:cNvSpPr>
                    <a:spLocks/>
                  </p:cNvSpPr>
                  <p:nvPr/>
                </p:nvSpPr>
                <p:spPr bwMode="hidden">
                  <a:xfrm rot="4126480" flipH="1">
                    <a:off x="1942" y="915"/>
                    <a:ext cx="1040" cy="214"/>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21" name="Freeform 73">
                    <a:extLst>
                      <a:ext uri="{FF2B5EF4-FFF2-40B4-BE49-F238E27FC236}">
                        <a16:creationId xmlns:a16="http://schemas.microsoft.com/office/drawing/2014/main" id="{B9D834B7-8DEA-6817-AFAF-61B255C11B64}"/>
                      </a:ext>
                    </a:extLst>
                  </p:cNvPr>
                  <p:cNvSpPr>
                    <a:spLocks/>
                  </p:cNvSpPr>
                  <p:nvPr/>
                </p:nvSpPr>
                <p:spPr bwMode="hidden">
                  <a:xfrm rot="4126480" flipH="1">
                    <a:off x="1820" y="144"/>
                    <a:ext cx="570" cy="338"/>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79" name="Group 74">
                  <a:extLst>
                    <a:ext uri="{FF2B5EF4-FFF2-40B4-BE49-F238E27FC236}">
                      <a16:creationId xmlns:a16="http://schemas.microsoft.com/office/drawing/2014/main" id="{ECFF421D-D033-323D-FB61-3F9D93BFCA74}"/>
                    </a:ext>
                  </a:extLst>
                </p:cNvPr>
                <p:cNvGrpSpPr>
                  <a:grpSpLocks/>
                </p:cNvGrpSpPr>
                <p:nvPr/>
              </p:nvGrpSpPr>
              <p:grpSpPr bwMode="auto">
                <a:xfrm>
                  <a:off x="4251" y="252"/>
                  <a:ext cx="723" cy="222"/>
                  <a:chOff x="2822" y="672"/>
                  <a:chExt cx="1845" cy="566"/>
                </a:xfrm>
              </p:grpSpPr>
              <p:sp>
                <p:nvSpPr>
                  <p:cNvPr id="1118" name="Freeform 75">
                    <a:extLst>
                      <a:ext uri="{FF2B5EF4-FFF2-40B4-BE49-F238E27FC236}">
                        <a16:creationId xmlns:a16="http://schemas.microsoft.com/office/drawing/2014/main" id="{D7F02917-0ACE-55A5-70B9-9DF66A7CF108}"/>
                      </a:ext>
                    </a:extLst>
                  </p:cNvPr>
                  <p:cNvSpPr>
                    <a:spLocks/>
                  </p:cNvSpPr>
                  <p:nvPr/>
                </p:nvSpPr>
                <p:spPr bwMode="hidden">
                  <a:xfrm rot="-1325434">
                    <a:off x="2805" y="1022"/>
                    <a:ext cx="1229" cy="216"/>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19" name="Freeform 76">
                    <a:extLst>
                      <a:ext uri="{FF2B5EF4-FFF2-40B4-BE49-F238E27FC236}">
                        <a16:creationId xmlns:a16="http://schemas.microsoft.com/office/drawing/2014/main" id="{DA16DD37-2653-BAD7-D570-10D694FEA6A7}"/>
                      </a:ext>
                    </a:extLst>
                  </p:cNvPr>
                  <p:cNvSpPr>
                    <a:spLocks/>
                  </p:cNvSpPr>
                  <p:nvPr/>
                </p:nvSpPr>
                <p:spPr bwMode="hidden">
                  <a:xfrm rot="-1325434">
                    <a:off x="4003" y="673"/>
                    <a:ext cx="647" cy="337"/>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0" name="Group 77">
                  <a:extLst>
                    <a:ext uri="{FF2B5EF4-FFF2-40B4-BE49-F238E27FC236}">
                      <a16:creationId xmlns:a16="http://schemas.microsoft.com/office/drawing/2014/main" id="{314D99A9-EE82-58EF-D770-4E0E745EC918}"/>
                    </a:ext>
                  </a:extLst>
                </p:cNvPr>
                <p:cNvGrpSpPr>
                  <a:grpSpLocks/>
                </p:cNvGrpSpPr>
                <p:nvPr/>
              </p:nvGrpSpPr>
              <p:grpSpPr bwMode="auto">
                <a:xfrm>
                  <a:off x="4196" y="163"/>
                  <a:ext cx="699" cy="282"/>
                  <a:chOff x="2683" y="445"/>
                  <a:chExt cx="1781" cy="717"/>
                </a:xfrm>
              </p:grpSpPr>
              <p:sp>
                <p:nvSpPr>
                  <p:cNvPr id="1116" name="Freeform 78">
                    <a:extLst>
                      <a:ext uri="{FF2B5EF4-FFF2-40B4-BE49-F238E27FC236}">
                        <a16:creationId xmlns:a16="http://schemas.microsoft.com/office/drawing/2014/main" id="{B4E42488-7782-AAB6-E397-439CCED89C88}"/>
                      </a:ext>
                    </a:extLst>
                  </p:cNvPr>
                  <p:cNvSpPr>
                    <a:spLocks/>
                  </p:cNvSpPr>
                  <p:nvPr/>
                </p:nvSpPr>
                <p:spPr bwMode="hidden">
                  <a:xfrm rot="-1921064">
                    <a:off x="2682" y="946"/>
                    <a:ext cx="1227" cy="216"/>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17" name="Freeform 79">
                    <a:extLst>
                      <a:ext uri="{FF2B5EF4-FFF2-40B4-BE49-F238E27FC236}">
                        <a16:creationId xmlns:a16="http://schemas.microsoft.com/office/drawing/2014/main" id="{74D8F148-3490-A0E4-5962-2C0234E25896}"/>
                      </a:ext>
                    </a:extLst>
                  </p:cNvPr>
                  <p:cNvSpPr>
                    <a:spLocks/>
                  </p:cNvSpPr>
                  <p:nvPr/>
                </p:nvSpPr>
                <p:spPr bwMode="hidden">
                  <a:xfrm rot="-1921064">
                    <a:off x="3801" y="444"/>
                    <a:ext cx="646" cy="339"/>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sp>
              <p:nvSpPr>
                <p:cNvPr id="1081" name="Freeform 80">
                  <a:extLst>
                    <a:ext uri="{FF2B5EF4-FFF2-40B4-BE49-F238E27FC236}">
                      <a16:creationId xmlns:a16="http://schemas.microsoft.com/office/drawing/2014/main" id="{CFECD022-A216-DEF2-A4BC-10E6C3E0C2F9}"/>
                    </a:ext>
                  </a:extLst>
                </p:cNvPr>
                <p:cNvSpPr>
                  <a:spLocks/>
                </p:cNvSpPr>
                <p:nvPr/>
              </p:nvSpPr>
              <p:spPr bwMode="hidden">
                <a:xfrm rot="4578755" flipH="1">
                  <a:off x="3968" y="372"/>
                  <a:ext cx="403" cy="57"/>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2" name="Freeform 81">
                  <a:extLst>
                    <a:ext uri="{FF2B5EF4-FFF2-40B4-BE49-F238E27FC236}">
                      <a16:creationId xmlns:a16="http://schemas.microsoft.com/office/drawing/2014/main" id="{0194E82C-FCF7-C684-8F6D-10062BBFE9DD}"/>
                    </a:ext>
                  </a:extLst>
                </p:cNvPr>
                <p:cNvSpPr>
                  <a:spLocks/>
                </p:cNvSpPr>
                <p:nvPr/>
              </p:nvSpPr>
              <p:spPr bwMode="hidden">
                <a:xfrm rot="4578755" flipH="1">
                  <a:off x="3977" y="77"/>
                  <a:ext cx="216" cy="91"/>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1083" name="Group 82">
                  <a:extLst>
                    <a:ext uri="{FF2B5EF4-FFF2-40B4-BE49-F238E27FC236}">
                      <a16:creationId xmlns:a16="http://schemas.microsoft.com/office/drawing/2014/main" id="{AF70A4D2-5C7D-7AFB-0591-EFC91AFBAB61}"/>
                    </a:ext>
                  </a:extLst>
                </p:cNvPr>
                <p:cNvGrpSpPr>
                  <a:grpSpLocks/>
                </p:cNvGrpSpPr>
                <p:nvPr/>
              </p:nvGrpSpPr>
              <p:grpSpPr bwMode="auto">
                <a:xfrm>
                  <a:off x="4242" y="5"/>
                  <a:ext cx="251" cy="596"/>
                  <a:chOff x="2800" y="41"/>
                  <a:chExt cx="640" cy="1520"/>
                </a:xfrm>
              </p:grpSpPr>
              <p:sp>
                <p:nvSpPr>
                  <p:cNvPr id="1114" name="Freeform 83">
                    <a:extLst>
                      <a:ext uri="{FF2B5EF4-FFF2-40B4-BE49-F238E27FC236}">
                        <a16:creationId xmlns:a16="http://schemas.microsoft.com/office/drawing/2014/main" id="{90EEE389-2C01-DBE2-493F-D9D9177B31CA}"/>
                      </a:ext>
                    </a:extLst>
                  </p:cNvPr>
                  <p:cNvSpPr>
                    <a:spLocks/>
                  </p:cNvSpPr>
                  <p:nvPr/>
                </p:nvSpPr>
                <p:spPr bwMode="hidden">
                  <a:xfrm rot="-3857755">
                    <a:off x="2371" y="927"/>
                    <a:ext cx="1042" cy="186"/>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15" name="Freeform 84">
                    <a:extLst>
                      <a:ext uri="{FF2B5EF4-FFF2-40B4-BE49-F238E27FC236}">
                        <a16:creationId xmlns:a16="http://schemas.microsoft.com/office/drawing/2014/main" id="{9467B678-D4E7-0BD7-E112-F28C115A6678}"/>
                      </a:ext>
                    </a:extLst>
                  </p:cNvPr>
                  <p:cNvSpPr>
                    <a:spLocks/>
                  </p:cNvSpPr>
                  <p:nvPr/>
                </p:nvSpPr>
                <p:spPr bwMode="hidden">
                  <a:xfrm rot="-3857755">
                    <a:off x="3013" y="180"/>
                    <a:ext cx="566" cy="288"/>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4" name="Group 85">
                  <a:extLst>
                    <a:ext uri="{FF2B5EF4-FFF2-40B4-BE49-F238E27FC236}">
                      <a16:creationId xmlns:a16="http://schemas.microsoft.com/office/drawing/2014/main" id="{37BB9C47-12E6-CD13-9FD2-9E9D1817DCA3}"/>
                    </a:ext>
                  </a:extLst>
                </p:cNvPr>
                <p:cNvGrpSpPr>
                  <a:grpSpLocks/>
                </p:cNvGrpSpPr>
                <p:nvPr/>
              </p:nvGrpSpPr>
              <p:grpSpPr bwMode="auto">
                <a:xfrm>
                  <a:off x="4295" y="53"/>
                  <a:ext cx="398" cy="574"/>
                  <a:chOff x="2934" y="163"/>
                  <a:chExt cx="1017" cy="1464"/>
                </a:xfrm>
              </p:grpSpPr>
              <p:sp>
                <p:nvSpPr>
                  <p:cNvPr id="1112" name="Freeform 86">
                    <a:extLst>
                      <a:ext uri="{FF2B5EF4-FFF2-40B4-BE49-F238E27FC236}">
                        <a16:creationId xmlns:a16="http://schemas.microsoft.com/office/drawing/2014/main" id="{669A0A3F-E665-7AFB-AA67-113CF023A5FE}"/>
                      </a:ext>
                    </a:extLst>
                  </p:cNvPr>
                  <p:cNvSpPr>
                    <a:spLocks/>
                  </p:cNvSpPr>
                  <p:nvPr/>
                </p:nvSpPr>
                <p:spPr bwMode="hidden">
                  <a:xfrm rot="-2777260">
                    <a:off x="2493" y="915"/>
                    <a:ext cx="1154" cy="270"/>
                  </a:xfrm>
                  <a:custGeom>
                    <a:avLst/>
                    <a:gdLst>
                      <a:gd name="T0" fmla="*/ 0 w 2736"/>
                      <a:gd name="T1" fmla="*/ 1 h 504"/>
                      <a:gd name="T2" fmla="*/ 0 w 2736"/>
                      <a:gd name="T3" fmla="*/ 1 h 504"/>
                      <a:gd name="T4" fmla="*/ 0 w 2736"/>
                      <a:gd name="T5" fmla="*/ 1 h 504"/>
                      <a:gd name="T6" fmla="*/ 0 w 2736"/>
                      <a:gd name="T7" fmla="*/ 1 h 504"/>
                      <a:gd name="T8" fmla="*/ 0 w 2736"/>
                      <a:gd name="T9" fmla="*/ 1 h 504"/>
                      <a:gd name="T10" fmla="*/ 0 w 2736"/>
                      <a:gd name="T11" fmla="*/ 1 h 504"/>
                      <a:gd name="T12" fmla="*/ 0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13" name="Freeform 87">
                    <a:extLst>
                      <a:ext uri="{FF2B5EF4-FFF2-40B4-BE49-F238E27FC236}">
                        <a16:creationId xmlns:a16="http://schemas.microsoft.com/office/drawing/2014/main" id="{E6E72105-EF9C-12E8-F8FE-5F73DC97158B}"/>
                      </a:ext>
                    </a:extLst>
                  </p:cNvPr>
                  <p:cNvSpPr>
                    <a:spLocks/>
                  </p:cNvSpPr>
                  <p:nvPr/>
                </p:nvSpPr>
                <p:spPr bwMode="hidden">
                  <a:xfrm rot="-2777260">
                    <a:off x="3431" y="262"/>
                    <a:ext cx="619" cy="422"/>
                  </a:xfrm>
                  <a:custGeom>
                    <a:avLst/>
                    <a:gdLst>
                      <a:gd name="T0" fmla="*/ 0 w 1769"/>
                      <a:gd name="T1" fmla="*/ 1 h 791"/>
                      <a:gd name="T2" fmla="*/ 0 w 1769"/>
                      <a:gd name="T3" fmla="*/ 1 h 791"/>
                      <a:gd name="T4" fmla="*/ 0 w 1769"/>
                      <a:gd name="T5" fmla="*/ 1 h 791"/>
                      <a:gd name="T6" fmla="*/ 0 w 1769"/>
                      <a:gd name="T7" fmla="*/ 1 h 791"/>
                      <a:gd name="T8" fmla="*/ 0 w 1769"/>
                      <a:gd name="T9" fmla="*/ 1 h 791"/>
                      <a:gd name="T10" fmla="*/ 0 w 1769"/>
                      <a:gd name="T11" fmla="*/ 1 h 791"/>
                      <a:gd name="T12" fmla="*/ 0 w 1769"/>
                      <a:gd name="T13" fmla="*/ 1 h 791"/>
                      <a:gd name="T14" fmla="*/ 0 w 1769"/>
                      <a:gd name="T15" fmla="*/ 1 h 791"/>
                      <a:gd name="T16" fmla="*/ 0 w 1769"/>
                      <a:gd name="T17" fmla="*/ 1 h 791"/>
                      <a:gd name="T18" fmla="*/ 0 w 1769"/>
                      <a:gd name="T19" fmla="*/ 1 h 791"/>
                      <a:gd name="T20" fmla="*/ 0 w 1769"/>
                      <a:gd name="T21" fmla="*/ 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5" name="Group 88">
                  <a:extLst>
                    <a:ext uri="{FF2B5EF4-FFF2-40B4-BE49-F238E27FC236}">
                      <a16:creationId xmlns:a16="http://schemas.microsoft.com/office/drawing/2014/main" id="{DA94E311-AE53-9EF0-69CA-9096B91B9BE3}"/>
                    </a:ext>
                  </a:extLst>
                </p:cNvPr>
                <p:cNvGrpSpPr>
                  <a:grpSpLocks/>
                </p:cNvGrpSpPr>
                <p:nvPr/>
              </p:nvGrpSpPr>
              <p:grpSpPr bwMode="auto">
                <a:xfrm>
                  <a:off x="4215" y="2"/>
                  <a:ext cx="95" cy="567"/>
                  <a:chOff x="2730" y="32"/>
                  <a:chExt cx="243" cy="1448"/>
                </a:xfrm>
              </p:grpSpPr>
              <p:sp>
                <p:nvSpPr>
                  <p:cNvPr id="1110" name="Freeform 89">
                    <a:extLst>
                      <a:ext uri="{FF2B5EF4-FFF2-40B4-BE49-F238E27FC236}">
                        <a16:creationId xmlns:a16="http://schemas.microsoft.com/office/drawing/2014/main" id="{E929F8BA-5920-E09F-F3CF-3FB82FA4CBE1}"/>
                      </a:ext>
                    </a:extLst>
                  </p:cNvPr>
                  <p:cNvSpPr>
                    <a:spLocks/>
                  </p:cNvSpPr>
                  <p:nvPr/>
                </p:nvSpPr>
                <p:spPr bwMode="hidden">
                  <a:xfrm rot="-4903748">
                    <a:off x="2297" y="959"/>
                    <a:ext cx="954" cy="87"/>
                  </a:xfrm>
                  <a:custGeom>
                    <a:avLst/>
                    <a:gdLst>
                      <a:gd name="T0" fmla="*/ 0 w 2736"/>
                      <a:gd name="T1" fmla="*/ 0 h 504"/>
                      <a:gd name="T2" fmla="*/ 0 w 2736"/>
                      <a:gd name="T3" fmla="*/ 0 h 504"/>
                      <a:gd name="T4" fmla="*/ 0 w 2736"/>
                      <a:gd name="T5" fmla="*/ 0 h 504"/>
                      <a:gd name="T6" fmla="*/ 0 w 2736"/>
                      <a:gd name="T7" fmla="*/ 0 h 504"/>
                      <a:gd name="T8" fmla="*/ 0 w 2736"/>
                      <a:gd name="T9" fmla="*/ 0 h 504"/>
                      <a:gd name="T10" fmla="*/ 0 w 2736"/>
                      <a:gd name="T11" fmla="*/ 0 h 504"/>
                      <a:gd name="T12" fmla="*/ 0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11" name="Freeform 90">
                    <a:extLst>
                      <a:ext uri="{FF2B5EF4-FFF2-40B4-BE49-F238E27FC236}">
                        <a16:creationId xmlns:a16="http://schemas.microsoft.com/office/drawing/2014/main" id="{D3BE6FE1-03D1-666F-33E0-51C8A26A3EFA}"/>
                      </a:ext>
                    </a:extLst>
                  </p:cNvPr>
                  <p:cNvSpPr>
                    <a:spLocks/>
                  </p:cNvSpPr>
                  <p:nvPr/>
                </p:nvSpPr>
                <p:spPr bwMode="hidden">
                  <a:xfrm rot="-4903748">
                    <a:off x="2650" y="222"/>
                    <a:ext cx="511" cy="133"/>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6" name="Group 91">
                  <a:extLst>
                    <a:ext uri="{FF2B5EF4-FFF2-40B4-BE49-F238E27FC236}">
                      <a16:creationId xmlns:a16="http://schemas.microsoft.com/office/drawing/2014/main" id="{B7C3C177-A150-9899-8B82-0CC56F0E7822}"/>
                    </a:ext>
                  </a:extLst>
                </p:cNvPr>
                <p:cNvGrpSpPr>
                  <a:grpSpLocks/>
                </p:cNvGrpSpPr>
                <p:nvPr/>
              </p:nvGrpSpPr>
              <p:grpSpPr bwMode="auto">
                <a:xfrm>
                  <a:off x="3514" y="683"/>
                  <a:ext cx="425" cy="960"/>
                  <a:chOff x="943" y="1769"/>
                  <a:chExt cx="1085" cy="2450"/>
                </a:xfrm>
              </p:grpSpPr>
              <p:sp>
                <p:nvSpPr>
                  <p:cNvPr id="1108" name="Freeform 92">
                    <a:extLst>
                      <a:ext uri="{FF2B5EF4-FFF2-40B4-BE49-F238E27FC236}">
                        <a16:creationId xmlns:a16="http://schemas.microsoft.com/office/drawing/2014/main" id="{E13617B2-D544-6D45-FDD1-0DDA1DD01DBC}"/>
                      </a:ext>
                    </a:extLst>
                  </p:cNvPr>
                  <p:cNvSpPr>
                    <a:spLocks/>
                  </p:cNvSpPr>
                  <p:nvPr/>
                </p:nvSpPr>
                <p:spPr bwMode="hidden">
                  <a:xfrm rot="18335692" flipH="1">
                    <a:off x="1009" y="2474"/>
                    <a:ext cx="1724" cy="313"/>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09" name="Freeform 93">
                    <a:extLst>
                      <a:ext uri="{FF2B5EF4-FFF2-40B4-BE49-F238E27FC236}">
                        <a16:creationId xmlns:a16="http://schemas.microsoft.com/office/drawing/2014/main" id="{55E17831-B026-9877-5B3B-21050F929A6E}"/>
                      </a:ext>
                    </a:extLst>
                  </p:cNvPr>
                  <p:cNvSpPr>
                    <a:spLocks/>
                  </p:cNvSpPr>
                  <p:nvPr/>
                </p:nvSpPr>
                <p:spPr bwMode="hidden">
                  <a:xfrm rot="18335692" flipH="1">
                    <a:off x="733" y="3458"/>
                    <a:ext cx="910" cy="489"/>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1087" name="Group 94">
                  <a:extLst>
                    <a:ext uri="{FF2B5EF4-FFF2-40B4-BE49-F238E27FC236}">
                      <a16:creationId xmlns:a16="http://schemas.microsoft.com/office/drawing/2014/main" id="{7D468D66-6B91-829B-FC38-98F176A41E23}"/>
                    </a:ext>
                  </a:extLst>
                </p:cNvPr>
                <p:cNvGrpSpPr>
                  <a:grpSpLocks/>
                </p:cNvGrpSpPr>
                <p:nvPr/>
              </p:nvGrpSpPr>
              <p:grpSpPr bwMode="auto">
                <a:xfrm>
                  <a:off x="3715" y="748"/>
                  <a:ext cx="300" cy="930"/>
                  <a:chOff x="1455" y="1936"/>
                  <a:chExt cx="766" cy="2373"/>
                </a:xfrm>
              </p:grpSpPr>
              <p:sp>
                <p:nvSpPr>
                  <p:cNvPr id="1106" name="Freeform 95">
                    <a:extLst>
                      <a:ext uri="{FF2B5EF4-FFF2-40B4-BE49-F238E27FC236}">
                        <a16:creationId xmlns:a16="http://schemas.microsoft.com/office/drawing/2014/main" id="{8F59DD02-278E-ABF4-6F1C-8DE168290CCA}"/>
                      </a:ext>
                    </a:extLst>
                  </p:cNvPr>
                  <p:cNvSpPr>
                    <a:spLocks/>
                  </p:cNvSpPr>
                  <p:nvPr/>
                </p:nvSpPr>
                <p:spPr bwMode="hidden">
                  <a:xfrm rot="17542885" flipH="1">
                    <a:off x="1268" y="2577"/>
                    <a:ext cx="1594" cy="313"/>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07" name="Freeform 96">
                    <a:extLst>
                      <a:ext uri="{FF2B5EF4-FFF2-40B4-BE49-F238E27FC236}">
                        <a16:creationId xmlns:a16="http://schemas.microsoft.com/office/drawing/2014/main" id="{EC6C242F-3613-6FD2-FC84-DD2F6C151366}"/>
                      </a:ext>
                    </a:extLst>
                  </p:cNvPr>
                  <p:cNvSpPr>
                    <a:spLocks/>
                  </p:cNvSpPr>
                  <p:nvPr/>
                </p:nvSpPr>
                <p:spPr bwMode="hidden">
                  <a:xfrm rot="17542885" flipH="1">
                    <a:off x="1291" y="3603"/>
                    <a:ext cx="820" cy="489"/>
                  </a:xfrm>
                  <a:custGeom>
                    <a:avLst/>
                    <a:gdLst>
                      <a:gd name="T0" fmla="*/ 0 w 1769"/>
                      <a:gd name="T1" fmla="*/ 1 h 791"/>
                      <a:gd name="T2" fmla="*/ 0 w 1769"/>
                      <a:gd name="T3" fmla="*/ 1 h 791"/>
                      <a:gd name="T4" fmla="*/ 0 w 1769"/>
                      <a:gd name="T5" fmla="*/ 1 h 791"/>
                      <a:gd name="T6" fmla="*/ 0 w 1769"/>
                      <a:gd name="T7" fmla="*/ 1 h 791"/>
                      <a:gd name="T8" fmla="*/ 0 w 1769"/>
                      <a:gd name="T9" fmla="*/ 1 h 791"/>
                      <a:gd name="T10" fmla="*/ 0 w 1769"/>
                      <a:gd name="T11" fmla="*/ 1 h 791"/>
                      <a:gd name="T12" fmla="*/ 0 w 1769"/>
                      <a:gd name="T13" fmla="*/ 1 h 791"/>
                      <a:gd name="T14" fmla="*/ 0 w 1769"/>
                      <a:gd name="T15" fmla="*/ 1 h 791"/>
                      <a:gd name="T16" fmla="*/ 0 w 1769"/>
                      <a:gd name="T17" fmla="*/ 1 h 791"/>
                      <a:gd name="T18" fmla="*/ 0 w 1769"/>
                      <a:gd name="T19" fmla="*/ 1 h 791"/>
                      <a:gd name="T20" fmla="*/ 0 w 1769"/>
                      <a:gd name="T21" fmla="*/ 1 h 791"/>
                      <a:gd name="T22" fmla="*/ 0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1088" name="Group 97">
                  <a:extLst>
                    <a:ext uri="{FF2B5EF4-FFF2-40B4-BE49-F238E27FC236}">
                      <a16:creationId xmlns:a16="http://schemas.microsoft.com/office/drawing/2014/main" id="{1CF2EF90-AE9E-AAC9-60FD-0EDEE67ADC0B}"/>
                    </a:ext>
                  </a:extLst>
                </p:cNvPr>
                <p:cNvGrpSpPr>
                  <a:grpSpLocks/>
                </p:cNvGrpSpPr>
                <p:nvPr/>
              </p:nvGrpSpPr>
              <p:grpSpPr bwMode="auto">
                <a:xfrm rot="88588">
                  <a:off x="3923" y="769"/>
                  <a:ext cx="180" cy="913"/>
                  <a:chOff x="1956" y="1990"/>
                  <a:chExt cx="492" cy="2604"/>
                </a:xfrm>
              </p:grpSpPr>
              <p:sp>
                <p:nvSpPr>
                  <p:cNvPr id="1104" name="Freeform 98">
                    <a:extLst>
                      <a:ext uri="{FF2B5EF4-FFF2-40B4-BE49-F238E27FC236}">
                        <a16:creationId xmlns:a16="http://schemas.microsoft.com/office/drawing/2014/main" id="{5CC62BB7-D0B8-BBDA-FF46-CA4342135392}"/>
                      </a:ext>
                    </a:extLst>
                  </p:cNvPr>
                  <p:cNvSpPr>
                    <a:spLocks/>
                  </p:cNvSpPr>
                  <p:nvPr/>
                </p:nvSpPr>
                <p:spPr bwMode="hidden">
                  <a:xfrm rot="16782062" flipH="1">
                    <a:off x="1369" y="2657"/>
                    <a:ext cx="1722" cy="302"/>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sp>
                <p:nvSpPr>
                  <p:cNvPr id="1105" name="Freeform 99">
                    <a:extLst>
                      <a:ext uri="{FF2B5EF4-FFF2-40B4-BE49-F238E27FC236}">
                        <a16:creationId xmlns:a16="http://schemas.microsoft.com/office/drawing/2014/main" id="{1356E7BE-EEC2-4151-88FA-017DB38969F5}"/>
                      </a:ext>
                    </a:extLst>
                  </p:cNvPr>
                  <p:cNvSpPr>
                    <a:spLocks/>
                  </p:cNvSpPr>
                  <p:nvPr/>
                </p:nvSpPr>
                <p:spPr bwMode="hidden">
                  <a:xfrm rot="16782062" flipH="1">
                    <a:off x="1685" y="3840"/>
                    <a:ext cx="923" cy="464"/>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1089" name="Group 100">
                  <a:extLst>
                    <a:ext uri="{FF2B5EF4-FFF2-40B4-BE49-F238E27FC236}">
                      <a16:creationId xmlns:a16="http://schemas.microsoft.com/office/drawing/2014/main" id="{FBD546F9-C319-9792-9230-D378C798739B}"/>
                    </a:ext>
                  </a:extLst>
                </p:cNvPr>
                <p:cNvGrpSpPr>
                  <a:grpSpLocks/>
                </p:cNvGrpSpPr>
                <p:nvPr/>
              </p:nvGrpSpPr>
              <p:grpSpPr bwMode="auto">
                <a:xfrm>
                  <a:off x="4451" y="662"/>
                  <a:ext cx="442" cy="951"/>
                  <a:chOff x="3334" y="1717"/>
                  <a:chExt cx="1125" cy="2426"/>
                </a:xfrm>
              </p:grpSpPr>
              <p:sp>
                <p:nvSpPr>
                  <p:cNvPr id="1102" name="Freeform 101">
                    <a:extLst>
                      <a:ext uri="{FF2B5EF4-FFF2-40B4-BE49-F238E27FC236}">
                        <a16:creationId xmlns:a16="http://schemas.microsoft.com/office/drawing/2014/main" id="{DE7FF076-13F5-C82D-F410-3633836E8BC0}"/>
                      </a:ext>
                    </a:extLst>
                  </p:cNvPr>
                  <p:cNvSpPr>
                    <a:spLocks/>
                  </p:cNvSpPr>
                  <p:nvPr/>
                </p:nvSpPr>
                <p:spPr bwMode="hidden">
                  <a:xfrm rot="3144576">
                    <a:off x="2627" y="2423"/>
                    <a:ext cx="1723" cy="312"/>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3" name="Freeform 102">
                    <a:extLst>
                      <a:ext uri="{FF2B5EF4-FFF2-40B4-BE49-F238E27FC236}">
                        <a16:creationId xmlns:a16="http://schemas.microsoft.com/office/drawing/2014/main" id="{DC7991E5-003A-B299-B4A0-DBA5BA1B0B75}"/>
                      </a:ext>
                    </a:extLst>
                  </p:cNvPr>
                  <p:cNvSpPr>
                    <a:spLocks/>
                  </p:cNvSpPr>
                  <p:nvPr/>
                </p:nvSpPr>
                <p:spPr bwMode="hidden">
                  <a:xfrm rot="3144576">
                    <a:off x="3752" y="3435"/>
                    <a:ext cx="925" cy="491"/>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1090" name="Group 103">
                  <a:extLst>
                    <a:ext uri="{FF2B5EF4-FFF2-40B4-BE49-F238E27FC236}">
                      <a16:creationId xmlns:a16="http://schemas.microsoft.com/office/drawing/2014/main" id="{235F4605-A7C5-4B7F-CACB-0CAB8C93FBB3}"/>
                    </a:ext>
                  </a:extLst>
                </p:cNvPr>
                <p:cNvGrpSpPr>
                  <a:grpSpLocks/>
                </p:cNvGrpSpPr>
                <p:nvPr/>
              </p:nvGrpSpPr>
              <p:grpSpPr bwMode="auto">
                <a:xfrm>
                  <a:off x="4391" y="721"/>
                  <a:ext cx="347" cy="951"/>
                  <a:chOff x="3181" y="1866"/>
                  <a:chExt cx="883" cy="2426"/>
                </a:xfrm>
              </p:grpSpPr>
              <p:sp>
                <p:nvSpPr>
                  <p:cNvPr id="1100" name="Freeform 104">
                    <a:extLst>
                      <a:ext uri="{FF2B5EF4-FFF2-40B4-BE49-F238E27FC236}">
                        <a16:creationId xmlns:a16="http://schemas.microsoft.com/office/drawing/2014/main" id="{7BE881D9-23FD-8FBE-557D-EE44DE37D4CD}"/>
                      </a:ext>
                    </a:extLst>
                  </p:cNvPr>
                  <p:cNvSpPr>
                    <a:spLocks/>
                  </p:cNvSpPr>
                  <p:nvPr/>
                </p:nvSpPr>
                <p:spPr bwMode="hidden">
                  <a:xfrm rot="3745735">
                    <a:off x="2509" y="2483"/>
                    <a:ext cx="1643" cy="299"/>
                  </a:xfrm>
                  <a:custGeom>
                    <a:avLst/>
                    <a:gdLst>
                      <a:gd name="T0" fmla="*/ 0 w 2736"/>
                      <a:gd name="T1" fmla="*/ 1 h 504"/>
                      <a:gd name="T2" fmla="*/ 1 w 2736"/>
                      <a:gd name="T3" fmla="*/ 1 h 504"/>
                      <a:gd name="T4" fmla="*/ 1 w 2736"/>
                      <a:gd name="T5" fmla="*/ 1 h 504"/>
                      <a:gd name="T6" fmla="*/ 1 w 2736"/>
                      <a:gd name="T7" fmla="*/ 1 h 504"/>
                      <a:gd name="T8" fmla="*/ 1 w 2736"/>
                      <a:gd name="T9" fmla="*/ 1 h 504"/>
                      <a:gd name="T10" fmla="*/ 1 w 2736"/>
                      <a:gd name="T11" fmla="*/ 1 h 504"/>
                      <a:gd name="T12" fmla="*/ 1 w 2736"/>
                      <a:gd name="T13" fmla="*/ 1 h 504"/>
                      <a:gd name="T14" fmla="*/ 0 w 2736"/>
                      <a:gd name="T15" fmla="*/ 1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1" name="Freeform 105">
                    <a:extLst>
                      <a:ext uri="{FF2B5EF4-FFF2-40B4-BE49-F238E27FC236}">
                        <a16:creationId xmlns:a16="http://schemas.microsoft.com/office/drawing/2014/main" id="{7D603AC4-BB1B-F3EF-C8A2-3D625340155A}"/>
                      </a:ext>
                    </a:extLst>
                  </p:cNvPr>
                  <p:cNvSpPr>
                    <a:spLocks/>
                  </p:cNvSpPr>
                  <p:nvPr/>
                </p:nvSpPr>
                <p:spPr bwMode="hidden">
                  <a:xfrm rot="3745735">
                    <a:off x="3387" y="3554"/>
                    <a:ext cx="885" cy="469"/>
                  </a:xfrm>
                  <a:custGeom>
                    <a:avLst/>
                    <a:gdLst>
                      <a:gd name="T0" fmla="*/ 1 w 1769"/>
                      <a:gd name="T1" fmla="*/ 1 h 791"/>
                      <a:gd name="T2" fmla="*/ 1 w 1769"/>
                      <a:gd name="T3" fmla="*/ 1 h 791"/>
                      <a:gd name="T4" fmla="*/ 1 w 1769"/>
                      <a:gd name="T5" fmla="*/ 1 h 791"/>
                      <a:gd name="T6" fmla="*/ 1 w 1769"/>
                      <a:gd name="T7" fmla="*/ 1 h 791"/>
                      <a:gd name="T8" fmla="*/ 1 w 1769"/>
                      <a:gd name="T9" fmla="*/ 1 h 791"/>
                      <a:gd name="T10" fmla="*/ 1 w 1769"/>
                      <a:gd name="T11" fmla="*/ 1 h 791"/>
                      <a:gd name="T12" fmla="*/ 1 w 1769"/>
                      <a:gd name="T13" fmla="*/ 1 h 791"/>
                      <a:gd name="T14" fmla="*/ 1 w 1769"/>
                      <a:gd name="T15" fmla="*/ 1 h 791"/>
                      <a:gd name="T16" fmla="*/ 1 w 1769"/>
                      <a:gd name="T17" fmla="*/ 1 h 791"/>
                      <a:gd name="T18" fmla="*/ 1 w 1769"/>
                      <a:gd name="T19" fmla="*/ 1 h 791"/>
                      <a:gd name="T20" fmla="*/ 0 w 1769"/>
                      <a:gd name="T21" fmla="*/ 1 h 791"/>
                      <a:gd name="T22" fmla="*/ 1 w 1769"/>
                      <a:gd name="T23" fmla="*/ 1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a:p>
                </p:txBody>
              </p:sp>
            </p:grpSp>
            <p:grpSp>
              <p:nvGrpSpPr>
                <p:cNvPr id="1091" name="Group 106">
                  <a:extLst>
                    <a:ext uri="{FF2B5EF4-FFF2-40B4-BE49-F238E27FC236}">
                      <a16:creationId xmlns:a16="http://schemas.microsoft.com/office/drawing/2014/main" id="{867EB4B6-D81F-C9D3-C7EA-F5A961EC634F}"/>
                    </a:ext>
                  </a:extLst>
                </p:cNvPr>
                <p:cNvGrpSpPr>
                  <a:grpSpLocks/>
                </p:cNvGrpSpPr>
                <p:nvPr/>
              </p:nvGrpSpPr>
              <p:grpSpPr bwMode="auto">
                <a:xfrm>
                  <a:off x="4323" y="767"/>
                  <a:ext cx="243" cy="935"/>
                  <a:chOff x="3006" y="1983"/>
                  <a:chExt cx="619" cy="2386"/>
                </a:xfrm>
              </p:grpSpPr>
              <p:sp>
                <p:nvSpPr>
                  <p:cNvPr id="1098" name="Freeform 107">
                    <a:extLst>
                      <a:ext uri="{FF2B5EF4-FFF2-40B4-BE49-F238E27FC236}">
                        <a16:creationId xmlns:a16="http://schemas.microsoft.com/office/drawing/2014/main" id="{392AD945-06AE-579F-E43F-28C441655917}"/>
                      </a:ext>
                    </a:extLst>
                  </p:cNvPr>
                  <p:cNvSpPr>
                    <a:spLocks/>
                  </p:cNvSpPr>
                  <p:nvPr/>
                </p:nvSpPr>
                <p:spPr bwMode="hidden">
                  <a:xfrm rot="4286818">
                    <a:off x="2328" y="2644"/>
                    <a:ext cx="1600" cy="244"/>
                  </a:xfrm>
                  <a:custGeom>
                    <a:avLst/>
                    <a:gdLst>
                      <a:gd name="T0" fmla="*/ 0 w 2736"/>
                      <a:gd name="T1" fmla="*/ 0 h 504"/>
                      <a:gd name="T2" fmla="*/ 1 w 2736"/>
                      <a:gd name="T3" fmla="*/ 0 h 504"/>
                      <a:gd name="T4" fmla="*/ 1 w 2736"/>
                      <a:gd name="T5" fmla="*/ 0 h 504"/>
                      <a:gd name="T6" fmla="*/ 1 w 2736"/>
                      <a:gd name="T7" fmla="*/ 0 h 504"/>
                      <a:gd name="T8" fmla="*/ 1 w 2736"/>
                      <a:gd name="T9" fmla="*/ 0 h 504"/>
                      <a:gd name="T10" fmla="*/ 1 w 2736"/>
                      <a:gd name="T11" fmla="*/ 0 h 504"/>
                      <a:gd name="T12" fmla="*/ 1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9" name="Freeform 108">
                    <a:extLst>
                      <a:ext uri="{FF2B5EF4-FFF2-40B4-BE49-F238E27FC236}">
                        <a16:creationId xmlns:a16="http://schemas.microsoft.com/office/drawing/2014/main" id="{D4274CFC-10E9-BA9E-EBB0-E9E0DC783C5E}"/>
                      </a:ext>
                    </a:extLst>
                  </p:cNvPr>
                  <p:cNvSpPr>
                    <a:spLocks/>
                  </p:cNvSpPr>
                  <p:nvPr/>
                </p:nvSpPr>
                <p:spPr bwMode="hidden">
                  <a:xfrm rot="4286818">
                    <a:off x="3006" y="3690"/>
                    <a:ext cx="851" cy="386"/>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92" name="Group 109">
                  <a:extLst>
                    <a:ext uri="{FF2B5EF4-FFF2-40B4-BE49-F238E27FC236}">
                      <a16:creationId xmlns:a16="http://schemas.microsoft.com/office/drawing/2014/main" id="{8B2A53A1-20F6-2DAF-75D4-E2179B7FB36E}"/>
                    </a:ext>
                  </a:extLst>
                </p:cNvPr>
                <p:cNvGrpSpPr>
                  <a:grpSpLocks/>
                </p:cNvGrpSpPr>
                <p:nvPr/>
              </p:nvGrpSpPr>
              <p:grpSpPr bwMode="auto">
                <a:xfrm>
                  <a:off x="4249" y="813"/>
                  <a:ext cx="159" cy="870"/>
                  <a:chOff x="2819" y="2101"/>
                  <a:chExt cx="405" cy="2219"/>
                </a:xfrm>
              </p:grpSpPr>
              <p:sp>
                <p:nvSpPr>
                  <p:cNvPr id="1096" name="Freeform 110">
                    <a:extLst>
                      <a:ext uri="{FF2B5EF4-FFF2-40B4-BE49-F238E27FC236}">
                        <a16:creationId xmlns:a16="http://schemas.microsoft.com/office/drawing/2014/main" id="{33813A23-AF98-8F69-ACA3-D6A76FB3212D}"/>
                      </a:ext>
                    </a:extLst>
                  </p:cNvPr>
                  <p:cNvSpPr>
                    <a:spLocks/>
                  </p:cNvSpPr>
                  <p:nvPr/>
                </p:nvSpPr>
                <p:spPr bwMode="hidden">
                  <a:xfrm rot="4898956">
                    <a:off x="2227" y="2677"/>
                    <a:ext cx="1432" cy="247"/>
                  </a:xfrm>
                  <a:custGeom>
                    <a:avLst/>
                    <a:gdLst>
                      <a:gd name="T0" fmla="*/ 0 w 2736"/>
                      <a:gd name="T1" fmla="*/ 0 h 504"/>
                      <a:gd name="T2" fmla="*/ 1 w 2736"/>
                      <a:gd name="T3" fmla="*/ 0 h 504"/>
                      <a:gd name="T4" fmla="*/ 1 w 2736"/>
                      <a:gd name="T5" fmla="*/ 0 h 504"/>
                      <a:gd name="T6" fmla="*/ 1 w 2736"/>
                      <a:gd name="T7" fmla="*/ 0 h 504"/>
                      <a:gd name="T8" fmla="*/ 1 w 2736"/>
                      <a:gd name="T9" fmla="*/ 0 h 504"/>
                      <a:gd name="T10" fmla="*/ 1 w 2736"/>
                      <a:gd name="T11" fmla="*/ 0 h 504"/>
                      <a:gd name="T12" fmla="*/ 1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7" name="Freeform 111">
                    <a:extLst>
                      <a:ext uri="{FF2B5EF4-FFF2-40B4-BE49-F238E27FC236}">
                        <a16:creationId xmlns:a16="http://schemas.microsoft.com/office/drawing/2014/main" id="{793884BA-E521-C0FA-6991-58BE88CF52EE}"/>
                      </a:ext>
                    </a:extLst>
                  </p:cNvPr>
                  <p:cNvSpPr>
                    <a:spLocks/>
                  </p:cNvSpPr>
                  <p:nvPr/>
                </p:nvSpPr>
                <p:spPr bwMode="hidden">
                  <a:xfrm rot="4898956">
                    <a:off x="2637" y="3671"/>
                    <a:ext cx="789" cy="386"/>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93" name="Group 112">
                  <a:extLst>
                    <a:ext uri="{FF2B5EF4-FFF2-40B4-BE49-F238E27FC236}">
                      <a16:creationId xmlns:a16="http://schemas.microsoft.com/office/drawing/2014/main" id="{888CA59D-F18C-43EC-4953-93DEBA59F3DB}"/>
                    </a:ext>
                  </a:extLst>
                </p:cNvPr>
                <p:cNvGrpSpPr>
                  <a:grpSpLocks/>
                </p:cNvGrpSpPr>
                <p:nvPr/>
              </p:nvGrpSpPr>
              <p:grpSpPr bwMode="auto">
                <a:xfrm>
                  <a:off x="4045" y="826"/>
                  <a:ext cx="167" cy="857"/>
                  <a:chOff x="2287" y="2135"/>
                  <a:chExt cx="426" cy="2185"/>
                </a:xfrm>
              </p:grpSpPr>
              <p:sp>
                <p:nvSpPr>
                  <p:cNvPr id="1094" name="Freeform 113">
                    <a:extLst>
                      <a:ext uri="{FF2B5EF4-FFF2-40B4-BE49-F238E27FC236}">
                        <a16:creationId xmlns:a16="http://schemas.microsoft.com/office/drawing/2014/main" id="{0AB50C0E-BABD-9B8F-DB40-D4181A8A89D5}"/>
                      </a:ext>
                    </a:extLst>
                  </p:cNvPr>
                  <p:cNvSpPr>
                    <a:spLocks/>
                  </p:cNvSpPr>
                  <p:nvPr/>
                </p:nvSpPr>
                <p:spPr bwMode="hidden">
                  <a:xfrm rot="5755659">
                    <a:off x="1903" y="2758"/>
                    <a:ext cx="1432" cy="186"/>
                  </a:xfrm>
                  <a:custGeom>
                    <a:avLst/>
                    <a:gdLst>
                      <a:gd name="T0" fmla="*/ 0 w 2736"/>
                      <a:gd name="T1" fmla="*/ 0 h 504"/>
                      <a:gd name="T2" fmla="*/ 1 w 2736"/>
                      <a:gd name="T3" fmla="*/ 0 h 504"/>
                      <a:gd name="T4" fmla="*/ 1 w 2736"/>
                      <a:gd name="T5" fmla="*/ 0 h 504"/>
                      <a:gd name="T6" fmla="*/ 1 w 2736"/>
                      <a:gd name="T7" fmla="*/ 0 h 504"/>
                      <a:gd name="T8" fmla="*/ 1 w 2736"/>
                      <a:gd name="T9" fmla="*/ 0 h 504"/>
                      <a:gd name="T10" fmla="*/ 1 w 2736"/>
                      <a:gd name="T11" fmla="*/ 0 h 504"/>
                      <a:gd name="T12" fmla="*/ 1 w 2736"/>
                      <a:gd name="T13" fmla="*/ 0 h 504"/>
                      <a:gd name="T14" fmla="*/ 0 w 2736"/>
                      <a:gd name="T15" fmla="*/ 0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5" name="Freeform 114">
                    <a:extLst>
                      <a:ext uri="{FF2B5EF4-FFF2-40B4-BE49-F238E27FC236}">
                        <a16:creationId xmlns:a16="http://schemas.microsoft.com/office/drawing/2014/main" id="{849AE306-A58D-158F-ED1A-A7C4EC916AAD}"/>
                      </a:ext>
                    </a:extLst>
                  </p:cNvPr>
                  <p:cNvSpPr>
                    <a:spLocks/>
                  </p:cNvSpPr>
                  <p:nvPr/>
                </p:nvSpPr>
                <p:spPr bwMode="hidden">
                  <a:xfrm rot="5755659">
                    <a:off x="2051" y="3728"/>
                    <a:ext cx="767" cy="294"/>
                  </a:xfrm>
                  <a:custGeom>
                    <a:avLst/>
                    <a:gdLst>
                      <a:gd name="T0" fmla="*/ 0 w 1769"/>
                      <a:gd name="T1" fmla="*/ 0 h 791"/>
                      <a:gd name="T2" fmla="*/ 0 w 1769"/>
                      <a:gd name="T3" fmla="*/ 0 h 791"/>
                      <a:gd name="T4" fmla="*/ 0 w 1769"/>
                      <a:gd name="T5" fmla="*/ 0 h 791"/>
                      <a:gd name="T6" fmla="*/ 0 w 1769"/>
                      <a:gd name="T7" fmla="*/ 0 h 791"/>
                      <a:gd name="T8" fmla="*/ 0 w 1769"/>
                      <a:gd name="T9" fmla="*/ 0 h 791"/>
                      <a:gd name="T10" fmla="*/ 0 w 1769"/>
                      <a:gd name="T11" fmla="*/ 0 h 791"/>
                      <a:gd name="T12" fmla="*/ 0 w 1769"/>
                      <a:gd name="T13" fmla="*/ 0 h 791"/>
                      <a:gd name="T14" fmla="*/ 0 w 1769"/>
                      <a:gd name="T15" fmla="*/ 0 h 791"/>
                      <a:gd name="T16" fmla="*/ 0 w 1769"/>
                      <a:gd name="T17" fmla="*/ 0 h 791"/>
                      <a:gd name="T18" fmla="*/ 0 w 1769"/>
                      <a:gd name="T19" fmla="*/ 0 h 791"/>
                      <a:gd name="T20" fmla="*/ 0 w 1769"/>
                      <a:gd name="T21" fmla="*/ 0 h 791"/>
                      <a:gd name="T22" fmla="*/ 0 w 1769"/>
                      <a:gd name="T23" fmla="*/ 0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sp>
            <p:nvSpPr>
              <p:cNvPr id="1038" name="Freeform 115">
                <a:extLst>
                  <a:ext uri="{FF2B5EF4-FFF2-40B4-BE49-F238E27FC236}">
                    <a16:creationId xmlns:a16="http://schemas.microsoft.com/office/drawing/2014/main" id="{EF72535B-513D-5101-BEDA-B441CF0C7062}"/>
                  </a:ext>
                </a:extLst>
              </p:cNvPr>
              <p:cNvSpPr>
                <a:spLocks/>
              </p:cNvSpPr>
              <p:nvPr/>
            </p:nvSpPr>
            <p:spPr bwMode="hidden">
              <a:xfrm flipH="1">
                <a:off x="3873" y="934"/>
                <a:ext cx="190" cy="580"/>
              </a:xfrm>
              <a:custGeom>
                <a:avLst/>
                <a:gdLst>
                  <a:gd name="T0" fmla="*/ 0 w 776"/>
                  <a:gd name="T1" fmla="*/ 0 h 2368"/>
                  <a:gd name="T2" fmla="*/ 0 w 776"/>
                  <a:gd name="T3" fmla="*/ 0 h 2368"/>
                  <a:gd name="T4" fmla="*/ 0 w 776"/>
                  <a:gd name="T5" fmla="*/ 0 h 2368"/>
                  <a:gd name="T6" fmla="*/ 0 w 776"/>
                  <a:gd name="T7" fmla="*/ 0 h 2368"/>
                  <a:gd name="T8" fmla="*/ 0 w 776"/>
                  <a:gd name="T9" fmla="*/ 0 h 2368"/>
                  <a:gd name="T10" fmla="*/ 0 w 776"/>
                  <a:gd name="T11" fmla="*/ 0 h 2368"/>
                  <a:gd name="T12" fmla="*/ 0 w 776"/>
                  <a:gd name="T13" fmla="*/ 0 h 2368"/>
                  <a:gd name="T14" fmla="*/ 0 w 776"/>
                  <a:gd name="T15" fmla="*/ 0 h 2368"/>
                  <a:gd name="T16" fmla="*/ 0 w 776"/>
                  <a:gd name="T17" fmla="*/ 0 h 2368"/>
                  <a:gd name="T18" fmla="*/ 0 w 776"/>
                  <a:gd name="T19" fmla="*/ 0 h 2368"/>
                  <a:gd name="T20" fmla="*/ 0 w 776"/>
                  <a:gd name="T21" fmla="*/ 0 h 2368"/>
                  <a:gd name="T22" fmla="*/ 0 w 776"/>
                  <a:gd name="T23" fmla="*/ 0 h 2368"/>
                  <a:gd name="T24" fmla="*/ 0 w 776"/>
                  <a:gd name="T25" fmla="*/ 0 h 2368"/>
                  <a:gd name="T26" fmla="*/ 0 w 776"/>
                  <a:gd name="T27" fmla="*/ 0 h 2368"/>
                  <a:gd name="T28" fmla="*/ 0 w 776"/>
                  <a:gd name="T29" fmla="*/ 0 h 2368"/>
                  <a:gd name="T30" fmla="*/ 0 w 776"/>
                  <a:gd name="T31" fmla="*/ 0 h 2368"/>
                  <a:gd name="T32" fmla="*/ 0 w 776"/>
                  <a:gd name="T33" fmla="*/ 0 h 2368"/>
                  <a:gd name="T34" fmla="*/ 0 w 776"/>
                  <a:gd name="T35" fmla="*/ 0 h 2368"/>
                  <a:gd name="T36" fmla="*/ 0 w 776"/>
                  <a:gd name="T37" fmla="*/ 0 h 2368"/>
                  <a:gd name="T38" fmla="*/ 0 w 776"/>
                  <a:gd name="T39" fmla="*/ 0 h 2368"/>
                  <a:gd name="T40" fmla="*/ 0 w 776"/>
                  <a:gd name="T41" fmla="*/ 0 h 2368"/>
                  <a:gd name="T42" fmla="*/ 0 w 776"/>
                  <a:gd name="T43" fmla="*/ 0 h 2368"/>
                  <a:gd name="T44" fmla="*/ 0 w 776"/>
                  <a:gd name="T45" fmla="*/ 0 h 2368"/>
                  <a:gd name="T46" fmla="*/ 0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39" name="Arc 116">
                <a:extLst>
                  <a:ext uri="{FF2B5EF4-FFF2-40B4-BE49-F238E27FC236}">
                    <a16:creationId xmlns:a16="http://schemas.microsoft.com/office/drawing/2014/main" id="{98B67AD9-A007-41A9-DE8C-FADF7037CCC0}"/>
                  </a:ext>
                </a:extLst>
              </p:cNvPr>
              <p:cNvSpPr>
                <a:spLocks/>
              </p:cNvSpPr>
              <p:nvPr/>
            </p:nvSpPr>
            <p:spPr bwMode="hidden">
              <a:xfrm flipH="1">
                <a:off x="3527" y="725"/>
                <a:ext cx="832" cy="900"/>
              </a:xfrm>
              <a:custGeom>
                <a:avLst/>
                <a:gdLst>
                  <a:gd name="T0" fmla="*/ 0 w 21600"/>
                  <a:gd name="T1" fmla="*/ 0 h 21602"/>
                  <a:gd name="T2" fmla="*/ 0 w 21600"/>
                  <a:gd name="T3" fmla="*/ 0 h 21602"/>
                  <a:gd name="T4" fmla="*/ 0 w 21600"/>
                  <a:gd name="T5" fmla="*/ 0 h 21602"/>
                  <a:gd name="T6" fmla="*/ 0 60000 65536"/>
                  <a:gd name="T7" fmla="*/ 0 60000 65536"/>
                  <a:gd name="T8" fmla="*/ 0 60000 65536"/>
                </a:gdLst>
                <a:ahLst/>
                <a:cxnLst>
                  <a:cxn ang="T6">
                    <a:pos x="T0" y="T1"/>
                  </a:cxn>
                  <a:cxn ang="T7">
                    <a:pos x="T2" y="T3"/>
                  </a:cxn>
                  <a:cxn ang="T8">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lnTo>
                      <a:pt x="5466" y="0"/>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40" name="Arc 117">
                <a:extLst>
                  <a:ext uri="{FF2B5EF4-FFF2-40B4-BE49-F238E27FC236}">
                    <a16:creationId xmlns:a16="http://schemas.microsoft.com/office/drawing/2014/main" id="{B09107DE-4C54-5E33-7BD9-614B410BB35E}"/>
                  </a:ext>
                </a:extLst>
              </p:cNvPr>
              <p:cNvSpPr>
                <a:spLocks/>
              </p:cNvSpPr>
              <p:nvPr/>
            </p:nvSpPr>
            <p:spPr bwMode="hidden">
              <a:xfrm flipV="1">
                <a:off x="4278" y="179"/>
                <a:ext cx="1007" cy="802"/>
              </a:xfrm>
              <a:custGeom>
                <a:avLst/>
                <a:gdLst>
                  <a:gd name="T0" fmla="*/ 0 w 36729"/>
                  <a:gd name="T1" fmla="*/ 0 h 21600"/>
                  <a:gd name="T2" fmla="*/ 0 w 36729"/>
                  <a:gd name="T3" fmla="*/ 0 h 21600"/>
                  <a:gd name="T4" fmla="*/ 0 w 36729"/>
                  <a:gd name="T5" fmla="*/ 0 h 21600"/>
                  <a:gd name="T6" fmla="*/ 0 60000 65536"/>
                  <a:gd name="T7" fmla="*/ 0 60000 65536"/>
                  <a:gd name="T8" fmla="*/ 0 60000 65536"/>
                </a:gdLst>
                <a:ahLst/>
                <a:cxnLst>
                  <a:cxn ang="T6">
                    <a:pos x="T0" y="T1"/>
                  </a:cxn>
                  <a:cxn ang="T7">
                    <a:pos x="T2" y="T3"/>
                  </a:cxn>
                  <a:cxn ang="T8">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lnTo>
                      <a:pt x="36729" y="1045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41" name="Arc 118">
                <a:extLst>
                  <a:ext uri="{FF2B5EF4-FFF2-40B4-BE49-F238E27FC236}">
                    <a16:creationId xmlns:a16="http://schemas.microsoft.com/office/drawing/2014/main" id="{B8AD8F70-56A1-2623-9CFC-FDD9F6BC971A}"/>
                  </a:ext>
                </a:extLst>
              </p:cNvPr>
              <p:cNvSpPr>
                <a:spLocks/>
              </p:cNvSpPr>
              <p:nvPr/>
            </p:nvSpPr>
            <p:spPr bwMode="hidden">
              <a:xfrm flipH="1">
                <a:off x="3612" y="580"/>
                <a:ext cx="485" cy="933"/>
              </a:xfrm>
              <a:custGeom>
                <a:avLst/>
                <a:gdLst>
                  <a:gd name="T0" fmla="*/ 0 w 28940"/>
                  <a:gd name="T1" fmla="*/ 0 h 22305"/>
                  <a:gd name="T2" fmla="*/ 0 w 28940"/>
                  <a:gd name="T3" fmla="*/ 0 h 22305"/>
                  <a:gd name="T4" fmla="*/ 0 w 28940"/>
                  <a:gd name="T5" fmla="*/ 0 h 22305"/>
                  <a:gd name="T6" fmla="*/ 0 60000 65536"/>
                  <a:gd name="T7" fmla="*/ 0 60000 65536"/>
                  <a:gd name="T8" fmla="*/ 0 60000 65536"/>
                </a:gdLst>
                <a:ahLst/>
                <a:cxnLst>
                  <a:cxn ang="T6">
                    <a:pos x="T0" y="T1"/>
                  </a:cxn>
                  <a:cxn ang="T7">
                    <a:pos x="T2" y="T3"/>
                  </a:cxn>
                  <a:cxn ang="T8">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lnTo>
                      <a:pt x="0" y="128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42" name="Arc 119">
                <a:extLst>
                  <a:ext uri="{FF2B5EF4-FFF2-40B4-BE49-F238E27FC236}">
                    <a16:creationId xmlns:a16="http://schemas.microsoft.com/office/drawing/2014/main" id="{650801F9-7031-581E-709B-27743BE5B789}"/>
                  </a:ext>
                </a:extLst>
              </p:cNvPr>
              <p:cNvSpPr>
                <a:spLocks/>
              </p:cNvSpPr>
              <p:nvPr/>
            </p:nvSpPr>
            <p:spPr bwMode="hidden">
              <a:xfrm flipH="1">
                <a:off x="3267" y="628"/>
                <a:ext cx="791" cy="928"/>
              </a:xfrm>
              <a:custGeom>
                <a:avLst/>
                <a:gdLst>
                  <a:gd name="T0" fmla="*/ 0 w 30473"/>
                  <a:gd name="T1" fmla="*/ 0 h 22305"/>
                  <a:gd name="T2" fmla="*/ 0 w 30473"/>
                  <a:gd name="T3" fmla="*/ 0 h 22305"/>
                  <a:gd name="T4" fmla="*/ 0 w 30473"/>
                  <a:gd name="T5" fmla="*/ 0 h 22305"/>
                  <a:gd name="T6" fmla="*/ 0 60000 65536"/>
                  <a:gd name="T7" fmla="*/ 0 60000 65536"/>
                  <a:gd name="T8" fmla="*/ 0 60000 65536"/>
                </a:gdLst>
                <a:ahLst/>
                <a:cxnLst>
                  <a:cxn ang="T6">
                    <a:pos x="T0" y="T1"/>
                  </a:cxn>
                  <a:cxn ang="T7">
                    <a:pos x="T2" y="T3"/>
                  </a:cxn>
                  <a:cxn ang="T8">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lnTo>
                      <a:pt x="-1" y="1906"/>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43" name="Arc 120">
                <a:extLst>
                  <a:ext uri="{FF2B5EF4-FFF2-40B4-BE49-F238E27FC236}">
                    <a16:creationId xmlns:a16="http://schemas.microsoft.com/office/drawing/2014/main" id="{989F8CD8-0851-BA15-0D36-8AACA9A2218B}"/>
                  </a:ext>
                </a:extLst>
              </p:cNvPr>
              <p:cNvSpPr>
                <a:spLocks/>
              </p:cNvSpPr>
              <p:nvPr/>
            </p:nvSpPr>
            <p:spPr bwMode="hidden">
              <a:xfrm flipH="1">
                <a:off x="3197" y="458"/>
                <a:ext cx="932" cy="933"/>
              </a:xfrm>
              <a:custGeom>
                <a:avLst/>
                <a:gdLst>
                  <a:gd name="T0" fmla="*/ 0 w 34455"/>
                  <a:gd name="T1" fmla="*/ 0 h 22305"/>
                  <a:gd name="T2" fmla="*/ 0 w 34455"/>
                  <a:gd name="T3" fmla="*/ 0 h 22305"/>
                  <a:gd name="T4" fmla="*/ 0 w 34455"/>
                  <a:gd name="T5" fmla="*/ 0 h 22305"/>
                  <a:gd name="T6" fmla="*/ 0 60000 65536"/>
                  <a:gd name="T7" fmla="*/ 0 60000 65536"/>
                  <a:gd name="T8" fmla="*/ 0 60000 65536"/>
                </a:gdLst>
                <a:ahLst/>
                <a:cxnLst>
                  <a:cxn ang="T6">
                    <a:pos x="T0" y="T1"/>
                  </a:cxn>
                  <a:cxn ang="T7">
                    <a:pos x="T2" y="T3"/>
                  </a:cxn>
                  <a:cxn ang="T8">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lnTo>
                      <a:pt x="0" y="4241"/>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44" name="Arc 121">
                <a:extLst>
                  <a:ext uri="{FF2B5EF4-FFF2-40B4-BE49-F238E27FC236}">
                    <a16:creationId xmlns:a16="http://schemas.microsoft.com/office/drawing/2014/main" id="{A93E32A1-52EC-2508-8679-A6928BB56552}"/>
                  </a:ext>
                </a:extLst>
              </p:cNvPr>
              <p:cNvSpPr>
                <a:spLocks/>
              </p:cNvSpPr>
              <p:nvPr/>
            </p:nvSpPr>
            <p:spPr bwMode="hidden">
              <a:xfrm>
                <a:off x="4229" y="589"/>
                <a:ext cx="149" cy="933"/>
              </a:xfrm>
              <a:custGeom>
                <a:avLst/>
                <a:gdLst>
                  <a:gd name="T0" fmla="*/ 0 w 34812"/>
                  <a:gd name="T1" fmla="*/ 0 h 22305"/>
                  <a:gd name="T2" fmla="*/ 0 w 34812"/>
                  <a:gd name="T3" fmla="*/ 0 h 22305"/>
                  <a:gd name="T4" fmla="*/ 0 w 34812"/>
                  <a:gd name="T5" fmla="*/ 0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45" name="Arc 122">
                <a:extLst>
                  <a:ext uri="{FF2B5EF4-FFF2-40B4-BE49-F238E27FC236}">
                    <a16:creationId xmlns:a16="http://schemas.microsoft.com/office/drawing/2014/main" id="{582BE4DD-73B0-8324-4327-D367C51821C1}"/>
                  </a:ext>
                </a:extLst>
              </p:cNvPr>
              <p:cNvSpPr>
                <a:spLocks/>
              </p:cNvSpPr>
              <p:nvPr/>
            </p:nvSpPr>
            <p:spPr bwMode="hidden">
              <a:xfrm>
                <a:off x="4269" y="585"/>
                <a:ext cx="393" cy="933"/>
              </a:xfrm>
              <a:custGeom>
                <a:avLst/>
                <a:gdLst>
                  <a:gd name="T0" fmla="*/ 0 w 34812"/>
                  <a:gd name="T1" fmla="*/ 0 h 22305"/>
                  <a:gd name="T2" fmla="*/ 0 w 34812"/>
                  <a:gd name="T3" fmla="*/ 0 h 22305"/>
                  <a:gd name="T4" fmla="*/ 0 w 34812"/>
                  <a:gd name="T5" fmla="*/ 0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46" name="Arc 123">
                <a:extLst>
                  <a:ext uri="{FF2B5EF4-FFF2-40B4-BE49-F238E27FC236}">
                    <a16:creationId xmlns:a16="http://schemas.microsoft.com/office/drawing/2014/main" id="{E9E55C62-2EB7-3130-A653-147FB6C8C2D9}"/>
                  </a:ext>
                </a:extLst>
              </p:cNvPr>
              <p:cNvSpPr>
                <a:spLocks/>
              </p:cNvSpPr>
              <p:nvPr/>
            </p:nvSpPr>
            <p:spPr bwMode="hidden">
              <a:xfrm>
                <a:off x="4302" y="463"/>
                <a:ext cx="558" cy="933"/>
              </a:xfrm>
              <a:custGeom>
                <a:avLst/>
                <a:gdLst>
                  <a:gd name="T0" fmla="*/ 0 w 34812"/>
                  <a:gd name="T1" fmla="*/ 0 h 22305"/>
                  <a:gd name="T2" fmla="*/ 0 w 34812"/>
                  <a:gd name="T3" fmla="*/ 0 h 22305"/>
                  <a:gd name="T4" fmla="*/ 0 w 34812"/>
                  <a:gd name="T5" fmla="*/ 0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47" name="Freeform 124">
                <a:extLst>
                  <a:ext uri="{FF2B5EF4-FFF2-40B4-BE49-F238E27FC236}">
                    <a16:creationId xmlns:a16="http://schemas.microsoft.com/office/drawing/2014/main" id="{0955236F-7271-E3E9-5F1A-E5983419BCB2}"/>
                  </a:ext>
                </a:extLst>
              </p:cNvPr>
              <p:cNvSpPr>
                <a:spLocks/>
              </p:cNvSpPr>
              <p:nvPr/>
            </p:nvSpPr>
            <p:spPr bwMode="hidden">
              <a:xfrm>
                <a:off x="4410" y="1033"/>
                <a:ext cx="188" cy="580"/>
              </a:xfrm>
              <a:custGeom>
                <a:avLst/>
                <a:gdLst>
                  <a:gd name="T0" fmla="*/ 0 w 776"/>
                  <a:gd name="T1" fmla="*/ 0 h 2368"/>
                  <a:gd name="T2" fmla="*/ 0 w 776"/>
                  <a:gd name="T3" fmla="*/ 0 h 2368"/>
                  <a:gd name="T4" fmla="*/ 0 w 776"/>
                  <a:gd name="T5" fmla="*/ 0 h 2368"/>
                  <a:gd name="T6" fmla="*/ 0 w 776"/>
                  <a:gd name="T7" fmla="*/ 0 h 2368"/>
                  <a:gd name="T8" fmla="*/ 0 w 776"/>
                  <a:gd name="T9" fmla="*/ 0 h 2368"/>
                  <a:gd name="T10" fmla="*/ 0 w 776"/>
                  <a:gd name="T11" fmla="*/ 0 h 2368"/>
                  <a:gd name="T12" fmla="*/ 0 w 776"/>
                  <a:gd name="T13" fmla="*/ 0 h 2368"/>
                  <a:gd name="T14" fmla="*/ 0 w 776"/>
                  <a:gd name="T15" fmla="*/ 0 h 2368"/>
                  <a:gd name="T16" fmla="*/ 0 w 776"/>
                  <a:gd name="T17" fmla="*/ 0 h 2368"/>
                  <a:gd name="T18" fmla="*/ 0 w 776"/>
                  <a:gd name="T19" fmla="*/ 0 h 2368"/>
                  <a:gd name="T20" fmla="*/ 0 w 776"/>
                  <a:gd name="T21" fmla="*/ 0 h 2368"/>
                  <a:gd name="T22" fmla="*/ 0 w 776"/>
                  <a:gd name="T23" fmla="*/ 0 h 2368"/>
                  <a:gd name="T24" fmla="*/ 0 w 776"/>
                  <a:gd name="T25" fmla="*/ 0 h 2368"/>
                  <a:gd name="T26" fmla="*/ 0 w 776"/>
                  <a:gd name="T27" fmla="*/ 0 h 2368"/>
                  <a:gd name="T28" fmla="*/ 0 w 776"/>
                  <a:gd name="T29" fmla="*/ 0 h 2368"/>
                  <a:gd name="T30" fmla="*/ 0 w 776"/>
                  <a:gd name="T31" fmla="*/ 0 h 2368"/>
                  <a:gd name="T32" fmla="*/ 0 w 776"/>
                  <a:gd name="T33" fmla="*/ 0 h 2368"/>
                  <a:gd name="T34" fmla="*/ 0 w 776"/>
                  <a:gd name="T35" fmla="*/ 0 h 2368"/>
                  <a:gd name="T36" fmla="*/ 0 w 776"/>
                  <a:gd name="T37" fmla="*/ 0 h 2368"/>
                  <a:gd name="T38" fmla="*/ 0 w 776"/>
                  <a:gd name="T39" fmla="*/ 0 h 2368"/>
                  <a:gd name="T40" fmla="*/ 0 w 776"/>
                  <a:gd name="T41" fmla="*/ 0 h 2368"/>
                  <a:gd name="T42" fmla="*/ 0 w 776"/>
                  <a:gd name="T43" fmla="*/ 0 h 2368"/>
                  <a:gd name="T44" fmla="*/ 0 w 776"/>
                  <a:gd name="T45" fmla="*/ 0 h 2368"/>
                  <a:gd name="T46" fmla="*/ 0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48" name="Freeform 125">
                <a:extLst>
                  <a:ext uri="{FF2B5EF4-FFF2-40B4-BE49-F238E27FC236}">
                    <a16:creationId xmlns:a16="http://schemas.microsoft.com/office/drawing/2014/main" id="{24D2579C-DEE0-4290-4B84-08A7E0042C2E}"/>
                  </a:ext>
                </a:extLst>
              </p:cNvPr>
              <p:cNvSpPr>
                <a:spLocks/>
              </p:cNvSpPr>
              <p:nvPr/>
            </p:nvSpPr>
            <p:spPr bwMode="hidden">
              <a:xfrm rot="19660755" flipV="1">
                <a:off x="4114" y="843"/>
                <a:ext cx="171" cy="326"/>
              </a:xfrm>
              <a:custGeom>
                <a:avLst/>
                <a:gdLst>
                  <a:gd name="T0" fmla="*/ 0 w 776"/>
                  <a:gd name="T1" fmla="*/ 0 h 2368"/>
                  <a:gd name="T2" fmla="*/ 0 w 776"/>
                  <a:gd name="T3" fmla="*/ 0 h 2368"/>
                  <a:gd name="T4" fmla="*/ 0 w 776"/>
                  <a:gd name="T5" fmla="*/ 0 h 2368"/>
                  <a:gd name="T6" fmla="*/ 0 w 776"/>
                  <a:gd name="T7" fmla="*/ 0 h 2368"/>
                  <a:gd name="T8" fmla="*/ 0 w 776"/>
                  <a:gd name="T9" fmla="*/ 0 h 2368"/>
                  <a:gd name="T10" fmla="*/ 0 w 776"/>
                  <a:gd name="T11" fmla="*/ 0 h 2368"/>
                  <a:gd name="T12" fmla="*/ 0 w 776"/>
                  <a:gd name="T13" fmla="*/ 0 h 2368"/>
                  <a:gd name="T14" fmla="*/ 0 w 776"/>
                  <a:gd name="T15" fmla="*/ 0 h 2368"/>
                  <a:gd name="T16" fmla="*/ 0 w 776"/>
                  <a:gd name="T17" fmla="*/ 0 h 2368"/>
                  <a:gd name="T18" fmla="*/ 0 w 776"/>
                  <a:gd name="T19" fmla="*/ 0 h 2368"/>
                  <a:gd name="T20" fmla="*/ 0 w 776"/>
                  <a:gd name="T21" fmla="*/ 0 h 2368"/>
                  <a:gd name="T22" fmla="*/ 0 w 776"/>
                  <a:gd name="T23" fmla="*/ 0 h 2368"/>
                  <a:gd name="T24" fmla="*/ 0 w 776"/>
                  <a:gd name="T25" fmla="*/ 0 h 2368"/>
                  <a:gd name="T26" fmla="*/ 0 w 776"/>
                  <a:gd name="T27" fmla="*/ 0 h 2368"/>
                  <a:gd name="T28" fmla="*/ 0 w 776"/>
                  <a:gd name="T29" fmla="*/ 0 h 2368"/>
                  <a:gd name="T30" fmla="*/ 0 w 776"/>
                  <a:gd name="T31" fmla="*/ 0 h 2368"/>
                  <a:gd name="T32" fmla="*/ 0 w 776"/>
                  <a:gd name="T33" fmla="*/ 0 h 2368"/>
                  <a:gd name="T34" fmla="*/ 0 w 776"/>
                  <a:gd name="T35" fmla="*/ 0 h 2368"/>
                  <a:gd name="T36" fmla="*/ 0 w 776"/>
                  <a:gd name="T37" fmla="*/ 0 h 2368"/>
                  <a:gd name="T38" fmla="*/ 0 w 776"/>
                  <a:gd name="T39" fmla="*/ 0 h 2368"/>
                  <a:gd name="T40" fmla="*/ 0 w 776"/>
                  <a:gd name="T41" fmla="*/ 0 h 2368"/>
                  <a:gd name="T42" fmla="*/ 0 w 776"/>
                  <a:gd name="T43" fmla="*/ 0 h 2368"/>
                  <a:gd name="T44" fmla="*/ 0 w 776"/>
                  <a:gd name="T45" fmla="*/ 0 h 2368"/>
                  <a:gd name="T46" fmla="*/ 0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49" name="Arc 126">
                <a:extLst>
                  <a:ext uri="{FF2B5EF4-FFF2-40B4-BE49-F238E27FC236}">
                    <a16:creationId xmlns:a16="http://schemas.microsoft.com/office/drawing/2014/main" id="{3C2EF669-AC82-E3C1-1347-4AAC419BDACF}"/>
                  </a:ext>
                </a:extLst>
              </p:cNvPr>
              <p:cNvSpPr>
                <a:spLocks/>
              </p:cNvSpPr>
              <p:nvPr/>
            </p:nvSpPr>
            <p:spPr bwMode="hidden">
              <a:xfrm flipH="1">
                <a:off x="3144" y="319"/>
                <a:ext cx="996" cy="933"/>
              </a:xfrm>
              <a:custGeom>
                <a:avLst/>
                <a:gdLst>
                  <a:gd name="T0" fmla="*/ 0 w 36830"/>
                  <a:gd name="T1" fmla="*/ 0 h 22305"/>
                  <a:gd name="T2" fmla="*/ 0 w 36830"/>
                  <a:gd name="T3" fmla="*/ 0 h 22305"/>
                  <a:gd name="T4" fmla="*/ 0 w 36830"/>
                  <a:gd name="T5" fmla="*/ 0 h 22305"/>
                  <a:gd name="T6" fmla="*/ 0 60000 65536"/>
                  <a:gd name="T7" fmla="*/ 0 60000 65536"/>
                  <a:gd name="T8" fmla="*/ 0 60000 65536"/>
                </a:gdLst>
                <a:ahLst/>
                <a:cxnLst>
                  <a:cxn ang="T6">
                    <a:pos x="T0" y="T1"/>
                  </a:cxn>
                  <a:cxn ang="T7">
                    <a:pos x="T2" y="T3"/>
                  </a:cxn>
                  <a:cxn ang="T8">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lnTo>
                      <a:pt x="0" y="6283"/>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50" name="Arc 127">
                <a:extLst>
                  <a:ext uri="{FF2B5EF4-FFF2-40B4-BE49-F238E27FC236}">
                    <a16:creationId xmlns:a16="http://schemas.microsoft.com/office/drawing/2014/main" id="{07C78BE5-5E95-71C9-3A55-05CE81E3EE22}"/>
                  </a:ext>
                </a:extLst>
              </p:cNvPr>
              <p:cNvSpPr>
                <a:spLocks/>
              </p:cNvSpPr>
              <p:nvPr/>
            </p:nvSpPr>
            <p:spPr bwMode="hidden">
              <a:xfrm flipH="1">
                <a:off x="3426" y="122"/>
                <a:ext cx="724" cy="899"/>
              </a:xfrm>
              <a:custGeom>
                <a:avLst/>
                <a:gdLst>
                  <a:gd name="T0" fmla="*/ 0 w 31881"/>
                  <a:gd name="T1" fmla="*/ 0 h 21600"/>
                  <a:gd name="T2" fmla="*/ 0 w 31881"/>
                  <a:gd name="T3" fmla="*/ 0 h 21600"/>
                  <a:gd name="T4" fmla="*/ 0 w 31881"/>
                  <a:gd name="T5" fmla="*/ 0 h 21600"/>
                  <a:gd name="T6" fmla="*/ 0 60000 65536"/>
                  <a:gd name="T7" fmla="*/ 0 60000 65536"/>
                  <a:gd name="T8" fmla="*/ 0 60000 65536"/>
                </a:gdLst>
                <a:ahLst/>
                <a:cxnLst>
                  <a:cxn ang="T6">
                    <a:pos x="T0" y="T1"/>
                  </a:cxn>
                  <a:cxn ang="T7">
                    <a:pos x="T2" y="T3"/>
                  </a:cxn>
                  <a:cxn ang="T8">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lnTo>
                      <a:pt x="-1" y="10015"/>
                    </a:lnTo>
                    <a:close/>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51" name="Arc 128">
                <a:extLst>
                  <a:ext uri="{FF2B5EF4-FFF2-40B4-BE49-F238E27FC236}">
                    <a16:creationId xmlns:a16="http://schemas.microsoft.com/office/drawing/2014/main" id="{444AA61F-89A3-33E4-7691-18C59598B4E5}"/>
                  </a:ext>
                </a:extLst>
              </p:cNvPr>
              <p:cNvSpPr>
                <a:spLocks/>
              </p:cNvSpPr>
              <p:nvPr/>
            </p:nvSpPr>
            <p:spPr bwMode="hidden">
              <a:xfrm>
                <a:off x="4199" y="502"/>
                <a:ext cx="297" cy="901"/>
              </a:xfrm>
              <a:custGeom>
                <a:avLst/>
                <a:gdLst>
                  <a:gd name="T0" fmla="*/ 0 w 31146"/>
                  <a:gd name="T1" fmla="*/ 0 h 21600"/>
                  <a:gd name="T2" fmla="*/ 0 w 31146"/>
                  <a:gd name="T3" fmla="*/ 0 h 21600"/>
                  <a:gd name="T4" fmla="*/ 0 w 31146"/>
                  <a:gd name="T5" fmla="*/ 0 h 21600"/>
                  <a:gd name="T6" fmla="*/ 0 60000 65536"/>
                  <a:gd name="T7" fmla="*/ 0 60000 65536"/>
                  <a:gd name="T8" fmla="*/ 0 60000 65536"/>
                </a:gdLst>
                <a:ahLst/>
                <a:cxnLst>
                  <a:cxn ang="T6">
                    <a:pos x="T0" y="T1"/>
                  </a:cxn>
                  <a:cxn ang="T7">
                    <a:pos x="T2" y="T3"/>
                  </a:cxn>
                  <a:cxn ang="T8">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lnTo>
                      <a:pt x="-1" y="4511"/>
                    </a:lnTo>
                    <a:close/>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52" name="Freeform 129">
                <a:extLst>
                  <a:ext uri="{FF2B5EF4-FFF2-40B4-BE49-F238E27FC236}">
                    <a16:creationId xmlns:a16="http://schemas.microsoft.com/office/drawing/2014/main" id="{9485718B-7E9E-A8C4-C427-544EEE7BD085}"/>
                  </a:ext>
                </a:extLst>
              </p:cNvPr>
              <p:cNvSpPr>
                <a:spLocks/>
              </p:cNvSpPr>
              <p:nvPr/>
            </p:nvSpPr>
            <p:spPr bwMode="hidden">
              <a:xfrm flipH="1">
                <a:off x="3307" y="981"/>
                <a:ext cx="426" cy="598"/>
              </a:xfrm>
              <a:custGeom>
                <a:avLst/>
                <a:gdLst>
                  <a:gd name="T0" fmla="*/ 0 w 776"/>
                  <a:gd name="T1" fmla="*/ 0 h 2368"/>
                  <a:gd name="T2" fmla="*/ 1 w 776"/>
                  <a:gd name="T3" fmla="*/ 0 h 2368"/>
                  <a:gd name="T4" fmla="*/ 1 w 776"/>
                  <a:gd name="T5" fmla="*/ 0 h 2368"/>
                  <a:gd name="T6" fmla="*/ 1 w 776"/>
                  <a:gd name="T7" fmla="*/ 0 h 2368"/>
                  <a:gd name="T8" fmla="*/ 1 w 776"/>
                  <a:gd name="T9" fmla="*/ 0 h 2368"/>
                  <a:gd name="T10" fmla="*/ 1 w 776"/>
                  <a:gd name="T11" fmla="*/ 0 h 2368"/>
                  <a:gd name="T12" fmla="*/ 1 w 776"/>
                  <a:gd name="T13" fmla="*/ 0 h 2368"/>
                  <a:gd name="T14" fmla="*/ 1 w 776"/>
                  <a:gd name="T15" fmla="*/ 0 h 2368"/>
                  <a:gd name="T16" fmla="*/ 1 w 776"/>
                  <a:gd name="T17" fmla="*/ 0 h 2368"/>
                  <a:gd name="T18" fmla="*/ 1 w 776"/>
                  <a:gd name="T19" fmla="*/ 0 h 2368"/>
                  <a:gd name="T20" fmla="*/ 1 w 776"/>
                  <a:gd name="T21" fmla="*/ 0 h 2368"/>
                  <a:gd name="T22" fmla="*/ 1 w 776"/>
                  <a:gd name="T23" fmla="*/ 0 h 2368"/>
                  <a:gd name="T24" fmla="*/ 1 w 776"/>
                  <a:gd name="T25" fmla="*/ 0 h 2368"/>
                  <a:gd name="T26" fmla="*/ 1 w 776"/>
                  <a:gd name="T27" fmla="*/ 0 h 2368"/>
                  <a:gd name="T28" fmla="*/ 1 w 776"/>
                  <a:gd name="T29" fmla="*/ 0 h 2368"/>
                  <a:gd name="T30" fmla="*/ 1 w 776"/>
                  <a:gd name="T31" fmla="*/ 0 h 2368"/>
                  <a:gd name="T32" fmla="*/ 1 w 776"/>
                  <a:gd name="T33" fmla="*/ 0 h 2368"/>
                  <a:gd name="T34" fmla="*/ 1 w 776"/>
                  <a:gd name="T35" fmla="*/ 0 h 2368"/>
                  <a:gd name="T36" fmla="*/ 1 w 776"/>
                  <a:gd name="T37" fmla="*/ 0 h 2368"/>
                  <a:gd name="T38" fmla="*/ 1 w 776"/>
                  <a:gd name="T39" fmla="*/ 0 h 2368"/>
                  <a:gd name="T40" fmla="*/ 1 w 776"/>
                  <a:gd name="T41" fmla="*/ 0 h 2368"/>
                  <a:gd name="T42" fmla="*/ 1 w 776"/>
                  <a:gd name="T43" fmla="*/ 0 h 2368"/>
                  <a:gd name="T44" fmla="*/ 1 w 776"/>
                  <a:gd name="T45" fmla="*/ 0 h 2368"/>
                  <a:gd name="T46" fmla="*/ 1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53" name="Freeform 130">
                <a:extLst>
                  <a:ext uri="{FF2B5EF4-FFF2-40B4-BE49-F238E27FC236}">
                    <a16:creationId xmlns:a16="http://schemas.microsoft.com/office/drawing/2014/main" id="{D2079455-25CD-64F7-5DA5-0F6578472276}"/>
                  </a:ext>
                </a:extLst>
              </p:cNvPr>
              <p:cNvSpPr>
                <a:spLocks/>
              </p:cNvSpPr>
              <p:nvPr/>
            </p:nvSpPr>
            <p:spPr bwMode="hidden">
              <a:xfrm flipH="1">
                <a:off x="3507" y="350"/>
                <a:ext cx="273" cy="597"/>
              </a:xfrm>
              <a:custGeom>
                <a:avLst/>
                <a:gdLst>
                  <a:gd name="T0" fmla="*/ 0 w 776"/>
                  <a:gd name="T1" fmla="*/ 0 h 2368"/>
                  <a:gd name="T2" fmla="*/ 0 w 776"/>
                  <a:gd name="T3" fmla="*/ 0 h 2368"/>
                  <a:gd name="T4" fmla="*/ 0 w 776"/>
                  <a:gd name="T5" fmla="*/ 0 h 2368"/>
                  <a:gd name="T6" fmla="*/ 0 w 776"/>
                  <a:gd name="T7" fmla="*/ 0 h 2368"/>
                  <a:gd name="T8" fmla="*/ 0 w 776"/>
                  <a:gd name="T9" fmla="*/ 0 h 2368"/>
                  <a:gd name="T10" fmla="*/ 0 w 776"/>
                  <a:gd name="T11" fmla="*/ 0 h 2368"/>
                  <a:gd name="T12" fmla="*/ 0 w 776"/>
                  <a:gd name="T13" fmla="*/ 0 h 2368"/>
                  <a:gd name="T14" fmla="*/ 0 w 776"/>
                  <a:gd name="T15" fmla="*/ 0 h 2368"/>
                  <a:gd name="T16" fmla="*/ 0 w 776"/>
                  <a:gd name="T17" fmla="*/ 0 h 2368"/>
                  <a:gd name="T18" fmla="*/ 0 w 776"/>
                  <a:gd name="T19" fmla="*/ 0 h 2368"/>
                  <a:gd name="T20" fmla="*/ 0 w 776"/>
                  <a:gd name="T21" fmla="*/ 0 h 2368"/>
                  <a:gd name="T22" fmla="*/ 0 w 776"/>
                  <a:gd name="T23" fmla="*/ 0 h 2368"/>
                  <a:gd name="T24" fmla="*/ 0 w 776"/>
                  <a:gd name="T25" fmla="*/ 0 h 2368"/>
                  <a:gd name="T26" fmla="*/ 0 w 776"/>
                  <a:gd name="T27" fmla="*/ 0 h 2368"/>
                  <a:gd name="T28" fmla="*/ 0 w 776"/>
                  <a:gd name="T29" fmla="*/ 0 h 2368"/>
                  <a:gd name="T30" fmla="*/ 0 w 776"/>
                  <a:gd name="T31" fmla="*/ 0 h 2368"/>
                  <a:gd name="T32" fmla="*/ 0 w 776"/>
                  <a:gd name="T33" fmla="*/ 0 h 2368"/>
                  <a:gd name="T34" fmla="*/ 0 w 776"/>
                  <a:gd name="T35" fmla="*/ 0 h 2368"/>
                  <a:gd name="T36" fmla="*/ 0 w 776"/>
                  <a:gd name="T37" fmla="*/ 0 h 2368"/>
                  <a:gd name="T38" fmla="*/ 0 w 776"/>
                  <a:gd name="T39" fmla="*/ 0 h 2368"/>
                  <a:gd name="T40" fmla="*/ 0 w 776"/>
                  <a:gd name="T41" fmla="*/ 0 h 2368"/>
                  <a:gd name="T42" fmla="*/ 0 w 776"/>
                  <a:gd name="T43" fmla="*/ 0 h 2368"/>
                  <a:gd name="T44" fmla="*/ 0 w 776"/>
                  <a:gd name="T45" fmla="*/ 0 h 2368"/>
                  <a:gd name="T46" fmla="*/ 0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54" name="Freeform 131">
                <a:extLst>
                  <a:ext uri="{FF2B5EF4-FFF2-40B4-BE49-F238E27FC236}">
                    <a16:creationId xmlns:a16="http://schemas.microsoft.com/office/drawing/2014/main" id="{EED0C9F0-EE90-D29A-ED95-5D8425FEA9D6}"/>
                  </a:ext>
                </a:extLst>
              </p:cNvPr>
              <p:cNvSpPr>
                <a:spLocks/>
              </p:cNvSpPr>
              <p:nvPr/>
            </p:nvSpPr>
            <p:spPr bwMode="hidden">
              <a:xfrm flipH="1">
                <a:off x="3821" y="172"/>
                <a:ext cx="164" cy="597"/>
              </a:xfrm>
              <a:custGeom>
                <a:avLst/>
                <a:gdLst>
                  <a:gd name="T0" fmla="*/ 0 w 776"/>
                  <a:gd name="T1" fmla="*/ 0 h 2368"/>
                  <a:gd name="T2" fmla="*/ 0 w 776"/>
                  <a:gd name="T3" fmla="*/ 0 h 2368"/>
                  <a:gd name="T4" fmla="*/ 0 w 776"/>
                  <a:gd name="T5" fmla="*/ 0 h 2368"/>
                  <a:gd name="T6" fmla="*/ 0 w 776"/>
                  <a:gd name="T7" fmla="*/ 0 h 2368"/>
                  <a:gd name="T8" fmla="*/ 0 w 776"/>
                  <a:gd name="T9" fmla="*/ 0 h 2368"/>
                  <a:gd name="T10" fmla="*/ 0 w 776"/>
                  <a:gd name="T11" fmla="*/ 0 h 2368"/>
                  <a:gd name="T12" fmla="*/ 0 w 776"/>
                  <a:gd name="T13" fmla="*/ 0 h 2368"/>
                  <a:gd name="T14" fmla="*/ 0 w 776"/>
                  <a:gd name="T15" fmla="*/ 0 h 2368"/>
                  <a:gd name="T16" fmla="*/ 0 w 776"/>
                  <a:gd name="T17" fmla="*/ 0 h 2368"/>
                  <a:gd name="T18" fmla="*/ 0 w 776"/>
                  <a:gd name="T19" fmla="*/ 0 h 2368"/>
                  <a:gd name="T20" fmla="*/ 0 w 776"/>
                  <a:gd name="T21" fmla="*/ 0 h 2368"/>
                  <a:gd name="T22" fmla="*/ 0 w 776"/>
                  <a:gd name="T23" fmla="*/ 0 h 2368"/>
                  <a:gd name="T24" fmla="*/ 0 w 776"/>
                  <a:gd name="T25" fmla="*/ 0 h 2368"/>
                  <a:gd name="T26" fmla="*/ 0 w 776"/>
                  <a:gd name="T27" fmla="*/ 0 h 2368"/>
                  <a:gd name="T28" fmla="*/ 0 w 776"/>
                  <a:gd name="T29" fmla="*/ 0 h 2368"/>
                  <a:gd name="T30" fmla="*/ 0 w 776"/>
                  <a:gd name="T31" fmla="*/ 0 h 2368"/>
                  <a:gd name="T32" fmla="*/ 0 w 776"/>
                  <a:gd name="T33" fmla="*/ 0 h 2368"/>
                  <a:gd name="T34" fmla="*/ 0 w 776"/>
                  <a:gd name="T35" fmla="*/ 0 h 2368"/>
                  <a:gd name="T36" fmla="*/ 0 w 776"/>
                  <a:gd name="T37" fmla="*/ 0 h 2368"/>
                  <a:gd name="T38" fmla="*/ 0 w 776"/>
                  <a:gd name="T39" fmla="*/ 0 h 2368"/>
                  <a:gd name="T40" fmla="*/ 0 w 776"/>
                  <a:gd name="T41" fmla="*/ 0 h 2368"/>
                  <a:gd name="T42" fmla="*/ 0 w 776"/>
                  <a:gd name="T43" fmla="*/ 0 h 2368"/>
                  <a:gd name="T44" fmla="*/ 0 w 776"/>
                  <a:gd name="T45" fmla="*/ 0 h 2368"/>
                  <a:gd name="T46" fmla="*/ 0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55" name="Freeform 132">
                <a:extLst>
                  <a:ext uri="{FF2B5EF4-FFF2-40B4-BE49-F238E27FC236}">
                    <a16:creationId xmlns:a16="http://schemas.microsoft.com/office/drawing/2014/main" id="{DF8F9258-4CFA-27C4-ADD3-465B74B19A54}"/>
                  </a:ext>
                </a:extLst>
              </p:cNvPr>
              <p:cNvSpPr>
                <a:spLocks/>
              </p:cNvSpPr>
              <p:nvPr/>
            </p:nvSpPr>
            <p:spPr bwMode="hidden">
              <a:xfrm>
                <a:off x="4841" y="894"/>
                <a:ext cx="395" cy="628"/>
              </a:xfrm>
              <a:custGeom>
                <a:avLst/>
                <a:gdLst>
                  <a:gd name="T0" fmla="*/ 0 w 776"/>
                  <a:gd name="T1" fmla="*/ 0 h 2368"/>
                  <a:gd name="T2" fmla="*/ 1 w 776"/>
                  <a:gd name="T3" fmla="*/ 0 h 2368"/>
                  <a:gd name="T4" fmla="*/ 1 w 776"/>
                  <a:gd name="T5" fmla="*/ 0 h 2368"/>
                  <a:gd name="T6" fmla="*/ 1 w 776"/>
                  <a:gd name="T7" fmla="*/ 0 h 2368"/>
                  <a:gd name="T8" fmla="*/ 1 w 776"/>
                  <a:gd name="T9" fmla="*/ 0 h 2368"/>
                  <a:gd name="T10" fmla="*/ 1 w 776"/>
                  <a:gd name="T11" fmla="*/ 0 h 2368"/>
                  <a:gd name="T12" fmla="*/ 1 w 776"/>
                  <a:gd name="T13" fmla="*/ 0 h 2368"/>
                  <a:gd name="T14" fmla="*/ 1 w 776"/>
                  <a:gd name="T15" fmla="*/ 0 h 2368"/>
                  <a:gd name="T16" fmla="*/ 1 w 776"/>
                  <a:gd name="T17" fmla="*/ 0 h 2368"/>
                  <a:gd name="T18" fmla="*/ 1 w 776"/>
                  <a:gd name="T19" fmla="*/ 0 h 2368"/>
                  <a:gd name="T20" fmla="*/ 1 w 776"/>
                  <a:gd name="T21" fmla="*/ 0 h 2368"/>
                  <a:gd name="T22" fmla="*/ 1 w 776"/>
                  <a:gd name="T23" fmla="*/ 0 h 2368"/>
                  <a:gd name="T24" fmla="*/ 1 w 776"/>
                  <a:gd name="T25" fmla="*/ 0 h 2368"/>
                  <a:gd name="T26" fmla="*/ 1 w 776"/>
                  <a:gd name="T27" fmla="*/ 0 h 2368"/>
                  <a:gd name="T28" fmla="*/ 1 w 776"/>
                  <a:gd name="T29" fmla="*/ 0 h 2368"/>
                  <a:gd name="T30" fmla="*/ 1 w 776"/>
                  <a:gd name="T31" fmla="*/ 0 h 2368"/>
                  <a:gd name="T32" fmla="*/ 1 w 776"/>
                  <a:gd name="T33" fmla="*/ 0 h 2368"/>
                  <a:gd name="T34" fmla="*/ 1 w 776"/>
                  <a:gd name="T35" fmla="*/ 0 h 2368"/>
                  <a:gd name="T36" fmla="*/ 1 w 776"/>
                  <a:gd name="T37" fmla="*/ 0 h 2368"/>
                  <a:gd name="T38" fmla="*/ 1 w 776"/>
                  <a:gd name="T39" fmla="*/ 0 h 2368"/>
                  <a:gd name="T40" fmla="*/ 1 w 776"/>
                  <a:gd name="T41" fmla="*/ 0 h 2368"/>
                  <a:gd name="T42" fmla="*/ 1 w 776"/>
                  <a:gd name="T43" fmla="*/ 0 h 2368"/>
                  <a:gd name="T44" fmla="*/ 1 w 776"/>
                  <a:gd name="T45" fmla="*/ 0 h 2368"/>
                  <a:gd name="T46" fmla="*/ 1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56" name="Freeform 133">
                <a:extLst>
                  <a:ext uri="{FF2B5EF4-FFF2-40B4-BE49-F238E27FC236}">
                    <a16:creationId xmlns:a16="http://schemas.microsoft.com/office/drawing/2014/main" id="{D059A5A2-931D-DB3C-B217-0E67FD63491C}"/>
                  </a:ext>
                </a:extLst>
              </p:cNvPr>
              <p:cNvSpPr>
                <a:spLocks/>
              </p:cNvSpPr>
              <p:nvPr/>
            </p:nvSpPr>
            <p:spPr bwMode="hidden">
              <a:xfrm>
                <a:off x="4636" y="576"/>
                <a:ext cx="594" cy="417"/>
              </a:xfrm>
              <a:custGeom>
                <a:avLst/>
                <a:gdLst>
                  <a:gd name="T0" fmla="*/ 0 w 776"/>
                  <a:gd name="T1" fmla="*/ 0 h 2368"/>
                  <a:gd name="T2" fmla="*/ 2 w 776"/>
                  <a:gd name="T3" fmla="*/ 0 h 2368"/>
                  <a:gd name="T4" fmla="*/ 2 w 776"/>
                  <a:gd name="T5" fmla="*/ 0 h 2368"/>
                  <a:gd name="T6" fmla="*/ 2 w 776"/>
                  <a:gd name="T7" fmla="*/ 0 h 2368"/>
                  <a:gd name="T8" fmla="*/ 2 w 776"/>
                  <a:gd name="T9" fmla="*/ 0 h 2368"/>
                  <a:gd name="T10" fmla="*/ 2 w 776"/>
                  <a:gd name="T11" fmla="*/ 0 h 2368"/>
                  <a:gd name="T12" fmla="*/ 2 w 776"/>
                  <a:gd name="T13" fmla="*/ 0 h 2368"/>
                  <a:gd name="T14" fmla="*/ 2 w 776"/>
                  <a:gd name="T15" fmla="*/ 0 h 2368"/>
                  <a:gd name="T16" fmla="*/ 2 w 776"/>
                  <a:gd name="T17" fmla="*/ 0 h 2368"/>
                  <a:gd name="T18" fmla="*/ 2 w 776"/>
                  <a:gd name="T19" fmla="*/ 0 h 2368"/>
                  <a:gd name="T20" fmla="*/ 2 w 776"/>
                  <a:gd name="T21" fmla="*/ 0 h 2368"/>
                  <a:gd name="T22" fmla="*/ 2 w 776"/>
                  <a:gd name="T23" fmla="*/ 0 h 2368"/>
                  <a:gd name="T24" fmla="*/ 2 w 776"/>
                  <a:gd name="T25" fmla="*/ 0 h 2368"/>
                  <a:gd name="T26" fmla="*/ 2 w 776"/>
                  <a:gd name="T27" fmla="*/ 0 h 2368"/>
                  <a:gd name="T28" fmla="*/ 2 w 776"/>
                  <a:gd name="T29" fmla="*/ 0 h 2368"/>
                  <a:gd name="T30" fmla="*/ 2 w 776"/>
                  <a:gd name="T31" fmla="*/ 0 h 2368"/>
                  <a:gd name="T32" fmla="*/ 2 w 776"/>
                  <a:gd name="T33" fmla="*/ 0 h 2368"/>
                  <a:gd name="T34" fmla="*/ 2 w 776"/>
                  <a:gd name="T35" fmla="*/ 0 h 2368"/>
                  <a:gd name="T36" fmla="*/ 2 w 776"/>
                  <a:gd name="T37" fmla="*/ 0 h 2368"/>
                  <a:gd name="T38" fmla="*/ 2 w 776"/>
                  <a:gd name="T39" fmla="*/ 0 h 2368"/>
                  <a:gd name="T40" fmla="*/ 2 w 776"/>
                  <a:gd name="T41" fmla="*/ 0 h 2368"/>
                  <a:gd name="T42" fmla="*/ 2 w 776"/>
                  <a:gd name="T43" fmla="*/ 0 h 2368"/>
                  <a:gd name="T44" fmla="*/ 2 w 776"/>
                  <a:gd name="T45" fmla="*/ 0 h 2368"/>
                  <a:gd name="T46" fmla="*/ 2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57" name="Freeform 134">
                <a:extLst>
                  <a:ext uri="{FF2B5EF4-FFF2-40B4-BE49-F238E27FC236}">
                    <a16:creationId xmlns:a16="http://schemas.microsoft.com/office/drawing/2014/main" id="{F842339A-3C22-198B-EE13-C7A5B48A6C9C}"/>
                  </a:ext>
                </a:extLst>
              </p:cNvPr>
              <p:cNvSpPr>
                <a:spLocks/>
              </p:cNvSpPr>
              <p:nvPr/>
            </p:nvSpPr>
            <p:spPr bwMode="hidden">
              <a:xfrm>
                <a:off x="4658" y="132"/>
                <a:ext cx="260" cy="559"/>
              </a:xfrm>
              <a:custGeom>
                <a:avLst/>
                <a:gdLst>
                  <a:gd name="T0" fmla="*/ 0 w 776"/>
                  <a:gd name="T1" fmla="*/ 0 h 2368"/>
                  <a:gd name="T2" fmla="*/ 0 w 776"/>
                  <a:gd name="T3" fmla="*/ 0 h 2368"/>
                  <a:gd name="T4" fmla="*/ 0 w 776"/>
                  <a:gd name="T5" fmla="*/ 0 h 2368"/>
                  <a:gd name="T6" fmla="*/ 0 w 776"/>
                  <a:gd name="T7" fmla="*/ 0 h 2368"/>
                  <a:gd name="T8" fmla="*/ 0 w 776"/>
                  <a:gd name="T9" fmla="*/ 0 h 2368"/>
                  <a:gd name="T10" fmla="*/ 0 w 776"/>
                  <a:gd name="T11" fmla="*/ 0 h 2368"/>
                  <a:gd name="T12" fmla="*/ 0 w 776"/>
                  <a:gd name="T13" fmla="*/ 0 h 2368"/>
                  <a:gd name="T14" fmla="*/ 0 w 776"/>
                  <a:gd name="T15" fmla="*/ 0 h 2368"/>
                  <a:gd name="T16" fmla="*/ 0 w 776"/>
                  <a:gd name="T17" fmla="*/ 0 h 2368"/>
                  <a:gd name="T18" fmla="*/ 0 w 776"/>
                  <a:gd name="T19" fmla="*/ 0 h 2368"/>
                  <a:gd name="T20" fmla="*/ 0 w 776"/>
                  <a:gd name="T21" fmla="*/ 0 h 2368"/>
                  <a:gd name="T22" fmla="*/ 0 w 776"/>
                  <a:gd name="T23" fmla="*/ 0 h 2368"/>
                  <a:gd name="T24" fmla="*/ 0 w 776"/>
                  <a:gd name="T25" fmla="*/ 0 h 2368"/>
                  <a:gd name="T26" fmla="*/ 0 w 776"/>
                  <a:gd name="T27" fmla="*/ 0 h 2368"/>
                  <a:gd name="T28" fmla="*/ 0 w 776"/>
                  <a:gd name="T29" fmla="*/ 0 h 2368"/>
                  <a:gd name="T30" fmla="*/ 0 w 776"/>
                  <a:gd name="T31" fmla="*/ 0 h 2368"/>
                  <a:gd name="T32" fmla="*/ 0 w 776"/>
                  <a:gd name="T33" fmla="*/ 0 h 2368"/>
                  <a:gd name="T34" fmla="*/ 0 w 776"/>
                  <a:gd name="T35" fmla="*/ 0 h 2368"/>
                  <a:gd name="T36" fmla="*/ 0 w 776"/>
                  <a:gd name="T37" fmla="*/ 0 h 2368"/>
                  <a:gd name="T38" fmla="*/ 0 w 776"/>
                  <a:gd name="T39" fmla="*/ 0 h 2368"/>
                  <a:gd name="T40" fmla="*/ 0 w 776"/>
                  <a:gd name="T41" fmla="*/ 0 h 2368"/>
                  <a:gd name="T42" fmla="*/ 0 w 776"/>
                  <a:gd name="T43" fmla="*/ 0 h 2368"/>
                  <a:gd name="T44" fmla="*/ 0 w 776"/>
                  <a:gd name="T45" fmla="*/ 0 h 2368"/>
                  <a:gd name="T46" fmla="*/ 0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58" name="Freeform 135">
                <a:extLst>
                  <a:ext uri="{FF2B5EF4-FFF2-40B4-BE49-F238E27FC236}">
                    <a16:creationId xmlns:a16="http://schemas.microsoft.com/office/drawing/2014/main" id="{56283E7D-D5B9-34D4-1AA2-57DD06994EB9}"/>
                  </a:ext>
                </a:extLst>
              </p:cNvPr>
              <p:cNvSpPr>
                <a:spLocks/>
              </p:cNvSpPr>
              <p:nvPr/>
            </p:nvSpPr>
            <p:spPr bwMode="hidden">
              <a:xfrm rot="-1346631">
                <a:off x="4401" y="599"/>
                <a:ext cx="175" cy="329"/>
              </a:xfrm>
              <a:custGeom>
                <a:avLst/>
                <a:gdLst>
                  <a:gd name="T0" fmla="*/ 0 w 776"/>
                  <a:gd name="T1" fmla="*/ 0 h 2368"/>
                  <a:gd name="T2" fmla="*/ 0 w 776"/>
                  <a:gd name="T3" fmla="*/ 0 h 2368"/>
                  <a:gd name="T4" fmla="*/ 0 w 776"/>
                  <a:gd name="T5" fmla="*/ 0 h 2368"/>
                  <a:gd name="T6" fmla="*/ 0 w 776"/>
                  <a:gd name="T7" fmla="*/ 0 h 2368"/>
                  <a:gd name="T8" fmla="*/ 0 w 776"/>
                  <a:gd name="T9" fmla="*/ 0 h 2368"/>
                  <a:gd name="T10" fmla="*/ 0 w 776"/>
                  <a:gd name="T11" fmla="*/ 0 h 2368"/>
                  <a:gd name="T12" fmla="*/ 0 w 776"/>
                  <a:gd name="T13" fmla="*/ 0 h 2368"/>
                  <a:gd name="T14" fmla="*/ 0 w 776"/>
                  <a:gd name="T15" fmla="*/ 0 h 2368"/>
                  <a:gd name="T16" fmla="*/ 0 w 776"/>
                  <a:gd name="T17" fmla="*/ 0 h 2368"/>
                  <a:gd name="T18" fmla="*/ 0 w 776"/>
                  <a:gd name="T19" fmla="*/ 0 h 2368"/>
                  <a:gd name="T20" fmla="*/ 0 w 776"/>
                  <a:gd name="T21" fmla="*/ 0 h 2368"/>
                  <a:gd name="T22" fmla="*/ 0 w 776"/>
                  <a:gd name="T23" fmla="*/ 0 h 2368"/>
                  <a:gd name="T24" fmla="*/ 0 w 776"/>
                  <a:gd name="T25" fmla="*/ 0 h 2368"/>
                  <a:gd name="T26" fmla="*/ 0 w 776"/>
                  <a:gd name="T27" fmla="*/ 0 h 2368"/>
                  <a:gd name="T28" fmla="*/ 0 w 776"/>
                  <a:gd name="T29" fmla="*/ 0 h 2368"/>
                  <a:gd name="T30" fmla="*/ 0 w 776"/>
                  <a:gd name="T31" fmla="*/ 0 h 2368"/>
                  <a:gd name="T32" fmla="*/ 0 w 776"/>
                  <a:gd name="T33" fmla="*/ 0 h 2368"/>
                  <a:gd name="T34" fmla="*/ 0 w 776"/>
                  <a:gd name="T35" fmla="*/ 0 h 2368"/>
                  <a:gd name="T36" fmla="*/ 0 w 776"/>
                  <a:gd name="T37" fmla="*/ 0 h 2368"/>
                  <a:gd name="T38" fmla="*/ 0 w 776"/>
                  <a:gd name="T39" fmla="*/ 0 h 2368"/>
                  <a:gd name="T40" fmla="*/ 0 w 776"/>
                  <a:gd name="T41" fmla="*/ 0 h 2368"/>
                  <a:gd name="T42" fmla="*/ 0 w 776"/>
                  <a:gd name="T43" fmla="*/ 0 h 2368"/>
                  <a:gd name="T44" fmla="*/ 0 w 776"/>
                  <a:gd name="T45" fmla="*/ 0 h 2368"/>
                  <a:gd name="T46" fmla="*/ 0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59" name="Freeform 136">
                <a:extLst>
                  <a:ext uri="{FF2B5EF4-FFF2-40B4-BE49-F238E27FC236}">
                    <a16:creationId xmlns:a16="http://schemas.microsoft.com/office/drawing/2014/main" id="{3EB4D946-371F-FB9F-3A4B-8C2A604A5392}"/>
                  </a:ext>
                </a:extLst>
              </p:cNvPr>
              <p:cNvSpPr>
                <a:spLocks/>
              </p:cNvSpPr>
              <p:nvPr/>
            </p:nvSpPr>
            <p:spPr bwMode="hidden">
              <a:xfrm rot="1346631" flipH="1">
                <a:off x="3783" y="589"/>
                <a:ext cx="172" cy="330"/>
              </a:xfrm>
              <a:custGeom>
                <a:avLst/>
                <a:gdLst>
                  <a:gd name="T0" fmla="*/ 0 w 776"/>
                  <a:gd name="T1" fmla="*/ 0 h 2368"/>
                  <a:gd name="T2" fmla="*/ 0 w 776"/>
                  <a:gd name="T3" fmla="*/ 0 h 2368"/>
                  <a:gd name="T4" fmla="*/ 0 w 776"/>
                  <a:gd name="T5" fmla="*/ 0 h 2368"/>
                  <a:gd name="T6" fmla="*/ 0 w 776"/>
                  <a:gd name="T7" fmla="*/ 0 h 2368"/>
                  <a:gd name="T8" fmla="*/ 0 w 776"/>
                  <a:gd name="T9" fmla="*/ 0 h 2368"/>
                  <a:gd name="T10" fmla="*/ 0 w 776"/>
                  <a:gd name="T11" fmla="*/ 0 h 2368"/>
                  <a:gd name="T12" fmla="*/ 0 w 776"/>
                  <a:gd name="T13" fmla="*/ 0 h 2368"/>
                  <a:gd name="T14" fmla="*/ 0 w 776"/>
                  <a:gd name="T15" fmla="*/ 0 h 2368"/>
                  <a:gd name="T16" fmla="*/ 0 w 776"/>
                  <a:gd name="T17" fmla="*/ 0 h 2368"/>
                  <a:gd name="T18" fmla="*/ 0 w 776"/>
                  <a:gd name="T19" fmla="*/ 0 h 2368"/>
                  <a:gd name="T20" fmla="*/ 0 w 776"/>
                  <a:gd name="T21" fmla="*/ 0 h 2368"/>
                  <a:gd name="T22" fmla="*/ 0 w 776"/>
                  <a:gd name="T23" fmla="*/ 0 h 2368"/>
                  <a:gd name="T24" fmla="*/ 0 w 776"/>
                  <a:gd name="T25" fmla="*/ 0 h 2368"/>
                  <a:gd name="T26" fmla="*/ 0 w 776"/>
                  <a:gd name="T27" fmla="*/ 0 h 2368"/>
                  <a:gd name="T28" fmla="*/ 0 w 776"/>
                  <a:gd name="T29" fmla="*/ 0 h 2368"/>
                  <a:gd name="T30" fmla="*/ 0 w 776"/>
                  <a:gd name="T31" fmla="*/ 0 h 2368"/>
                  <a:gd name="T32" fmla="*/ 0 w 776"/>
                  <a:gd name="T33" fmla="*/ 0 h 2368"/>
                  <a:gd name="T34" fmla="*/ 0 w 776"/>
                  <a:gd name="T35" fmla="*/ 0 h 2368"/>
                  <a:gd name="T36" fmla="*/ 0 w 776"/>
                  <a:gd name="T37" fmla="*/ 0 h 2368"/>
                  <a:gd name="T38" fmla="*/ 0 w 776"/>
                  <a:gd name="T39" fmla="*/ 0 h 2368"/>
                  <a:gd name="T40" fmla="*/ 0 w 776"/>
                  <a:gd name="T41" fmla="*/ 0 h 2368"/>
                  <a:gd name="T42" fmla="*/ 0 w 776"/>
                  <a:gd name="T43" fmla="*/ 0 h 2368"/>
                  <a:gd name="T44" fmla="*/ 0 w 776"/>
                  <a:gd name="T45" fmla="*/ 0 h 2368"/>
                  <a:gd name="T46" fmla="*/ 0 w 776"/>
                  <a:gd name="T47" fmla="*/ 0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1027" name="Rectangle 137">
            <a:extLst>
              <a:ext uri="{FF2B5EF4-FFF2-40B4-BE49-F238E27FC236}">
                <a16:creationId xmlns:a16="http://schemas.microsoft.com/office/drawing/2014/main" id="{BDB04488-4DF9-554B-DC5B-D610A225F71C}"/>
              </a:ext>
            </a:extLst>
          </p:cNvPr>
          <p:cNvSpPr>
            <a:spLocks noGrp="1" noChangeArrowheads="1"/>
          </p:cNvSpPr>
          <p:nvPr>
            <p:ph type="title"/>
          </p:nvPr>
        </p:nvSpPr>
        <p:spPr bwMode="auto">
          <a:xfrm>
            <a:off x="685800" y="301625"/>
            <a:ext cx="77724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8" name="Rectangle 138">
            <a:extLst>
              <a:ext uri="{FF2B5EF4-FFF2-40B4-BE49-F238E27FC236}">
                <a16:creationId xmlns:a16="http://schemas.microsoft.com/office/drawing/2014/main" id="{BF268B8F-F198-08A9-BA01-0C81BA073A22}"/>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18923" name="Rectangle 139">
            <a:extLst>
              <a:ext uri="{FF2B5EF4-FFF2-40B4-BE49-F238E27FC236}">
                <a16:creationId xmlns:a16="http://schemas.microsoft.com/office/drawing/2014/main" id="{532D427C-6F99-53AA-5C3B-DF9EADA1E0B2}"/>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pPr>
              <a:defRPr/>
            </a:pPr>
            <a:endParaRPr lang="en-GB"/>
          </a:p>
        </p:txBody>
      </p:sp>
      <p:sp>
        <p:nvSpPr>
          <p:cNvPr id="118924" name="Rectangle 140">
            <a:extLst>
              <a:ext uri="{FF2B5EF4-FFF2-40B4-BE49-F238E27FC236}">
                <a16:creationId xmlns:a16="http://schemas.microsoft.com/office/drawing/2014/main" id="{D2785E75-88C9-CACD-66BD-2981862C236C}"/>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en-GB"/>
          </a:p>
        </p:txBody>
      </p:sp>
      <p:sp>
        <p:nvSpPr>
          <p:cNvPr id="118925" name="Rectangle 141">
            <a:extLst>
              <a:ext uri="{FF2B5EF4-FFF2-40B4-BE49-F238E27FC236}">
                <a16:creationId xmlns:a16="http://schemas.microsoft.com/office/drawing/2014/main" id="{C4DC864A-68E9-E3EE-E5C2-3E1FC38D4D96}"/>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Black" panose="020B0A04020102020204" pitchFamily="34" charset="0"/>
              </a:defRPr>
            </a:lvl1pPr>
          </a:lstStyle>
          <a:p>
            <a:pPr>
              <a:defRPr/>
            </a:pPr>
            <a:fld id="{6726543E-B32B-4A39-A6CF-FA2F9B00E30C}" type="slidenum">
              <a:rPr lang="en-GB" altLang="en-US"/>
              <a:pPr>
                <a:defRPr/>
              </a:pPr>
              <a:t>‹#›</a:t>
            </a:fld>
            <a:endParaRPr lang="en-GB" altLang="en-US"/>
          </a:p>
        </p:txBody>
      </p:sp>
    </p:spTree>
  </p:cSld>
  <p:clrMap bg1="dk2" tx1="lt1" bg2="dk1" tx2="lt2" accent1="accent1" accent2="accent2" accent3="accent3" accent4="accent4" accent5="accent5" accent6="accent6" hlink="hlink" folHlink="folHlink"/>
  <p:sldLayoutIdLst>
    <p:sldLayoutId id="2147486727" r:id="rId1"/>
    <p:sldLayoutId id="2147486714" r:id="rId2"/>
    <p:sldLayoutId id="2147486715" r:id="rId3"/>
    <p:sldLayoutId id="2147486716" r:id="rId4"/>
    <p:sldLayoutId id="2147486717" r:id="rId5"/>
    <p:sldLayoutId id="2147486718" r:id="rId6"/>
    <p:sldLayoutId id="2147486719" r:id="rId7"/>
    <p:sldLayoutId id="2147486720" r:id="rId8"/>
    <p:sldLayoutId id="2147486721" r:id="rId9"/>
    <p:sldLayoutId id="2147486722" r:id="rId10"/>
    <p:sldLayoutId id="2147486723" r:id="rId11"/>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Black" pitchFamily="34" charset="0"/>
        </a:defRPr>
      </a:lvl2pPr>
      <a:lvl3pPr algn="l" rtl="0" eaLnBrk="0" fontAlgn="base" hangingPunct="0">
        <a:spcBef>
          <a:spcPct val="0"/>
        </a:spcBef>
        <a:spcAft>
          <a:spcPct val="0"/>
        </a:spcAft>
        <a:defRPr sz="4400">
          <a:solidFill>
            <a:schemeClr val="tx2"/>
          </a:solidFill>
          <a:latin typeface="Arial Black" pitchFamily="34" charset="0"/>
        </a:defRPr>
      </a:lvl3pPr>
      <a:lvl4pPr algn="l" rtl="0" eaLnBrk="0" fontAlgn="base" hangingPunct="0">
        <a:spcBef>
          <a:spcPct val="0"/>
        </a:spcBef>
        <a:spcAft>
          <a:spcPct val="0"/>
        </a:spcAft>
        <a:defRPr sz="4400">
          <a:solidFill>
            <a:schemeClr val="tx2"/>
          </a:solidFill>
          <a:latin typeface="Arial Black" pitchFamily="34" charset="0"/>
        </a:defRPr>
      </a:lvl4pPr>
      <a:lvl5pPr algn="l" rtl="0" eaLnBrk="0" fontAlgn="base" hangingPunct="0">
        <a:spcBef>
          <a:spcPct val="0"/>
        </a:spcBef>
        <a:spcAft>
          <a:spcPct val="0"/>
        </a:spcAft>
        <a:defRPr sz="4400">
          <a:solidFill>
            <a:schemeClr val="tx2"/>
          </a:solidFill>
          <a:latin typeface="Arial Black" pitchFamily="34" charset="0"/>
        </a:defRPr>
      </a:lvl5pPr>
      <a:lvl6pPr marL="457200" algn="l" rtl="0" fontAlgn="base">
        <a:spcBef>
          <a:spcPct val="0"/>
        </a:spcBef>
        <a:spcAft>
          <a:spcPct val="0"/>
        </a:spcAft>
        <a:defRPr sz="4400">
          <a:solidFill>
            <a:schemeClr val="tx2"/>
          </a:solidFill>
          <a:latin typeface="Arial Black" pitchFamily="34" charset="0"/>
        </a:defRPr>
      </a:lvl6pPr>
      <a:lvl7pPr marL="914400" algn="l" rtl="0" fontAlgn="base">
        <a:spcBef>
          <a:spcPct val="0"/>
        </a:spcBef>
        <a:spcAft>
          <a:spcPct val="0"/>
        </a:spcAft>
        <a:defRPr sz="4400">
          <a:solidFill>
            <a:schemeClr val="tx2"/>
          </a:solidFill>
          <a:latin typeface="Arial Black" pitchFamily="34" charset="0"/>
        </a:defRPr>
      </a:lvl7pPr>
      <a:lvl8pPr marL="1371600" algn="l" rtl="0" fontAlgn="base">
        <a:spcBef>
          <a:spcPct val="0"/>
        </a:spcBef>
        <a:spcAft>
          <a:spcPct val="0"/>
        </a:spcAft>
        <a:defRPr sz="4400">
          <a:solidFill>
            <a:schemeClr val="tx2"/>
          </a:solidFill>
          <a:latin typeface="Arial Black" pitchFamily="34" charset="0"/>
        </a:defRPr>
      </a:lvl8pPr>
      <a:lvl9pPr marL="1828800" algn="l" rtl="0" fontAlgn="base">
        <a:spcBef>
          <a:spcPct val="0"/>
        </a:spcBef>
        <a:spcAft>
          <a:spcPct val="0"/>
        </a:spcAft>
        <a:defRPr sz="44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chemeClr val="hlink"/>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4pPr>
      <a:lvl5pPr marL="20574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5pPr>
      <a:lvl6pPr marL="2514600" indent="-228600" algn="l" rtl="0" fontAlgn="base">
        <a:spcBef>
          <a:spcPct val="20000"/>
        </a:spcBef>
        <a:spcAft>
          <a:spcPct val="0"/>
        </a:spcAft>
        <a:buFont typeface="Times New Roman" pitchFamily="18" charset="0"/>
        <a:buChar char="–"/>
        <a:defRPr sz="2000">
          <a:solidFill>
            <a:schemeClr val="tx1"/>
          </a:solidFill>
          <a:latin typeface="+mn-lt"/>
        </a:defRPr>
      </a:lvl6pPr>
      <a:lvl7pPr marL="2971800" indent="-228600" algn="l" rtl="0" fontAlgn="base">
        <a:spcBef>
          <a:spcPct val="20000"/>
        </a:spcBef>
        <a:spcAft>
          <a:spcPct val="0"/>
        </a:spcAft>
        <a:buFont typeface="Times New Roman" pitchFamily="18" charset="0"/>
        <a:buChar char="–"/>
        <a:defRPr sz="2000">
          <a:solidFill>
            <a:schemeClr val="tx1"/>
          </a:solidFill>
          <a:latin typeface="+mn-lt"/>
        </a:defRPr>
      </a:lvl7pPr>
      <a:lvl8pPr marL="3429000" indent="-228600" algn="l" rtl="0" fontAlgn="base">
        <a:spcBef>
          <a:spcPct val="20000"/>
        </a:spcBef>
        <a:spcAft>
          <a:spcPct val="0"/>
        </a:spcAft>
        <a:buFont typeface="Times New Roman" pitchFamily="18" charset="0"/>
        <a:buChar char="–"/>
        <a:defRPr sz="2000">
          <a:solidFill>
            <a:schemeClr val="tx1"/>
          </a:solidFill>
          <a:latin typeface="+mn-lt"/>
        </a:defRPr>
      </a:lvl8pPr>
      <a:lvl9pPr marL="3886200" indent="-228600" algn="l" rtl="0" fontAlgn="base">
        <a:spcBef>
          <a:spcPct val="20000"/>
        </a:spcBef>
        <a:spcAft>
          <a:spcPct val="0"/>
        </a:spcAft>
        <a:buFont typeface="Times New Roman" pitchFamily="18"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endParaRPr lang="en-GB"/>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GB"/>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pPr>
              <a:defRPr/>
            </a:pPr>
            <a:fld id="{6726543E-B32B-4A39-A6CF-FA2F9B00E30C}" type="slidenum">
              <a:rPr lang="en-GB" altLang="en-US" smtClean="0"/>
              <a:pPr>
                <a:defRPr/>
              </a:pPr>
              <a:t>‹#›</a:t>
            </a:fld>
            <a:endParaRPr lang="en-GB" altLang="en-US"/>
          </a:p>
        </p:txBody>
      </p:sp>
    </p:spTree>
    <p:extLst>
      <p:ext uri="{BB962C8B-B14F-4D97-AF65-F5344CB8AC3E}">
        <p14:creationId xmlns:p14="http://schemas.microsoft.com/office/powerpoint/2010/main" val="3358053003"/>
      </p:ext>
    </p:extLst>
  </p:cSld>
  <p:clrMap bg1="lt1" tx1="dk1" bg2="lt2" tx2="dk2" accent1="accent1" accent2="accent2" accent3="accent3" accent4="accent4" accent5="accent5" accent6="accent6" hlink="hlink" folHlink="folHlink"/>
  <p:sldLayoutIdLst>
    <p:sldLayoutId id="2147486811" r:id="rId1"/>
    <p:sldLayoutId id="2147486812" r:id="rId2"/>
    <p:sldLayoutId id="2147486813" r:id="rId3"/>
    <p:sldLayoutId id="2147486814" r:id="rId4"/>
    <p:sldLayoutId id="2147486815" r:id="rId5"/>
    <p:sldLayoutId id="2147486816" r:id="rId6"/>
    <p:sldLayoutId id="2147486817" r:id="rId7"/>
    <p:sldLayoutId id="2147486818" r:id="rId8"/>
    <p:sldLayoutId id="2147486819" r:id="rId9"/>
    <p:sldLayoutId id="2147486820" r:id="rId10"/>
    <p:sldLayoutId id="2147486821" r:id="rId11"/>
    <p:sldLayoutId id="2147486822" r:id="rId12"/>
    <p:sldLayoutId id="2147486823" r:id="rId13"/>
    <p:sldLayoutId id="2147486824" r:id="rId14"/>
    <p:sldLayoutId id="2147486825" r:id="rId15"/>
    <p:sldLayoutId id="2147486826" r:id="rId16"/>
    <p:sldLayoutId id="2147486827" r:id="rId17"/>
  </p:sldLayoutIdLst>
  <p:hf hdr="0" ftr="0" dt="0"/>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hyperlink" Target="http://www.ieee.org/portal/site/iportals/template.pageController?pageID=iportal_print_only&amp;file=iportals/aboutus/ethics/code.xml&amp;xsl=gcprint.xsl" TargetMode="External"/><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hyperlink" Target="Code_of_Conduct_Roughton_Bribery_Act_Presentation.ppt" TargetMode="External"/><Relationship Id="rId7" Type="http://schemas.openxmlformats.org/officeDocument/2006/relationships/hyperlink" Target="The_Volkswagen_Group_Code_of_Conduct.pdf" TargetMode="External"/><Relationship Id="rId2" Type="http://schemas.openxmlformats.org/officeDocument/2006/relationships/hyperlink" Target="../IMC_Business_Code_of_Ethics.doc" TargetMode="External"/><Relationship Id="rId1" Type="http://schemas.openxmlformats.org/officeDocument/2006/relationships/slideLayout" Target="../slideLayouts/slideLayout13.xml"/><Relationship Id="rId6" Type="http://schemas.openxmlformats.org/officeDocument/2006/relationships/hyperlink" Target="Boeing%20COE.pdf" TargetMode="External"/><Relationship Id="rId5" Type="http://schemas.openxmlformats.org/officeDocument/2006/relationships/hyperlink" Target="Mitsubishi%20Code%20of%20Conduct.pdf" TargetMode="External"/><Relationship Id="rId4" Type="http://schemas.openxmlformats.org/officeDocument/2006/relationships/hyperlink" Target="IMC_Business_Code_of_Ethics.doc"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research-methodology.net/carrolls-csr-pyramid-and-its-applications-to-small-and-medium-sized-businesses/" TargetMode="Externa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hyperlink" Target="https://research-methodology.net/carrolls-csr-pyramid-and-its-applications-to-small-and-medium-sized-businesses/" TargetMode="Externa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8" Type="http://schemas.openxmlformats.org/officeDocument/2006/relationships/hyperlink" Target="http://www.imcworldwide.com/" TargetMode="External"/><Relationship Id="rId3" Type="http://schemas.openxmlformats.org/officeDocument/2006/relationships/hyperlink" Target="https://www.ice.org.uk/about-ice/who-runs-ice/how-we-work/conduct-policy" TargetMode="External"/><Relationship Id="rId7" Type="http://schemas.openxmlformats.org/officeDocument/2006/relationships/hyperlink" Target="http://www.roughton.com/" TargetMode="External"/><Relationship Id="rId12" Type="http://schemas.openxmlformats.org/officeDocument/2006/relationships/hyperlink" Target="http://www.claybennet.com/" TargetMode="External"/><Relationship Id="rId2" Type="http://schemas.openxmlformats.org/officeDocument/2006/relationships/hyperlink" Target="https://www.feani.org/" TargetMode="External"/><Relationship Id="rId1" Type="http://schemas.openxmlformats.org/officeDocument/2006/relationships/slideLayout" Target="../slideLayouts/slideLayout13.xml"/><Relationship Id="rId6" Type="http://schemas.openxmlformats.org/officeDocument/2006/relationships/hyperlink" Target="https://www.ed.ac.uk/careers/your-future/options/occupations/csr/what-is-csr" TargetMode="External"/><Relationship Id="rId11" Type="http://schemas.openxmlformats.org/officeDocument/2006/relationships/hyperlink" Target="http://sustainabilityreport2015.volkswagenag.com/fileadmin/15_NB/pdf_en/The_Volkswagen_Group_Code_of_Conduct.pdf" TargetMode="External"/><Relationship Id="rId5" Type="http://schemas.openxmlformats.org/officeDocument/2006/relationships/hyperlink" Target="http://www.asce.org/codeofethics/" TargetMode="External"/><Relationship Id="rId10" Type="http://schemas.openxmlformats.org/officeDocument/2006/relationships/hyperlink" Target="http://www.boeing.com/principles/ethics-and-compliance.page#/conduct" TargetMode="External"/><Relationship Id="rId4" Type="http://schemas.openxmlformats.org/officeDocument/2006/relationships/hyperlink" Target="https://www.ieee.org/" TargetMode="External"/><Relationship Id="rId9" Type="http://schemas.openxmlformats.org/officeDocument/2006/relationships/hyperlink" Target="https://www.mitsubishicorp.com/jp/en/about/philosophy/code.html"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5602" name="Rectangle 1026">
            <a:extLst>
              <a:ext uri="{FF2B5EF4-FFF2-40B4-BE49-F238E27FC236}">
                <a16:creationId xmlns:a16="http://schemas.microsoft.com/office/drawing/2014/main" id="{6DA8EC3B-243C-2B67-7178-A8812B1D9D1E}"/>
              </a:ext>
            </a:extLst>
          </p:cNvPr>
          <p:cNvSpPr>
            <a:spLocks noGrp="1" noChangeArrowheads="1"/>
          </p:cNvSpPr>
          <p:nvPr>
            <p:ph type="ctrTitle" idx="4294967295"/>
          </p:nvPr>
        </p:nvSpPr>
        <p:spPr>
          <a:xfrm>
            <a:off x="1143000" y="1066800"/>
            <a:ext cx="8001000" cy="281940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folHlink"/>
            </a:solidFill>
          </a:ln>
        </p:spPr>
        <p:txBody>
          <a:bodyPr rtlCol="0">
            <a:noAutofit/>
          </a:bodyPr>
          <a:lstStyle/>
          <a:p>
            <a:pPr algn="ctr" fontAlgn="auto">
              <a:spcAft>
                <a:spcPts val="0"/>
              </a:spcAft>
              <a:defRPr/>
            </a:pPr>
            <a:r>
              <a:rPr lang="en-US" sz="4000" b="1" dirty="0">
                <a:solidFill>
                  <a:schemeClr val="accent6">
                    <a:lumMod val="75000"/>
                  </a:schemeClr>
                </a:solidFill>
              </a:rPr>
              <a:t>PROFESSIONAL ETHICS CE 3142 </a:t>
            </a:r>
            <a:br>
              <a:rPr lang="en-US" sz="4000" b="1" dirty="0">
                <a:solidFill>
                  <a:schemeClr val="accent6">
                    <a:lumMod val="75000"/>
                  </a:schemeClr>
                </a:solidFill>
              </a:rPr>
            </a:br>
            <a:br>
              <a:rPr lang="en-US" sz="4000" b="1" dirty="0">
                <a:solidFill>
                  <a:schemeClr val="accent6">
                    <a:lumMod val="75000"/>
                  </a:schemeClr>
                </a:solidFill>
              </a:rPr>
            </a:br>
            <a:r>
              <a:rPr lang="en-US" b="1" dirty="0">
                <a:solidFill>
                  <a:schemeClr val="accent2">
                    <a:lumMod val="75000"/>
                  </a:schemeClr>
                </a:solidFill>
              </a:rPr>
              <a:t>Social responsibility of the Profession / Organization</a:t>
            </a:r>
          </a:p>
        </p:txBody>
      </p:sp>
      <p:sp>
        <p:nvSpPr>
          <p:cNvPr id="19459" name="Rectangle 1027">
            <a:extLst>
              <a:ext uri="{FF2B5EF4-FFF2-40B4-BE49-F238E27FC236}">
                <a16:creationId xmlns:a16="http://schemas.microsoft.com/office/drawing/2014/main" id="{75AC4751-79D6-80D6-2830-E938E7813426}"/>
              </a:ext>
            </a:extLst>
          </p:cNvPr>
          <p:cNvSpPr>
            <a:spLocks noGrp="1" noChangeArrowheads="1"/>
          </p:cNvSpPr>
          <p:nvPr>
            <p:ph type="subTitle" idx="4294967295"/>
          </p:nvPr>
        </p:nvSpPr>
        <p:spPr>
          <a:xfrm>
            <a:off x="0" y="4343400"/>
            <a:ext cx="8229600" cy="175260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folHlink"/>
            </a:solidFill>
            <a:miter lim="800000"/>
            <a:headEnd/>
            <a:tailEnd/>
          </a:ln>
        </p:spPr>
        <p:txBody>
          <a:bodyPr rtlCol="0">
            <a:normAutofit/>
          </a:bodyPr>
          <a:lstStyle/>
          <a:p>
            <a:pPr marL="0" indent="0" algn="ctr" fontAlgn="auto">
              <a:spcAft>
                <a:spcPts val="0"/>
              </a:spcAft>
              <a:buFont typeface="Wingdings 3" panose="05040102010807070707" pitchFamily="18" charset="2"/>
              <a:buNone/>
              <a:defRPr/>
            </a:pPr>
            <a:r>
              <a:rPr lang="en-US" sz="2400" b="1" dirty="0">
                <a:solidFill>
                  <a:schemeClr val="accent2">
                    <a:lumMod val="75000"/>
                  </a:schemeClr>
                </a:solidFill>
              </a:rPr>
              <a:t>Faculty of Engineering, </a:t>
            </a:r>
          </a:p>
          <a:p>
            <a:pPr marL="0" indent="0" algn="ctr" fontAlgn="auto">
              <a:spcAft>
                <a:spcPts val="0"/>
              </a:spcAft>
              <a:buFont typeface="Wingdings 3" panose="05040102010807070707" pitchFamily="18" charset="2"/>
              <a:buNone/>
              <a:defRPr/>
            </a:pPr>
            <a:r>
              <a:rPr lang="en-US" sz="2400" b="1" dirty="0">
                <a:solidFill>
                  <a:schemeClr val="accent2">
                    <a:lumMod val="75000"/>
                  </a:schemeClr>
                </a:solidFill>
              </a:rPr>
              <a:t>General Sir John Kotelawala </a:t>
            </a:r>
            <a:r>
              <a:rPr lang="en-US" sz="2400" b="1" dirty="0" err="1">
                <a:solidFill>
                  <a:schemeClr val="accent2">
                    <a:lumMod val="75000"/>
                  </a:schemeClr>
                </a:solidFill>
              </a:rPr>
              <a:t>Defence</a:t>
            </a:r>
            <a:r>
              <a:rPr lang="en-US" sz="2400" b="1" dirty="0">
                <a:solidFill>
                  <a:schemeClr val="accent2">
                    <a:lumMod val="75000"/>
                  </a:schemeClr>
                </a:solidFill>
              </a:rPr>
              <a:t> University </a:t>
            </a:r>
          </a:p>
          <a:p>
            <a:pPr algn="ctr" fontAlgn="auto">
              <a:spcAft>
                <a:spcPts val="0"/>
              </a:spcAft>
              <a:buFont typeface="Wingdings 3" charset="2"/>
              <a:buChar char=""/>
              <a:defRPr/>
            </a:pPr>
            <a:r>
              <a:rPr lang="en-US" sz="2000" b="1" dirty="0">
                <a:solidFill>
                  <a:schemeClr val="accent2">
                    <a:lumMod val="75000"/>
                  </a:schemeClr>
                </a:solidFill>
              </a:rPr>
              <a:t>16</a:t>
            </a:r>
            <a:r>
              <a:rPr lang="en-US" sz="2000" b="1" baseline="30000" dirty="0">
                <a:solidFill>
                  <a:schemeClr val="accent2">
                    <a:lumMod val="75000"/>
                  </a:schemeClr>
                </a:solidFill>
              </a:rPr>
              <a:t>th</a:t>
            </a:r>
            <a:r>
              <a:rPr lang="en-US" sz="2000" b="1" dirty="0">
                <a:solidFill>
                  <a:schemeClr val="accent2">
                    <a:lumMod val="75000"/>
                  </a:schemeClr>
                </a:solidFill>
              </a:rPr>
              <a:t>  February 2024</a:t>
            </a:r>
          </a:p>
          <a:p>
            <a:pPr marL="0" indent="0" algn="ctr" fontAlgn="auto">
              <a:spcAft>
                <a:spcPts val="0"/>
              </a:spcAft>
              <a:buFont typeface="Wingdings 3" panose="05040102010807070707" pitchFamily="18" charset="2"/>
              <a:buNone/>
              <a:defRPr/>
            </a:pPr>
            <a:endParaRPr lang="en-US" sz="2400" b="1" dirty="0">
              <a:solidFill>
                <a:schemeClr val="accent2">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a:extLst>
              <a:ext uri="{FF2B5EF4-FFF2-40B4-BE49-F238E27FC236}">
                <a16:creationId xmlns:a16="http://schemas.microsoft.com/office/drawing/2014/main" id="{0678FEEB-BE7F-E242-C541-3FB84763E5D6}"/>
              </a:ext>
            </a:extLst>
          </p:cNvPr>
          <p:cNvSpPr>
            <a:spLocks noGrp="1" noChangeArrowheads="1"/>
          </p:cNvSpPr>
          <p:nvPr>
            <p:ph type="title"/>
          </p:nvPr>
        </p:nvSpPr>
        <p:spPr>
          <a:noFill/>
        </p:spPr>
        <p:txBody>
          <a:bodyPr/>
          <a:lstStyle/>
          <a:p>
            <a:r>
              <a:rPr lang="en-US" altLang="en-US" b="1"/>
              <a:t>Topics</a:t>
            </a:r>
            <a:endParaRPr lang="en-US" altLang="en-US"/>
          </a:p>
        </p:txBody>
      </p:sp>
      <p:sp>
        <p:nvSpPr>
          <p:cNvPr id="23555" name="Rectangle 1027">
            <a:extLst>
              <a:ext uri="{FF2B5EF4-FFF2-40B4-BE49-F238E27FC236}">
                <a16:creationId xmlns:a16="http://schemas.microsoft.com/office/drawing/2014/main" id="{F0623243-1200-AF29-2793-E5E7C6A20ECA}"/>
              </a:ext>
            </a:extLst>
          </p:cNvPr>
          <p:cNvSpPr>
            <a:spLocks noGrp="1" noChangeArrowheads="1"/>
          </p:cNvSpPr>
          <p:nvPr>
            <p:ph idx="1"/>
          </p:nvPr>
        </p:nvSpPr>
        <p:spPr>
          <a:xfrm>
            <a:off x="827088" y="2052638"/>
            <a:ext cx="7402512" cy="4195762"/>
          </a:xfrm>
        </p:spPr>
        <p:txBody>
          <a:bodyPr/>
          <a:lstStyle/>
          <a:p>
            <a:r>
              <a:rPr lang="en-US" altLang="en-US" sz="3600" dirty="0"/>
              <a:t>Engineering Institutions - Code of Ethics</a:t>
            </a:r>
          </a:p>
          <a:p>
            <a:r>
              <a:rPr lang="en-US" altLang="en-US" sz="3600"/>
              <a:t>Industry – Code of Ethics</a:t>
            </a:r>
          </a:p>
          <a:p>
            <a:r>
              <a:rPr lang="en-US" altLang="en-US" sz="3600"/>
              <a:t>Corporate </a:t>
            </a:r>
            <a:r>
              <a:rPr lang="en-US" altLang="en-US" sz="3600" dirty="0"/>
              <a:t>Social Responsibility</a:t>
            </a:r>
          </a:p>
        </p:txBody>
      </p:sp>
      <p:sp>
        <p:nvSpPr>
          <p:cNvPr id="23556" name="Slide Number Placeholder 3">
            <a:extLst>
              <a:ext uri="{FF2B5EF4-FFF2-40B4-BE49-F238E27FC236}">
                <a16:creationId xmlns:a16="http://schemas.microsoft.com/office/drawing/2014/main" id="{6CFFDBF9-543F-BCFA-4FB7-D9AEA2E6CA1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6D418AB8-974A-4E38-9FCF-DAF22BED18ED}" type="slidenum">
              <a:rPr lang="en-US" altLang="en-US" sz="2800">
                <a:latin typeface="Arial" panose="020B0604020202020204" pitchFamily="34" charset="0"/>
              </a:rPr>
              <a:pPr>
                <a:spcBef>
                  <a:spcPct val="0"/>
                </a:spcBef>
                <a:buClrTx/>
                <a:buSzTx/>
                <a:buFontTx/>
                <a:buNone/>
              </a:pPr>
              <a:t>2</a:t>
            </a:fld>
            <a:endParaRPr lang="en-US" altLang="en-US" sz="280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a:extLst>
              <a:ext uri="{FF2B5EF4-FFF2-40B4-BE49-F238E27FC236}">
                <a16:creationId xmlns:a16="http://schemas.microsoft.com/office/drawing/2014/main" id="{A8492B42-6D04-1FC0-2015-EF1720DF89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E4EC206E-DE59-4DEE-93F6-C7D2440A49AA}" type="slidenum">
              <a:rPr lang="en-US" altLang="en-US" sz="2800">
                <a:latin typeface="Arial" panose="020B0604020202020204" pitchFamily="34" charset="0"/>
              </a:rPr>
              <a:pPr>
                <a:spcBef>
                  <a:spcPct val="0"/>
                </a:spcBef>
                <a:buClrTx/>
                <a:buSzTx/>
                <a:buFontTx/>
                <a:buNone/>
              </a:pPr>
              <a:t>3</a:t>
            </a:fld>
            <a:endParaRPr lang="en-US" altLang="en-US" sz="2800">
              <a:latin typeface="Arial" panose="020B0604020202020204" pitchFamily="34" charset="0"/>
            </a:endParaRPr>
          </a:p>
        </p:txBody>
      </p:sp>
      <p:sp>
        <p:nvSpPr>
          <p:cNvPr id="2" name="Title 1">
            <a:extLst>
              <a:ext uri="{FF2B5EF4-FFF2-40B4-BE49-F238E27FC236}">
                <a16:creationId xmlns:a16="http://schemas.microsoft.com/office/drawing/2014/main" id="{95739867-2F12-4471-B714-1A9FFEF182BD}"/>
              </a:ext>
            </a:extLst>
          </p:cNvPr>
          <p:cNvSpPr>
            <a:spLocks noGrp="1"/>
          </p:cNvSpPr>
          <p:nvPr>
            <p:ph type="title" idx="4294967295"/>
          </p:nvPr>
        </p:nvSpPr>
        <p:spPr>
          <a:xfrm>
            <a:off x="0" y="273050"/>
            <a:ext cx="8226425" cy="1143000"/>
          </a:xfrm>
        </p:spPr>
        <p:txBody>
          <a:bodyPr rtlCol="0">
            <a:normAutofit fontScale="90000"/>
          </a:bodyPr>
          <a:lstStyle/>
          <a:p>
            <a:pPr defTabSz="457207" fontAlgn="auto">
              <a:spcAft>
                <a:spcPts val="0"/>
              </a:spcAft>
              <a:defRPr/>
            </a:pPr>
            <a:r>
              <a:rPr lang="en-GB" dirty="0">
                <a:effectLst>
                  <a:outerShdw blurRad="38100" dist="38100" dir="2700000" algn="tl">
                    <a:srgbClr val="000000"/>
                  </a:outerShdw>
                </a:effectLst>
              </a:rPr>
              <a:t>Why have a Code of Ethics? </a:t>
            </a:r>
            <a:br>
              <a:rPr lang="en-GB" dirty="0">
                <a:effectLst>
                  <a:outerShdw blurRad="38100" dist="38100" dir="2700000" algn="tl">
                    <a:srgbClr val="000000"/>
                  </a:outerShdw>
                </a:effectLst>
              </a:rPr>
            </a:br>
            <a:endParaRPr lang="en-GB" dirty="0">
              <a:effectLst>
                <a:outerShdw blurRad="38100" dist="38100" dir="2700000" algn="tl">
                  <a:srgbClr val="000000"/>
                </a:outerShdw>
              </a:effectLst>
            </a:endParaRPr>
          </a:p>
        </p:txBody>
      </p:sp>
      <p:sp>
        <p:nvSpPr>
          <p:cNvPr id="3" name="Content Placeholder 2">
            <a:extLst>
              <a:ext uri="{FF2B5EF4-FFF2-40B4-BE49-F238E27FC236}">
                <a16:creationId xmlns:a16="http://schemas.microsoft.com/office/drawing/2014/main" id="{BC33C06F-426B-20EF-2A70-911359BC50CE}"/>
              </a:ext>
            </a:extLst>
          </p:cNvPr>
          <p:cNvSpPr>
            <a:spLocks noGrp="1"/>
          </p:cNvSpPr>
          <p:nvPr>
            <p:ph idx="4294967295"/>
          </p:nvPr>
        </p:nvSpPr>
        <p:spPr>
          <a:xfrm>
            <a:off x="0" y="1676400"/>
            <a:ext cx="8226425" cy="4497388"/>
          </a:xfrm>
        </p:spPr>
        <p:txBody>
          <a:bodyPr rtlCol="0">
            <a:normAutofit/>
          </a:bodyPr>
          <a:lstStyle/>
          <a:p>
            <a:pPr marL="342906" indent="-342906" defTabSz="457207" fontAlgn="auto">
              <a:spcAft>
                <a:spcPts val="0"/>
              </a:spcAft>
              <a:buClr>
                <a:schemeClr val="bg2">
                  <a:lumMod val="40000"/>
                  <a:lumOff val="60000"/>
                </a:schemeClr>
              </a:buClr>
              <a:buFont typeface="Wingdings 3" charset="2"/>
              <a:buChar char=""/>
              <a:defRPr/>
            </a:pPr>
            <a:r>
              <a:rPr lang="en-GB" sz="2400" dirty="0">
                <a:effectLst>
                  <a:outerShdw blurRad="38100" dist="38100" dir="2700000" algn="tl">
                    <a:srgbClr val="000000"/>
                  </a:outerShdw>
                </a:effectLst>
              </a:rPr>
              <a:t>to define accepted/acceptable behaviours; </a:t>
            </a:r>
          </a:p>
          <a:p>
            <a:pPr marL="342906" indent="-342906" defTabSz="457207" fontAlgn="auto">
              <a:spcAft>
                <a:spcPts val="0"/>
              </a:spcAft>
              <a:buClr>
                <a:schemeClr val="bg2">
                  <a:lumMod val="40000"/>
                  <a:lumOff val="60000"/>
                </a:schemeClr>
              </a:buClr>
              <a:buFont typeface="Wingdings 3" charset="2"/>
              <a:buChar char=""/>
              <a:defRPr/>
            </a:pPr>
            <a:r>
              <a:rPr lang="en-GB" sz="2400" dirty="0">
                <a:effectLst>
                  <a:outerShdw blurRad="38100" dist="38100" dir="2700000" algn="tl">
                    <a:srgbClr val="000000"/>
                  </a:outerShdw>
                </a:effectLst>
              </a:rPr>
              <a:t>to promote high standards of practice; </a:t>
            </a:r>
          </a:p>
          <a:p>
            <a:pPr marL="342906" indent="-342906" defTabSz="457207" fontAlgn="auto">
              <a:spcAft>
                <a:spcPts val="0"/>
              </a:spcAft>
              <a:buClr>
                <a:schemeClr val="bg2">
                  <a:lumMod val="40000"/>
                  <a:lumOff val="60000"/>
                </a:schemeClr>
              </a:buClr>
              <a:buFont typeface="Wingdings 3" charset="2"/>
              <a:buChar char=""/>
              <a:defRPr/>
            </a:pPr>
            <a:r>
              <a:rPr lang="en-GB" sz="2400" dirty="0">
                <a:effectLst>
                  <a:outerShdw blurRad="38100" dist="38100" dir="2700000" algn="tl">
                    <a:srgbClr val="000000"/>
                  </a:outerShdw>
                </a:effectLst>
              </a:rPr>
              <a:t>to provide a benchmark for members to use for self evaluation; </a:t>
            </a:r>
          </a:p>
          <a:p>
            <a:pPr marL="342906" indent="-342906" defTabSz="457207" fontAlgn="auto">
              <a:spcAft>
                <a:spcPts val="0"/>
              </a:spcAft>
              <a:buClr>
                <a:schemeClr val="bg2">
                  <a:lumMod val="40000"/>
                  <a:lumOff val="60000"/>
                </a:schemeClr>
              </a:buClr>
              <a:buFont typeface="Wingdings 3" charset="2"/>
              <a:buChar char=""/>
              <a:defRPr/>
            </a:pPr>
            <a:r>
              <a:rPr lang="en-GB" sz="2400" dirty="0">
                <a:effectLst>
                  <a:outerShdw blurRad="38100" dist="38100" dir="2700000" algn="tl">
                    <a:srgbClr val="000000"/>
                  </a:outerShdw>
                </a:effectLst>
              </a:rPr>
              <a:t>to establish a framework for professional behaviour and responsibilities; </a:t>
            </a:r>
          </a:p>
          <a:p>
            <a:pPr marL="342906" indent="-342906" defTabSz="457207" fontAlgn="auto">
              <a:spcAft>
                <a:spcPts val="0"/>
              </a:spcAft>
              <a:buClr>
                <a:schemeClr val="bg2">
                  <a:lumMod val="40000"/>
                  <a:lumOff val="60000"/>
                </a:schemeClr>
              </a:buClr>
              <a:buFont typeface="Wingdings 3" charset="2"/>
              <a:buChar char=""/>
              <a:defRPr/>
            </a:pPr>
            <a:r>
              <a:rPr lang="en-GB" sz="2400" dirty="0">
                <a:effectLst>
                  <a:outerShdw blurRad="38100" dist="38100" dir="2700000" algn="tl">
                    <a:srgbClr val="000000"/>
                  </a:outerShdw>
                </a:effectLst>
              </a:rPr>
              <a:t>as a vehicle for occupational identity; </a:t>
            </a:r>
          </a:p>
          <a:p>
            <a:pPr marL="342906" indent="-342906" defTabSz="457207" fontAlgn="auto">
              <a:spcAft>
                <a:spcPts val="0"/>
              </a:spcAft>
              <a:buClr>
                <a:schemeClr val="bg2">
                  <a:lumMod val="40000"/>
                  <a:lumOff val="60000"/>
                </a:schemeClr>
              </a:buClr>
              <a:buFont typeface="Wingdings 3" charset="2"/>
              <a:buChar char=""/>
              <a:defRPr/>
            </a:pPr>
            <a:r>
              <a:rPr lang="en-GB" sz="2400" dirty="0">
                <a:effectLst>
                  <a:outerShdw blurRad="38100" dist="38100" dir="2700000" algn="tl">
                    <a:srgbClr val="000000"/>
                  </a:outerShdw>
                </a:effectLst>
              </a:rPr>
              <a:t>as a mark of occupational maturity.</a:t>
            </a:r>
          </a:p>
          <a:p>
            <a:pPr marL="342906" indent="-342906" defTabSz="457207" fontAlgn="auto">
              <a:spcAft>
                <a:spcPts val="0"/>
              </a:spcAft>
              <a:buClr>
                <a:schemeClr val="bg2">
                  <a:lumMod val="40000"/>
                  <a:lumOff val="60000"/>
                </a:schemeClr>
              </a:buClr>
              <a:buFont typeface="Wingdings 3" charset="2"/>
              <a:buChar char=""/>
              <a:defRPr/>
            </a:pPr>
            <a:endParaRPr lang="en-GB" dirty="0">
              <a:effectLst>
                <a:outerShdw blurRad="38100" dist="38100" dir="2700000" algn="tl">
                  <a:srgbClr val="000000"/>
                </a:outerShdw>
              </a:effectLst>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2">
            <a:extLst>
              <a:ext uri="{FF2B5EF4-FFF2-40B4-BE49-F238E27FC236}">
                <a16:creationId xmlns:a16="http://schemas.microsoft.com/office/drawing/2014/main" id="{DA407746-E4D0-F60E-3B39-D81A555806D9}"/>
              </a:ext>
            </a:extLst>
          </p:cNvPr>
          <p:cNvSpPr>
            <a:spLocks noGrp="1" noChangeArrowheads="1"/>
          </p:cNvSpPr>
          <p:nvPr>
            <p:ph type="ctrTitle"/>
          </p:nvPr>
        </p:nvSpPr>
        <p:spPr>
          <a:xfrm>
            <a:off x="457200" y="1524000"/>
            <a:ext cx="8686800" cy="2895600"/>
          </a:xfrm>
        </p:spPr>
        <p:txBody>
          <a:bodyPr/>
          <a:lstStyle/>
          <a:p>
            <a:pPr algn="ctr"/>
            <a:r>
              <a:rPr lang="en-US" altLang="en-US" sz="4800" b="1" dirty="0"/>
              <a:t>CODE OF ETHICS/CONDUCT OF </a:t>
            </a:r>
            <a:br>
              <a:rPr lang="en-US" altLang="en-US" sz="4800" b="1" dirty="0"/>
            </a:br>
            <a:r>
              <a:rPr lang="en-US" altLang="en-US" sz="4800" b="1" dirty="0"/>
              <a:t>ENGINEERING INSTITUTIONS</a:t>
            </a:r>
          </a:p>
        </p:txBody>
      </p:sp>
      <p:sp>
        <p:nvSpPr>
          <p:cNvPr id="4" name="Subtitle 3">
            <a:extLst>
              <a:ext uri="{FF2B5EF4-FFF2-40B4-BE49-F238E27FC236}">
                <a16:creationId xmlns:a16="http://schemas.microsoft.com/office/drawing/2014/main" id="{BB678A50-D369-0C43-8AA8-2003893D6997}"/>
              </a:ext>
            </a:extLst>
          </p:cNvPr>
          <p:cNvSpPr>
            <a:spLocks noGrp="1"/>
          </p:cNvSpPr>
          <p:nvPr>
            <p:ph type="subTitle" idx="1"/>
          </p:nvPr>
        </p:nvSpPr>
        <p:spPr/>
        <p:txBody>
          <a:bodyPr rtlCol="0">
            <a:normAutofit/>
          </a:bodyPr>
          <a:lstStyle/>
          <a:p>
            <a:pPr fontAlgn="auto">
              <a:spcAft>
                <a:spcPts val="0"/>
              </a:spcAft>
              <a:buFont typeface="Wingdings 3" charset="2"/>
              <a:buNone/>
              <a:defRPr/>
            </a:pPr>
            <a:endParaRPr lang="en-US" dirty="0"/>
          </a:p>
        </p:txBody>
      </p:sp>
      <p:sp>
        <p:nvSpPr>
          <p:cNvPr id="27652" name="Slide Number Placeholder 1">
            <a:extLst>
              <a:ext uri="{FF2B5EF4-FFF2-40B4-BE49-F238E27FC236}">
                <a16:creationId xmlns:a16="http://schemas.microsoft.com/office/drawing/2014/main" id="{09E2BC7B-E9D9-E934-B52F-44D006DC585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874492D2-E1FC-4125-980A-A2BF8769704C}" type="slidenum">
              <a:rPr lang="en-US" altLang="en-US" sz="2800">
                <a:solidFill>
                  <a:srgbClr val="FFFFFF"/>
                </a:solidFill>
                <a:latin typeface="Arial" panose="020B0604020202020204" pitchFamily="34" charset="0"/>
              </a:rPr>
              <a:pPr>
                <a:spcBef>
                  <a:spcPct val="0"/>
                </a:spcBef>
                <a:buClrTx/>
                <a:buSzTx/>
                <a:buFontTx/>
                <a:buNone/>
              </a:pPr>
              <a:t>4</a:t>
            </a:fld>
            <a:endParaRPr lang="en-US" altLang="en-US" sz="2800">
              <a:solidFill>
                <a:srgbClr val="FFFFFF"/>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a:extLst>
              <a:ext uri="{FF2B5EF4-FFF2-40B4-BE49-F238E27FC236}">
                <a16:creationId xmlns:a16="http://schemas.microsoft.com/office/drawing/2014/main" id="{16A255D3-60B3-F156-8D12-EFCB751DF093}"/>
              </a:ext>
            </a:extLst>
          </p:cNvPr>
          <p:cNvSpPr>
            <a:spLocks noGrp="1" noChangeArrowheads="1"/>
          </p:cNvSpPr>
          <p:nvPr>
            <p:ph type="title"/>
          </p:nvPr>
        </p:nvSpPr>
        <p:spPr>
          <a:noFill/>
        </p:spPr>
        <p:txBody>
          <a:bodyPr/>
          <a:lstStyle/>
          <a:p>
            <a:r>
              <a:rPr lang="en-GB" altLang="en-US" sz="3600"/>
              <a:t>Some Engineering Codes of </a:t>
            </a:r>
            <a:br>
              <a:rPr lang="en-GB" altLang="en-US" sz="3600"/>
            </a:br>
            <a:r>
              <a:rPr lang="en-GB" altLang="en-US" sz="3600"/>
              <a:t>Ethics / Conduct</a:t>
            </a:r>
          </a:p>
        </p:txBody>
      </p:sp>
      <p:sp>
        <p:nvSpPr>
          <p:cNvPr id="28675" name="Rectangle 1029">
            <a:extLst>
              <a:ext uri="{FF2B5EF4-FFF2-40B4-BE49-F238E27FC236}">
                <a16:creationId xmlns:a16="http://schemas.microsoft.com/office/drawing/2014/main" id="{FE902CC0-4210-7578-2006-5A523F3833D7}"/>
              </a:ext>
            </a:extLst>
          </p:cNvPr>
          <p:cNvSpPr>
            <a:spLocks noGrp="1" noChangeArrowheads="1"/>
          </p:cNvSpPr>
          <p:nvPr>
            <p:ph idx="1"/>
          </p:nvPr>
        </p:nvSpPr>
        <p:spPr/>
        <p:txBody>
          <a:bodyPr/>
          <a:lstStyle/>
          <a:p>
            <a:r>
              <a:rPr lang="en-GB" altLang="en-US" dirty="0"/>
              <a:t>European Federation of National Engineering Associations  [FEANI]</a:t>
            </a:r>
          </a:p>
          <a:p>
            <a:r>
              <a:rPr lang="en-GB" altLang="en-US" dirty="0" err="1"/>
              <a:t>Instutute</a:t>
            </a:r>
            <a:r>
              <a:rPr lang="en-GB" altLang="en-US" dirty="0"/>
              <a:t> of Civil Engineers, UK</a:t>
            </a:r>
          </a:p>
          <a:p>
            <a:r>
              <a:rPr lang="en-GB" altLang="en-US" dirty="0"/>
              <a:t>Engineers Australia</a:t>
            </a:r>
          </a:p>
          <a:p>
            <a:r>
              <a:rPr lang="en-GB" altLang="en-US" dirty="0"/>
              <a:t>Institute of Electrical and Electronics Engineers [IEEE]</a:t>
            </a:r>
          </a:p>
          <a:p>
            <a:r>
              <a:rPr lang="en-GB" altLang="en-US" dirty="0"/>
              <a:t>American Society of Civil Engineers [ASCE]</a:t>
            </a:r>
          </a:p>
        </p:txBody>
      </p:sp>
      <p:sp>
        <p:nvSpPr>
          <p:cNvPr id="28676" name="Slide Number Placeholder 4">
            <a:extLst>
              <a:ext uri="{FF2B5EF4-FFF2-40B4-BE49-F238E27FC236}">
                <a16:creationId xmlns:a16="http://schemas.microsoft.com/office/drawing/2014/main" id="{3DC06834-528D-A5A3-FF57-70F526D41C4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05285A0A-EB29-41B9-A039-A77FFEE232B7}" type="slidenum">
              <a:rPr lang="en-US" altLang="en-US" sz="2800">
                <a:latin typeface="Arial" panose="020B0604020202020204" pitchFamily="34" charset="0"/>
              </a:rPr>
              <a:pPr>
                <a:spcBef>
                  <a:spcPct val="0"/>
                </a:spcBef>
                <a:buClrTx/>
                <a:buSzTx/>
                <a:buFontTx/>
                <a:buNone/>
              </a:pPr>
              <a:t>5</a:t>
            </a:fld>
            <a:endParaRPr lang="en-US" altLang="en-US" sz="2800">
              <a:latin typeface="Arial" panose="020B0604020202020204" pitchFamily="34" charset="0"/>
            </a:endParaRPr>
          </a:p>
        </p:txBody>
      </p:sp>
      <p:sp>
        <p:nvSpPr>
          <p:cNvPr id="14340" name="Rectangle 1027">
            <a:extLst>
              <a:ext uri="{FF2B5EF4-FFF2-40B4-BE49-F238E27FC236}">
                <a16:creationId xmlns:a16="http://schemas.microsoft.com/office/drawing/2014/main" id="{A22CAF36-039A-93A1-1E95-1D1970DEEC42}"/>
              </a:ext>
            </a:extLst>
          </p:cNvPr>
          <p:cNvSpPr>
            <a:spLocks noGrp="1" noChangeArrowheads="1"/>
          </p:cNvSpPr>
          <p:nvPr>
            <p:ph type="body" idx="4294967295"/>
          </p:nvPr>
        </p:nvSpPr>
        <p:spPr>
          <a:xfrm>
            <a:off x="0" y="1674813"/>
            <a:ext cx="8226425" cy="4497387"/>
          </a:xfrm>
        </p:spPr>
        <p:txBody>
          <a:bodyPr rtlCol="0">
            <a:normAutofit/>
          </a:bodyPr>
          <a:lstStyle/>
          <a:p>
            <a:pPr marL="342906" indent="-342906" defTabSz="457207" fontAlgn="auto">
              <a:spcAft>
                <a:spcPts val="0"/>
              </a:spcAft>
              <a:buClr>
                <a:schemeClr val="bg2">
                  <a:lumMod val="40000"/>
                  <a:lumOff val="60000"/>
                </a:schemeClr>
              </a:buClr>
              <a:buFont typeface="Wingdings" panose="05000000000000000000" pitchFamily="2" charset="2"/>
              <a:buNone/>
              <a:defRPr/>
            </a:pP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a:extLst>
              <a:ext uri="{FF2B5EF4-FFF2-40B4-BE49-F238E27FC236}">
                <a16:creationId xmlns:a16="http://schemas.microsoft.com/office/drawing/2014/main" id="{4B428447-74FB-D830-BEB4-8DF081EB0ED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CCBDFD2E-8DDB-4566-97E5-B9F4549D93D9}" type="slidenum">
              <a:rPr lang="en-US" altLang="en-US" sz="2800">
                <a:latin typeface="Arial" panose="020B0604020202020204" pitchFamily="34" charset="0"/>
              </a:rPr>
              <a:pPr>
                <a:spcBef>
                  <a:spcPct val="0"/>
                </a:spcBef>
                <a:buClrTx/>
                <a:buSzTx/>
                <a:buFontTx/>
                <a:buNone/>
              </a:pPr>
              <a:t>6</a:t>
            </a:fld>
            <a:endParaRPr lang="en-US" altLang="en-US" sz="2800">
              <a:latin typeface="Arial" panose="020B0604020202020204" pitchFamily="34" charset="0"/>
            </a:endParaRPr>
          </a:p>
        </p:txBody>
      </p:sp>
      <p:sp>
        <p:nvSpPr>
          <p:cNvPr id="23557" name="Rectangle 5">
            <a:extLst>
              <a:ext uri="{FF2B5EF4-FFF2-40B4-BE49-F238E27FC236}">
                <a16:creationId xmlns:a16="http://schemas.microsoft.com/office/drawing/2014/main" id="{9B9B54BB-D796-EF0E-10F8-BB26F8F6AFB3}"/>
              </a:ext>
            </a:extLst>
          </p:cNvPr>
          <p:cNvSpPr>
            <a:spLocks noGrp="1" noChangeArrowheads="1"/>
          </p:cNvSpPr>
          <p:nvPr>
            <p:ph type="title" idx="4294967295"/>
          </p:nvPr>
        </p:nvSpPr>
        <p:spPr>
          <a:xfrm>
            <a:off x="0" y="273050"/>
            <a:ext cx="8226425" cy="1143000"/>
          </a:xfrm>
        </p:spPr>
        <p:txBody>
          <a:bodyPr rtlCol="0">
            <a:noAutofit/>
          </a:bodyPr>
          <a:lstStyle/>
          <a:p>
            <a:pPr defTabSz="457207" fontAlgn="auto">
              <a:spcAft>
                <a:spcPts val="0"/>
              </a:spcAft>
              <a:defRPr/>
            </a:pPr>
            <a:r>
              <a:rPr lang="en-US" dirty="0">
                <a:effectLst>
                  <a:outerShdw blurRad="38100" dist="38100" dir="2700000" algn="tl">
                    <a:srgbClr val="000000"/>
                  </a:outerShdw>
                </a:effectLst>
              </a:rPr>
              <a:t>FEANI* Code of Conduct</a:t>
            </a:r>
          </a:p>
        </p:txBody>
      </p:sp>
      <p:sp>
        <p:nvSpPr>
          <p:cNvPr id="23558" name="Rectangle 6">
            <a:extLst>
              <a:ext uri="{FF2B5EF4-FFF2-40B4-BE49-F238E27FC236}">
                <a16:creationId xmlns:a16="http://schemas.microsoft.com/office/drawing/2014/main" id="{D955CA8C-A6BA-92B3-E2BE-68B2870CFC7F}"/>
              </a:ext>
            </a:extLst>
          </p:cNvPr>
          <p:cNvSpPr>
            <a:spLocks noGrp="1" noChangeArrowheads="1"/>
          </p:cNvSpPr>
          <p:nvPr>
            <p:ph type="body" idx="4294967295"/>
          </p:nvPr>
        </p:nvSpPr>
        <p:spPr>
          <a:xfrm>
            <a:off x="0" y="1598613"/>
            <a:ext cx="8534400" cy="5259387"/>
          </a:xfrm>
        </p:spPr>
        <p:txBody>
          <a:bodyPr rtlCol="0">
            <a:normAutofit lnSpcReduction="10000"/>
          </a:bodyPr>
          <a:lstStyle/>
          <a:p>
            <a:pPr marL="342906" indent="-342906" defTabSz="457207" fontAlgn="auto">
              <a:lnSpc>
                <a:spcPct val="80000"/>
              </a:lnSpc>
              <a:spcAft>
                <a:spcPts val="0"/>
              </a:spcAft>
              <a:buClr>
                <a:schemeClr val="bg2">
                  <a:lumMod val="40000"/>
                  <a:lumOff val="60000"/>
                </a:schemeClr>
              </a:buClr>
              <a:buFont typeface="Wingdings 3" charset="2"/>
              <a:buChar char=""/>
              <a:defRPr/>
            </a:pPr>
            <a:r>
              <a:rPr lang="en-US" sz="2400" b="1" dirty="0"/>
              <a:t>Ethical Principle</a:t>
            </a:r>
          </a:p>
          <a:p>
            <a:pPr marL="342906" indent="-342906" defTabSz="457207" fontAlgn="auto">
              <a:lnSpc>
                <a:spcPct val="80000"/>
              </a:lnSpc>
              <a:spcAft>
                <a:spcPts val="0"/>
              </a:spcAft>
              <a:buClr>
                <a:schemeClr val="bg2">
                  <a:lumMod val="40000"/>
                  <a:lumOff val="60000"/>
                </a:schemeClr>
              </a:buClr>
              <a:buFont typeface="Wingdings 3" charset="2"/>
              <a:buChar char=""/>
              <a:defRPr/>
            </a:pPr>
            <a:r>
              <a:rPr lang="en-US" sz="2400" dirty="0"/>
              <a:t>The </a:t>
            </a:r>
            <a:r>
              <a:rPr lang="en-US" sz="2400" b="1" dirty="0">
                <a:solidFill>
                  <a:schemeClr val="accent6">
                    <a:lumMod val="75000"/>
                  </a:schemeClr>
                </a:solidFill>
              </a:rPr>
              <a:t>decisions and actions </a:t>
            </a:r>
            <a:r>
              <a:rPr lang="en-US" sz="2400" dirty="0"/>
              <a:t>of engineers have a </a:t>
            </a:r>
            <a:r>
              <a:rPr lang="en-US" sz="2400" b="1" dirty="0">
                <a:solidFill>
                  <a:schemeClr val="accent6">
                    <a:lumMod val="75000"/>
                  </a:schemeClr>
                </a:solidFill>
              </a:rPr>
              <a:t>large impact on the environment and on society. </a:t>
            </a:r>
            <a:r>
              <a:rPr lang="en-US" sz="2400" dirty="0">
                <a:solidFill>
                  <a:schemeClr val="tx1"/>
                </a:solidFill>
              </a:rPr>
              <a:t>The</a:t>
            </a:r>
            <a:r>
              <a:rPr lang="en-US" sz="2400" dirty="0">
                <a:solidFill>
                  <a:schemeClr val="accent6">
                    <a:lumMod val="75000"/>
                  </a:schemeClr>
                </a:solidFill>
              </a:rPr>
              <a:t> </a:t>
            </a:r>
            <a:r>
              <a:rPr lang="en-US" sz="2400" dirty="0"/>
              <a:t>engineering profession thus has an obligation to ensure that it works in the </a:t>
            </a:r>
            <a:r>
              <a:rPr lang="en-US" sz="2400" b="1" dirty="0">
                <a:solidFill>
                  <a:schemeClr val="accent6">
                    <a:lumMod val="75000"/>
                  </a:schemeClr>
                </a:solidFill>
              </a:rPr>
              <a:t>public interest </a:t>
            </a:r>
            <a:r>
              <a:rPr lang="en-US" sz="2400" dirty="0"/>
              <a:t>and with regard for </a:t>
            </a:r>
            <a:r>
              <a:rPr lang="en-US" sz="2400" b="1" dirty="0">
                <a:solidFill>
                  <a:schemeClr val="accent6">
                    <a:lumMod val="75000"/>
                  </a:schemeClr>
                </a:solidFill>
              </a:rPr>
              <a:t>health, safety and sustainability</a:t>
            </a:r>
            <a:r>
              <a:rPr lang="en-US" sz="2400" dirty="0">
                <a:solidFill>
                  <a:schemeClr val="accent6">
                    <a:lumMod val="75000"/>
                  </a:schemeClr>
                </a:solidFill>
              </a:rPr>
              <a:t>.</a:t>
            </a:r>
          </a:p>
          <a:p>
            <a:pPr marL="342906" indent="-342906" defTabSz="457207" fontAlgn="auto">
              <a:lnSpc>
                <a:spcPct val="80000"/>
              </a:lnSpc>
              <a:spcAft>
                <a:spcPts val="0"/>
              </a:spcAft>
              <a:buClr>
                <a:schemeClr val="bg2">
                  <a:lumMod val="40000"/>
                  <a:lumOff val="60000"/>
                </a:schemeClr>
              </a:buClr>
              <a:buFont typeface="Wingdings" panose="05000000000000000000" pitchFamily="2" charset="2"/>
              <a:buNone/>
              <a:defRPr/>
            </a:pPr>
            <a:endParaRPr lang="en-US" sz="2400" dirty="0"/>
          </a:p>
          <a:p>
            <a:pPr marL="342906" indent="-342906" defTabSz="457207" fontAlgn="auto">
              <a:lnSpc>
                <a:spcPct val="80000"/>
              </a:lnSpc>
              <a:spcAft>
                <a:spcPts val="0"/>
              </a:spcAft>
              <a:buClr>
                <a:schemeClr val="bg2">
                  <a:lumMod val="40000"/>
                  <a:lumOff val="60000"/>
                </a:schemeClr>
              </a:buClr>
              <a:buFont typeface="Wingdings 3" charset="2"/>
              <a:buChar char=""/>
              <a:defRPr/>
            </a:pPr>
            <a:r>
              <a:rPr lang="en-US" sz="2400" b="1" dirty="0"/>
              <a:t>Framework Statement</a:t>
            </a:r>
          </a:p>
          <a:p>
            <a:pPr marL="342906" indent="-342906" defTabSz="457207" fontAlgn="auto">
              <a:lnSpc>
                <a:spcPct val="80000"/>
              </a:lnSpc>
              <a:spcAft>
                <a:spcPts val="0"/>
              </a:spcAft>
              <a:buClr>
                <a:schemeClr val="bg2">
                  <a:lumMod val="40000"/>
                  <a:lumOff val="60000"/>
                </a:schemeClr>
              </a:buClr>
              <a:buFont typeface="Wingdings 3" charset="2"/>
              <a:buChar char=""/>
              <a:defRPr/>
            </a:pPr>
            <a:r>
              <a:rPr lang="en-US" sz="2400" dirty="0"/>
              <a:t>National associations of engineers, and FEANI with regard to EURING registrants, have codes of conduct which have much in common and which have the intent of implementing the above ethical principle. As a result of this convergence the European engineering profession as a whole can make a universal statement regarding the conduct of professional engineers.</a:t>
            </a:r>
          </a:p>
          <a:p>
            <a:pPr marL="0" indent="0" defTabSz="457207" fontAlgn="auto">
              <a:lnSpc>
                <a:spcPct val="80000"/>
              </a:lnSpc>
              <a:spcAft>
                <a:spcPts val="0"/>
              </a:spcAft>
              <a:buClr>
                <a:schemeClr val="bg2">
                  <a:lumMod val="40000"/>
                  <a:lumOff val="60000"/>
                </a:schemeClr>
              </a:buClr>
              <a:buFont typeface="Wingdings 3" panose="05040102010807070707" pitchFamily="18" charset="2"/>
              <a:buNone/>
              <a:defRPr/>
            </a:pPr>
            <a:r>
              <a:rPr lang="en-US" sz="2400" b="1" dirty="0"/>
              <a:t>*</a:t>
            </a:r>
            <a:r>
              <a:rPr lang="en-US" sz="2400" dirty="0"/>
              <a:t> </a:t>
            </a:r>
            <a:r>
              <a:rPr lang="en-US" sz="2400" i="1" dirty="0">
                <a:solidFill>
                  <a:schemeClr val="accent3">
                    <a:lumMod val="60000"/>
                    <a:lumOff val="40000"/>
                  </a:schemeClr>
                </a:solidFill>
              </a:rPr>
              <a:t>European Federation of National Engineering Associations</a:t>
            </a:r>
            <a:endParaRPr lang="en-US" sz="2400" i="1" dirty="0">
              <a:solidFill>
                <a:schemeClr val="accent3">
                  <a:lumMod val="60000"/>
                  <a:lumOff val="40000"/>
                </a:schemeClr>
              </a:solidFill>
              <a:effectLst>
                <a:outerShdw blurRad="38100" dist="38100" dir="2700000" algn="tl">
                  <a:srgbClr val="000000"/>
                </a:outerShdw>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a:extLst>
              <a:ext uri="{FF2B5EF4-FFF2-40B4-BE49-F238E27FC236}">
                <a16:creationId xmlns:a16="http://schemas.microsoft.com/office/drawing/2014/main" id="{38706DD7-79FA-7B0E-153D-ADD93A7C21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CA71E8BC-4612-40C4-ACE2-C6F93B44AB11}" type="slidenum">
              <a:rPr lang="en-US" altLang="en-US" sz="2800">
                <a:latin typeface="Arial" panose="020B0604020202020204" pitchFamily="34" charset="0"/>
              </a:rPr>
              <a:pPr>
                <a:spcBef>
                  <a:spcPct val="0"/>
                </a:spcBef>
                <a:buClrTx/>
                <a:buSzTx/>
                <a:buFontTx/>
                <a:buNone/>
              </a:pPr>
              <a:t>7</a:t>
            </a:fld>
            <a:endParaRPr lang="en-US" altLang="en-US" sz="2800">
              <a:latin typeface="Arial" panose="020B0604020202020204" pitchFamily="34" charset="0"/>
            </a:endParaRPr>
          </a:p>
        </p:txBody>
      </p:sp>
      <p:sp>
        <p:nvSpPr>
          <p:cNvPr id="2" name="Rectangle 2">
            <a:extLst>
              <a:ext uri="{FF2B5EF4-FFF2-40B4-BE49-F238E27FC236}">
                <a16:creationId xmlns:a16="http://schemas.microsoft.com/office/drawing/2014/main" id="{811ECC42-D481-9457-3613-901D33F75AFD}"/>
              </a:ext>
            </a:extLst>
          </p:cNvPr>
          <p:cNvSpPr>
            <a:spLocks noGrp="1" noChangeArrowheads="1"/>
          </p:cNvSpPr>
          <p:nvPr>
            <p:ph type="title" idx="4294967295"/>
          </p:nvPr>
        </p:nvSpPr>
        <p:spPr>
          <a:xfrm>
            <a:off x="0" y="0"/>
            <a:ext cx="8226425" cy="869950"/>
          </a:xfrm>
        </p:spPr>
        <p:txBody>
          <a:bodyPr rtlCol="0">
            <a:noAutofit/>
          </a:bodyPr>
          <a:lstStyle/>
          <a:p>
            <a:pPr defTabSz="457207" fontAlgn="auto">
              <a:spcAft>
                <a:spcPts val="0"/>
              </a:spcAft>
              <a:defRPr/>
            </a:pPr>
            <a:r>
              <a:rPr lang="en-US" dirty="0">
                <a:effectLst>
                  <a:outerShdw blurRad="38100" dist="38100" dir="2700000" algn="tl">
                    <a:srgbClr val="000000"/>
                  </a:outerShdw>
                </a:effectLst>
              </a:rPr>
              <a:t>FEANI Code of Conduct</a:t>
            </a:r>
          </a:p>
        </p:txBody>
      </p:sp>
      <p:sp>
        <p:nvSpPr>
          <p:cNvPr id="25603" name="Rectangle 3">
            <a:extLst>
              <a:ext uri="{FF2B5EF4-FFF2-40B4-BE49-F238E27FC236}">
                <a16:creationId xmlns:a16="http://schemas.microsoft.com/office/drawing/2014/main" id="{151A4B46-CA5A-5154-C7D7-A0CEBB6293D0}"/>
              </a:ext>
            </a:extLst>
          </p:cNvPr>
          <p:cNvSpPr>
            <a:spLocks noGrp="1" noChangeArrowheads="1"/>
          </p:cNvSpPr>
          <p:nvPr>
            <p:ph type="body" idx="4294967295"/>
          </p:nvPr>
        </p:nvSpPr>
        <p:spPr>
          <a:xfrm>
            <a:off x="0" y="1104900"/>
            <a:ext cx="8226425" cy="5715000"/>
          </a:xfrm>
        </p:spPr>
        <p:txBody>
          <a:bodyPr rtlCol="0">
            <a:normAutofit fontScale="92500"/>
          </a:bodyPr>
          <a:lstStyle/>
          <a:p>
            <a:pPr marL="342906" indent="-342906" defTabSz="457207" fontAlgn="auto">
              <a:lnSpc>
                <a:spcPct val="80000"/>
              </a:lnSpc>
              <a:spcAft>
                <a:spcPts val="0"/>
              </a:spcAft>
              <a:buClr>
                <a:schemeClr val="bg2">
                  <a:lumMod val="40000"/>
                  <a:lumOff val="60000"/>
                </a:schemeClr>
              </a:buClr>
              <a:buFont typeface="Wingdings" panose="05000000000000000000" pitchFamily="2" charset="2"/>
              <a:buNone/>
              <a:defRPr/>
            </a:pPr>
            <a:r>
              <a:rPr lang="en-US" sz="1800" i="1" dirty="0"/>
              <a:t>	Individual engineers have a personal obligation to act with integrity, in the </a:t>
            </a:r>
            <a:r>
              <a:rPr lang="en-US" sz="2200" b="1" i="1" dirty="0">
                <a:solidFill>
                  <a:schemeClr val="accent6">
                    <a:lumMod val="75000"/>
                  </a:schemeClr>
                </a:solidFill>
              </a:rPr>
              <a:t>public interest</a:t>
            </a:r>
            <a:r>
              <a:rPr lang="en-US" sz="1800" i="1" dirty="0"/>
              <a:t>, and to exercise all reasonable skill and care in carrying out their work.</a:t>
            </a:r>
          </a:p>
          <a:p>
            <a:pPr marL="342906" indent="-342906" defTabSz="457207" fontAlgn="auto">
              <a:lnSpc>
                <a:spcPct val="80000"/>
              </a:lnSpc>
              <a:spcAft>
                <a:spcPts val="0"/>
              </a:spcAft>
              <a:buClr>
                <a:schemeClr val="bg2">
                  <a:lumMod val="40000"/>
                  <a:lumOff val="60000"/>
                </a:schemeClr>
              </a:buClr>
              <a:buFont typeface="Wingdings" panose="05000000000000000000" pitchFamily="2" charset="2"/>
              <a:buNone/>
              <a:defRPr/>
            </a:pPr>
            <a:r>
              <a:rPr lang="en-US" sz="1800" i="1" dirty="0"/>
              <a:t>In so doing engineers:</a:t>
            </a:r>
          </a:p>
          <a:p>
            <a:pPr marL="342906" indent="-342906" defTabSz="457207" fontAlgn="auto">
              <a:lnSpc>
                <a:spcPct val="80000"/>
              </a:lnSpc>
              <a:spcAft>
                <a:spcPts val="0"/>
              </a:spcAft>
              <a:buClr>
                <a:schemeClr val="bg2">
                  <a:lumMod val="40000"/>
                  <a:lumOff val="60000"/>
                </a:schemeClr>
              </a:buClr>
              <a:buFont typeface="Wingdings" panose="05000000000000000000" pitchFamily="2" charset="2"/>
              <a:buNone/>
              <a:defRPr/>
            </a:pPr>
            <a:endParaRPr lang="en-US" sz="1800" i="1" dirty="0"/>
          </a:p>
          <a:p>
            <a:pPr marL="342906" indent="-342906" defTabSz="457207" fontAlgn="auto">
              <a:lnSpc>
                <a:spcPct val="80000"/>
              </a:lnSpc>
              <a:spcAft>
                <a:spcPts val="0"/>
              </a:spcAft>
              <a:buClr>
                <a:schemeClr val="bg2">
                  <a:lumMod val="40000"/>
                  <a:lumOff val="60000"/>
                </a:schemeClr>
              </a:buClr>
              <a:buFont typeface="Wingdings 3" charset="2"/>
              <a:buChar char=""/>
              <a:defRPr/>
            </a:pPr>
            <a:r>
              <a:rPr lang="en-US" sz="1800" i="1" dirty="0"/>
              <a:t>Shall maintain </a:t>
            </a:r>
            <a:r>
              <a:rPr lang="en-US" sz="2200" b="1" i="1" dirty="0">
                <a:solidFill>
                  <a:srgbClr val="0000FF"/>
                </a:solidFill>
              </a:rPr>
              <a:t>their relevant competences </a:t>
            </a:r>
            <a:r>
              <a:rPr lang="en-US" sz="1800" i="1" dirty="0"/>
              <a:t>at the necessary level and only undertake tasks for which they are competent</a:t>
            </a:r>
          </a:p>
          <a:p>
            <a:pPr marL="342906" indent="-342906" defTabSz="457207" fontAlgn="auto">
              <a:lnSpc>
                <a:spcPct val="80000"/>
              </a:lnSpc>
              <a:spcAft>
                <a:spcPts val="0"/>
              </a:spcAft>
              <a:buClr>
                <a:schemeClr val="bg2">
                  <a:lumMod val="40000"/>
                  <a:lumOff val="60000"/>
                </a:schemeClr>
              </a:buClr>
              <a:buFont typeface="Wingdings 3" charset="2"/>
              <a:buChar char=""/>
              <a:defRPr/>
            </a:pPr>
            <a:r>
              <a:rPr lang="en-US" sz="1800" i="1" dirty="0"/>
              <a:t>Shall not </a:t>
            </a:r>
            <a:r>
              <a:rPr lang="en-US" sz="2200" b="1" i="1" dirty="0">
                <a:solidFill>
                  <a:srgbClr val="0000FF"/>
                </a:solidFill>
              </a:rPr>
              <a:t>misrepresent</a:t>
            </a:r>
            <a:r>
              <a:rPr lang="en-US" sz="2200" b="1" i="1" dirty="0"/>
              <a:t> </a:t>
            </a:r>
            <a:r>
              <a:rPr lang="en-US" sz="1800" i="1" dirty="0"/>
              <a:t>their educational qualifications or professional titles</a:t>
            </a:r>
          </a:p>
          <a:p>
            <a:pPr marL="342906" indent="-342906" defTabSz="457207" fontAlgn="auto">
              <a:lnSpc>
                <a:spcPct val="80000"/>
              </a:lnSpc>
              <a:spcAft>
                <a:spcPts val="0"/>
              </a:spcAft>
              <a:buClr>
                <a:schemeClr val="bg2">
                  <a:lumMod val="40000"/>
                  <a:lumOff val="60000"/>
                </a:schemeClr>
              </a:buClr>
              <a:buFont typeface="Wingdings 3" charset="2"/>
              <a:buChar char=""/>
              <a:defRPr/>
            </a:pPr>
            <a:r>
              <a:rPr lang="en-US" sz="1800" i="1" dirty="0"/>
              <a:t>Shall provide </a:t>
            </a:r>
            <a:r>
              <a:rPr lang="en-US" sz="2200" b="1" i="1" dirty="0">
                <a:solidFill>
                  <a:srgbClr val="0000FF"/>
                </a:solidFill>
              </a:rPr>
              <a:t>impartial</a:t>
            </a:r>
            <a:r>
              <a:rPr lang="en-US" sz="2200" i="1" dirty="0">
                <a:solidFill>
                  <a:srgbClr val="0000FF"/>
                </a:solidFill>
              </a:rPr>
              <a:t> </a:t>
            </a:r>
            <a:r>
              <a:rPr lang="en-US" sz="1800" i="1" dirty="0"/>
              <a:t>analysis and </a:t>
            </a:r>
            <a:r>
              <a:rPr lang="en-US" sz="1800" i="1" dirty="0" err="1"/>
              <a:t>judgement</a:t>
            </a:r>
            <a:r>
              <a:rPr lang="en-US" sz="1800" i="1" dirty="0"/>
              <a:t> to employer or clients, avoid </a:t>
            </a:r>
            <a:r>
              <a:rPr lang="en-US" sz="2200" b="1" i="1" dirty="0">
                <a:solidFill>
                  <a:srgbClr val="0000FF"/>
                </a:solidFill>
              </a:rPr>
              <a:t>conflicts of interest</a:t>
            </a:r>
            <a:r>
              <a:rPr lang="en-US" sz="1800" i="1" dirty="0"/>
              <a:t>, and observe proper duties of confidentiality</a:t>
            </a:r>
          </a:p>
          <a:p>
            <a:pPr marL="342906" indent="-342906" defTabSz="457207" fontAlgn="auto">
              <a:lnSpc>
                <a:spcPct val="80000"/>
              </a:lnSpc>
              <a:spcAft>
                <a:spcPts val="0"/>
              </a:spcAft>
              <a:buClr>
                <a:schemeClr val="bg2">
                  <a:lumMod val="40000"/>
                  <a:lumOff val="60000"/>
                </a:schemeClr>
              </a:buClr>
              <a:buFont typeface="Wingdings 3" charset="2"/>
              <a:buChar char=""/>
              <a:defRPr/>
            </a:pPr>
            <a:r>
              <a:rPr lang="en-US" sz="1800" i="1" dirty="0"/>
              <a:t>Shall carry out their tasks so as to </a:t>
            </a:r>
            <a:r>
              <a:rPr lang="en-US" sz="2200" b="1" i="1" dirty="0">
                <a:solidFill>
                  <a:srgbClr val="0000FF"/>
                </a:solidFill>
              </a:rPr>
              <a:t>prevent avoidable danger</a:t>
            </a:r>
            <a:r>
              <a:rPr lang="en-US" sz="1800" b="1" i="1" dirty="0">
                <a:solidFill>
                  <a:srgbClr val="0000FF"/>
                </a:solidFill>
              </a:rPr>
              <a:t> </a:t>
            </a:r>
            <a:r>
              <a:rPr lang="en-US" sz="1800" i="1" dirty="0"/>
              <a:t>to health and safety, and </a:t>
            </a:r>
            <a:r>
              <a:rPr lang="en-US" sz="2200" b="1" i="1" dirty="0">
                <a:solidFill>
                  <a:srgbClr val="0000FF"/>
                </a:solidFill>
              </a:rPr>
              <a:t>prevent avoidable adverse impact</a:t>
            </a:r>
            <a:r>
              <a:rPr lang="en-US" sz="1800" b="1" i="1" dirty="0">
                <a:solidFill>
                  <a:srgbClr val="0000FF"/>
                </a:solidFill>
              </a:rPr>
              <a:t> </a:t>
            </a:r>
            <a:r>
              <a:rPr lang="en-US" sz="1800" i="1" dirty="0"/>
              <a:t>on the environment</a:t>
            </a:r>
          </a:p>
          <a:p>
            <a:pPr marL="342906" indent="-342906" defTabSz="457207" fontAlgn="auto">
              <a:lnSpc>
                <a:spcPct val="80000"/>
              </a:lnSpc>
              <a:spcAft>
                <a:spcPts val="0"/>
              </a:spcAft>
              <a:buClr>
                <a:schemeClr val="bg2">
                  <a:lumMod val="40000"/>
                  <a:lumOff val="60000"/>
                </a:schemeClr>
              </a:buClr>
              <a:buFont typeface="Wingdings 3" charset="2"/>
              <a:buChar char=""/>
              <a:defRPr/>
            </a:pPr>
            <a:r>
              <a:rPr lang="en-US" sz="1800" i="1" dirty="0"/>
              <a:t>Shall accept appropriate </a:t>
            </a:r>
            <a:r>
              <a:rPr lang="en-US" sz="2200" b="1" i="1" dirty="0">
                <a:solidFill>
                  <a:srgbClr val="0000FF"/>
                </a:solidFill>
              </a:rPr>
              <a:t>responsibility</a:t>
            </a:r>
            <a:r>
              <a:rPr lang="en-US" sz="1800" i="1" dirty="0"/>
              <a:t> for their work and that carried out under their supervision</a:t>
            </a:r>
          </a:p>
          <a:p>
            <a:pPr marL="342906" indent="-342906" defTabSz="457207" fontAlgn="auto">
              <a:lnSpc>
                <a:spcPct val="80000"/>
              </a:lnSpc>
              <a:spcAft>
                <a:spcPts val="0"/>
              </a:spcAft>
              <a:buClr>
                <a:schemeClr val="bg2">
                  <a:lumMod val="40000"/>
                  <a:lumOff val="60000"/>
                </a:schemeClr>
              </a:buClr>
              <a:buFont typeface="Wingdings 3" charset="2"/>
              <a:buChar char=""/>
              <a:defRPr/>
            </a:pPr>
            <a:r>
              <a:rPr lang="en-US" sz="1800" i="1" dirty="0"/>
              <a:t>Shall </a:t>
            </a:r>
            <a:r>
              <a:rPr lang="en-US" sz="2200" b="1" i="1" dirty="0">
                <a:solidFill>
                  <a:srgbClr val="0000FF"/>
                </a:solidFill>
              </a:rPr>
              <a:t>respect</a:t>
            </a:r>
            <a:r>
              <a:rPr lang="en-US" sz="1800" i="1" dirty="0">
                <a:solidFill>
                  <a:srgbClr val="0000FF"/>
                </a:solidFill>
              </a:rPr>
              <a:t> </a:t>
            </a:r>
            <a:r>
              <a:rPr lang="en-US" sz="1800" i="1" dirty="0"/>
              <a:t>the personal rights of people with whom they work and the legal and cultural values of the societies in which they carry out assignments</a:t>
            </a:r>
          </a:p>
          <a:p>
            <a:pPr marL="342906" indent="-342906" defTabSz="457207" fontAlgn="auto">
              <a:lnSpc>
                <a:spcPct val="80000"/>
              </a:lnSpc>
              <a:spcAft>
                <a:spcPts val="0"/>
              </a:spcAft>
              <a:buClr>
                <a:schemeClr val="bg2">
                  <a:lumMod val="40000"/>
                  <a:lumOff val="60000"/>
                </a:schemeClr>
              </a:buClr>
              <a:buFont typeface="Wingdings 3" charset="2"/>
              <a:buChar char=""/>
              <a:defRPr/>
            </a:pPr>
            <a:r>
              <a:rPr lang="en-US" sz="1800" i="1" dirty="0"/>
              <a:t>Shall be prepared to </a:t>
            </a:r>
            <a:r>
              <a:rPr lang="en-US" sz="2200" b="1" i="1" dirty="0">
                <a:solidFill>
                  <a:srgbClr val="0000FF"/>
                </a:solidFill>
              </a:rPr>
              <a:t>contribute</a:t>
            </a:r>
            <a:r>
              <a:rPr lang="en-US" sz="1800" i="1" dirty="0"/>
              <a:t> to public debate on matters of technical understanding in fields in which they are competent to comment</a:t>
            </a:r>
            <a:endParaRPr lang="en-US" sz="1800" dirty="0"/>
          </a:p>
          <a:p>
            <a:pPr marL="342906" indent="-342906" defTabSz="457207" fontAlgn="auto">
              <a:lnSpc>
                <a:spcPct val="80000"/>
              </a:lnSpc>
              <a:spcAft>
                <a:spcPts val="0"/>
              </a:spcAft>
              <a:buClr>
                <a:schemeClr val="bg2">
                  <a:lumMod val="40000"/>
                  <a:lumOff val="60000"/>
                </a:schemeClr>
              </a:buClr>
              <a:buFont typeface="Wingdings 3" charset="2"/>
              <a:buChar char=""/>
              <a:defRPr/>
            </a:pPr>
            <a:endParaRPr lang="en-US" sz="1800" dirty="0">
              <a:effectLst>
                <a:outerShdw blurRad="38100" dist="38100" dir="2700000" algn="tl">
                  <a:srgbClr val="000000"/>
                </a:outerShdw>
              </a:effectL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a:extLst>
              <a:ext uri="{FF2B5EF4-FFF2-40B4-BE49-F238E27FC236}">
                <a16:creationId xmlns:a16="http://schemas.microsoft.com/office/drawing/2014/main" id="{F0F3A961-A1E3-B127-1F34-69EF19F6F83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3A0BDCB0-5D3F-4086-AB61-95284A70A6BE}" type="slidenum">
              <a:rPr lang="en-US" altLang="en-US" sz="2800">
                <a:latin typeface="Arial" panose="020B0604020202020204" pitchFamily="34" charset="0"/>
              </a:rPr>
              <a:pPr>
                <a:spcBef>
                  <a:spcPct val="0"/>
                </a:spcBef>
                <a:buClrTx/>
                <a:buSzTx/>
                <a:buFontTx/>
                <a:buNone/>
              </a:pPr>
              <a:t>8</a:t>
            </a:fld>
            <a:endParaRPr lang="en-US" altLang="en-US" sz="2800">
              <a:latin typeface="Arial" panose="020B0604020202020204" pitchFamily="34" charset="0"/>
            </a:endParaRPr>
          </a:p>
        </p:txBody>
      </p:sp>
      <p:sp>
        <p:nvSpPr>
          <p:cNvPr id="2" name="Rectangle 2">
            <a:extLst>
              <a:ext uri="{FF2B5EF4-FFF2-40B4-BE49-F238E27FC236}">
                <a16:creationId xmlns:a16="http://schemas.microsoft.com/office/drawing/2014/main" id="{26380775-E9F0-49DF-7D02-A14C59D14536}"/>
              </a:ext>
            </a:extLst>
          </p:cNvPr>
          <p:cNvSpPr>
            <a:spLocks noGrp="1" noChangeArrowheads="1"/>
          </p:cNvSpPr>
          <p:nvPr>
            <p:ph type="title" idx="4294967295"/>
          </p:nvPr>
        </p:nvSpPr>
        <p:spPr>
          <a:xfrm>
            <a:off x="0" y="273050"/>
            <a:ext cx="8226425" cy="1143000"/>
          </a:xfrm>
        </p:spPr>
        <p:txBody>
          <a:bodyPr rtlCol="0">
            <a:noAutofit/>
          </a:bodyPr>
          <a:lstStyle/>
          <a:p>
            <a:pPr defTabSz="457207" fontAlgn="auto">
              <a:spcAft>
                <a:spcPts val="0"/>
              </a:spcAft>
              <a:defRPr/>
            </a:pPr>
            <a:r>
              <a:rPr lang="en-US">
                <a:effectLst>
                  <a:outerShdw blurRad="38100" dist="38100" dir="2700000" algn="tl">
                    <a:srgbClr val="000000"/>
                  </a:outerShdw>
                </a:effectLst>
              </a:rPr>
              <a:t>FEANI Code of Conduct</a:t>
            </a:r>
          </a:p>
        </p:txBody>
      </p:sp>
      <p:sp>
        <p:nvSpPr>
          <p:cNvPr id="26627" name="Rectangle 3">
            <a:extLst>
              <a:ext uri="{FF2B5EF4-FFF2-40B4-BE49-F238E27FC236}">
                <a16:creationId xmlns:a16="http://schemas.microsoft.com/office/drawing/2014/main" id="{AC1256DD-3E8E-D2E4-9668-856F54F3CC24}"/>
              </a:ext>
            </a:extLst>
          </p:cNvPr>
          <p:cNvSpPr>
            <a:spLocks noGrp="1" noChangeArrowheads="1"/>
          </p:cNvSpPr>
          <p:nvPr>
            <p:ph type="body" idx="4294967295"/>
          </p:nvPr>
        </p:nvSpPr>
        <p:spPr>
          <a:xfrm>
            <a:off x="0" y="1598613"/>
            <a:ext cx="8226425" cy="4497387"/>
          </a:xfrm>
        </p:spPr>
        <p:txBody>
          <a:bodyPr rtlCol="0">
            <a:normAutofit/>
          </a:bodyPr>
          <a:lstStyle/>
          <a:p>
            <a:pPr marL="342906" indent="-342906" defTabSz="457207" fontAlgn="auto">
              <a:lnSpc>
                <a:spcPct val="90000"/>
              </a:lnSpc>
              <a:spcAft>
                <a:spcPts val="0"/>
              </a:spcAft>
              <a:buClr>
                <a:schemeClr val="bg2">
                  <a:lumMod val="40000"/>
                  <a:lumOff val="60000"/>
                </a:schemeClr>
              </a:buClr>
              <a:buFont typeface="Wingdings" panose="05000000000000000000" pitchFamily="2" charset="2"/>
              <a:buNone/>
              <a:defRPr/>
            </a:pPr>
            <a:r>
              <a:rPr lang="en-US" sz="2400" b="1"/>
              <a:t>Codes of Conduct</a:t>
            </a:r>
          </a:p>
          <a:p>
            <a:pPr marL="342906" indent="-342906" defTabSz="457207" fontAlgn="auto">
              <a:lnSpc>
                <a:spcPct val="90000"/>
              </a:lnSpc>
              <a:spcAft>
                <a:spcPts val="0"/>
              </a:spcAft>
              <a:buClr>
                <a:schemeClr val="bg2">
                  <a:lumMod val="40000"/>
                  <a:lumOff val="60000"/>
                </a:schemeClr>
              </a:buClr>
              <a:buFont typeface="Wingdings" panose="05000000000000000000" pitchFamily="2" charset="2"/>
              <a:buNone/>
              <a:defRPr/>
            </a:pPr>
            <a:endParaRPr lang="en-US" sz="2400" b="1"/>
          </a:p>
          <a:p>
            <a:pPr marL="342906" indent="-342906" defTabSz="457207" fontAlgn="auto">
              <a:lnSpc>
                <a:spcPct val="90000"/>
              </a:lnSpc>
              <a:spcAft>
                <a:spcPts val="0"/>
              </a:spcAft>
              <a:buClr>
                <a:schemeClr val="bg2">
                  <a:lumMod val="40000"/>
                  <a:lumOff val="60000"/>
                </a:schemeClr>
              </a:buClr>
              <a:buFont typeface="Wingdings 3" charset="2"/>
              <a:buChar char=""/>
              <a:defRPr/>
            </a:pPr>
            <a:r>
              <a:rPr lang="en-US" sz="2400"/>
              <a:t>The pan-European statement on engineering ethics and conduct presented above is best implemented through the codes issued by national engineering associations.</a:t>
            </a:r>
          </a:p>
          <a:p>
            <a:pPr marL="342906" indent="-342906" defTabSz="457207" fontAlgn="auto">
              <a:lnSpc>
                <a:spcPct val="90000"/>
              </a:lnSpc>
              <a:spcAft>
                <a:spcPts val="0"/>
              </a:spcAft>
              <a:buClr>
                <a:schemeClr val="bg2">
                  <a:lumMod val="40000"/>
                  <a:lumOff val="60000"/>
                </a:schemeClr>
              </a:buClr>
              <a:buFont typeface="Wingdings" panose="05000000000000000000" pitchFamily="2" charset="2"/>
              <a:buNone/>
              <a:defRPr/>
            </a:pPr>
            <a:endParaRPr lang="en-US" sz="2400"/>
          </a:p>
          <a:p>
            <a:pPr marL="342906" indent="-342906" defTabSz="457207" fontAlgn="auto">
              <a:lnSpc>
                <a:spcPct val="90000"/>
              </a:lnSpc>
              <a:spcAft>
                <a:spcPts val="0"/>
              </a:spcAft>
              <a:buClr>
                <a:schemeClr val="bg2">
                  <a:lumMod val="40000"/>
                  <a:lumOff val="60000"/>
                </a:schemeClr>
              </a:buClr>
              <a:buFont typeface="Wingdings 3" charset="2"/>
              <a:buChar char=""/>
              <a:defRPr/>
            </a:pPr>
            <a:r>
              <a:rPr lang="en-US" sz="2400"/>
              <a:t>These codes can, and in general already do, incorporate the listed objectives in a form which reflects national circumstances and allow additional objectives to be added as required by national practice.</a:t>
            </a:r>
          </a:p>
          <a:p>
            <a:pPr marL="342906" indent="-342906" defTabSz="457207" fontAlgn="auto">
              <a:lnSpc>
                <a:spcPct val="90000"/>
              </a:lnSpc>
              <a:spcAft>
                <a:spcPts val="0"/>
              </a:spcAft>
              <a:buClr>
                <a:schemeClr val="bg2">
                  <a:lumMod val="40000"/>
                  <a:lumOff val="60000"/>
                </a:schemeClr>
              </a:buClr>
              <a:buFont typeface="Wingdings 3" charset="2"/>
              <a:buChar char=""/>
              <a:defRPr/>
            </a:pPr>
            <a:endParaRPr lang="en-US" sz="2400">
              <a:effectLst>
                <a:outerShdw blurRad="38100" dist="38100" dir="2700000" algn="tl">
                  <a:srgbClr val="000000"/>
                </a:outerShdw>
              </a:effectL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3">
            <a:extLst>
              <a:ext uri="{FF2B5EF4-FFF2-40B4-BE49-F238E27FC236}">
                <a16:creationId xmlns:a16="http://schemas.microsoft.com/office/drawing/2014/main" id="{7C74D159-83FA-9747-6FC1-1DD0F0BEA995}"/>
              </a:ext>
            </a:extLst>
          </p:cNvPr>
          <p:cNvSpPr>
            <a:spLocks noGrp="1" noChangeArrowheads="1"/>
          </p:cNvSpPr>
          <p:nvPr>
            <p:ph type="title"/>
          </p:nvPr>
        </p:nvSpPr>
        <p:spPr>
          <a:xfrm>
            <a:off x="457200" y="381000"/>
            <a:ext cx="8226425" cy="762000"/>
          </a:xfrm>
        </p:spPr>
        <p:txBody>
          <a:bodyPr/>
          <a:lstStyle/>
          <a:p>
            <a:r>
              <a:rPr lang="en-US" altLang="en-US" sz="3600" b="1"/>
              <a:t>ICE Code of Professional Conduct</a:t>
            </a:r>
          </a:p>
        </p:txBody>
      </p:sp>
      <p:sp>
        <p:nvSpPr>
          <p:cNvPr id="25603" name="Content Placeholder 4">
            <a:extLst>
              <a:ext uri="{FF2B5EF4-FFF2-40B4-BE49-F238E27FC236}">
                <a16:creationId xmlns:a16="http://schemas.microsoft.com/office/drawing/2014/main" id="{0868665F-06D4-F912-C232-9BB6FC41D3CA}"/>
              </a:ext>
            </a:extLst>
          </p:cNvPr>
          <p:cNvSpPr>
            <a:spLocks noGrp="1"/>
          </p:cNvSpPr>
          <p:nvPr>
            <p:ph idx="1"/>
          </p:nvPr>
        </p:nvSpPr>
        <p:spPr>
          <a:xfrm>
            <a:off x="609600" y="1371600"/>
            <a:ext cx="8226425" cy="5181600"/>
          </a:xfrm>
        </p:spPr>
        <p:txBody>
          <a:bodyPr rtlCol="0">
            <a:normAutofit fontScale="92500" lnSpcReduction="10000"/>
          </a:bodyPr>
          <a:lstStyle/>
          <a:p>
            <a:pPr marL="342906" indent="-342906" defTabSz="457207" fontAlgn="auto">
              <a:spcAft>
                <a:spcPts val="0"/>
              </a:spcAft>
              <a:buClr>
                <a:schemeClr val="bg2">
                  <a:lumMod val="40000"/>
                  <a:lumOff val="60000"/>
                </a:schemeClr>
              </a:buClr>
              <a:buFont typeface="Wingdings 3" charset="2"/>
              <a:buChar char=""/>
              <a:defRPr/>
            </a:pPr>
            <a:r>
              <a:rPr lang="en-US" sz="2800" dirty="0"/>
              <a:t>1. All members shall discharge their professional duties with </a:t>
            </a:r>
            <a:r>
              <a:rPr lang="en-US" sz="2800" dirty="0">
                <a:solidFill>
                  <a:srgbClr val="0000FF"/>
                </a:solidFill>
              </a:rPr>
              <a:t>integrity</a:t>
            </a:r>
            <a:r>
              <a:rPr lang="en-US" sz="2800" dirty="0"/>
              <a:t> and shall behave with integrity in relation to all conduct bearing upon the standing, </a:t>
            </a:r>
            <a:r>
              <a:rPr lang="en-US" sz="2800" dirty="0">
                <a:solidFill>
                  <a:srgbClr val="0000FF"/>
                </a:solidFill>
              </a:rPr>
              <a:t>reputation and dignity </a:t>
            </a:r>
            <a:r>
              <a:rPr lang="en-US" sz="2800" dirty="0"/>
              <a:t>of the Institution and of the profession of civil engineering. </a:t>
            </a:r>
          </a:p>
          <a:p>
            <a:pPr marL="342906" indent="-342906" defTabSz="457207" fontAlgn="auto">
              <a:spcAft>
                <a:spcPts val="0"/>
              </a:spcAft>
              <a:buClr>
                <a:schemeClr val="bg2">
                  <a:lumMod val="40000"/>
                  <a:lumOff val="60000"/>
                </a:schemeClr>
              </a:buClr>
              <a:buFont typeface="Wingdings 3" charset="2"/>
              <a:buChar char=""/>
              <a:defRPr/>
            </a:pPr>
            <a:endParaRPr lang="en-US" sz="2200" dirty="0"/>
          </a:p>
          <a:p>
            <a:pPr marL="342906" indent="-342906" defTabSz="457207" fontAlgn="auto">
              <a:spcAft>
                <a:spcPts val="0"/>
              </a:spcAft>
              <a:buClr>
                <a:schemeClr val="bg2">
                  <a:lumMod val="40000"/>
                  <a:lumOff val="60000"/>
                </a:schemeClr>
              </a:buClr>
              <a:buFont typeface="Wingdings 3" charset="2"/>
              <a:buChar char=""/>
              <a:defRPr/>
            </a:pPr>
            <a:r>
              <a:rPr lang="en-US" sz="2800" dirty="0"/>
              <a:t>2. All members shall only undertake work that they are </a:t>
            </a:r>
            <a:r>
              <a:rPr lang="en-US" sz="2800" dirty="0">
                <a:solidFill>
                  <a:srgbClr val="0000FF"/>
                </a:solidFill>
              </a:rPr>
              <a:t>competent</a:t>
            </a:r>
            <a:r>
              <a:rPr lang="en-US" sz="2800" dirty="0">
                <a:solidFill>
                  <a:schemeClr val="accent1">
                    <a:lumMod val="60000"/>
                    <a:lumOff val="40000"/>
                  </a:schemeClr>
                </a:solidFill>
              </a:rPr>
              <a:t> </a:t>
            </a:r>
            <a:r>
              <a:rPr lang="en-US" sz="2800" dirty="0"/>
              <a:t>to do. </a:t>
            </a:r>
          </a:p>
          <a:p>
            <a:pPr marL="342906" indent="-342906" defTabSz="457207" fontAlgn="auto">
              <a:spcAft>
                <a:spcPts val="0"/>
              </a:spcAft>
              <a:buClr>
                <a:schemeClr val="bg2">
                  <a:lumMod val="40000"/>
                  <a:lumOff val="60000"/>
                </a:schemeClr>
              </a:buClr>
              <a:buFont typeface="Wingdings 3" charset="2"/>
              <a:buChar char=""/>
              <a:defRPr/>
            </a:pPr>
            <a:endParaRPr lang="en-US" sz="2200" dirty="0"/>
          </a:p>
          <a:p>
            <a:pPr marL="342906" indent="-342906" defTabSz="457207" fontAlgn="auto">
              <a:spcAft>
                <a:spcPts val="0"/>
              </a:spcAft>
              <a:buClr>
                <a:schemeClr val="bg2">
                  <a:lumMod val="40000"/>
                  <a:lumOff val="60000"/>
                </a:schemeClr>
              </a:buClr>
              <a:buFont typeface="Wingdings 3" charset="2"/>
              <a:buChar char=""/>
              <a:defRPr/>
            </a:pPr>
            <a:r>
              <a:rPr lang="en-US" sz="2800" dirty="0"/>
              <a:t>3. All members shall have full </a:t>
            </a:r>
            <a:r>
              <a:rPr lang="en-US" sz="2800" dirty="0">
                <a:solidFill>
                  <a:srgbClr val="0000FF"/>
                </a:solidFill>
              </a:rPr>
              <a:t>regard for the public interest,</a:t>
            </a:r>
            <a:r>
              <a:rPr lang="en-US" sz="2800" dirty="0"/>
              <a:t> particularly in relation to matters of health and safety, and in relation to the well-being of future generations</a:t>
            </a:r>
            <a:r>
              <a:rPr lang="en-US" sz="2800" b="1" dirty="0"/>
              <a:t>. </a:t>
            </a:r>
          </a:p>
          <a:p>
            <a:pPr marL="342906" indent="-342906" defTabSz="457207" fontAlgn="auto">
              <a:spcAft>
                <a:spcPts val="0"/>
              </a:spcAft>
              <a:buClr>
                <a:schemeClr val="bg2">
                  <a:lumMod val="40000"/>
                  <a:lumOff val="60000"/>
                </a:schemeClr>
              </a:buClr>
              <a:buFont typeface="Wingdings 3" charset="2"/>
              <a:buChar char=""/>
              <a:defRPr/>
            </a:pPr>
            <a:endParaRPr lang="en-US" dirty="0"/>
          </a:p>
        </p:txBody>
      </p:sp>
      <p:sp>
        <p:nvSpPr>
          <p:cNvPr id="36868" name="Slide Number Placeholder 2">
            <a:extLst>
              <a:ext uri="{FF2B5EF4-FFF2-40B4-BE49-F238E27FC236}">
                <a16:creationId xmlns:a16="http://schemas.microsoft.com/office/drawing/2014/main" id="{D1BA91D0-8592-4410-8001-F52225631C8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66A01517-7CFD-49AC-B820-0FECF132BAC4}" type="slidenum">
              <a:rPr lang="en-US" altLang="en-US" sz="2800">
                <a:latin typeface="Arial" panose="020B0604020202020204" pitchFamily="34" charset="0"/>
              </a:rPr>
              <a:pPr>
                <a:spcBef>
                  <a:spcPct val="0"/>
                </a:spcBef>
                <a:buClrTx/>
                <a:buSzTx/>
                <a:buFontTx/>
                <a:buNone/>
              </a:pPr>
              <a:t>9</a:t>
            </a:fld>
            <a:endParaRPr lang="en-US" altLang="en-US" sz="280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3263266A-1DD8-825D-2DA7-384BB89AA85D}"/>
              </a:ext>
            </a:extLst>
          </p:cNvPr>
          <p:cNvSpPr>
            <a:spLocks noGrp="1" noChangeArrowheads="1"/>
          </p:cNvSpPr>
          <p:nvPr>
            <p:ph type="title"/>
          </p:nvPr>
        </p:nvSpPr>
        <p:spPr>
          <a:xfrm>
            <a:off x="455613" y="273050"/>
            <a:ext cx="8226425" cy="869950"/>
          </a:xfrm>
        </p:spPr>
        <p:txBody>
          <a:bodyPr/>
          <a:lstStyle/>
          <a:p>
            <a:r>
              <a:rPr lang="en-US" altLang="en-US" sz="3600" b="1"/>
              <a:t>ICE Code of Professional Conduct</a:t>
            </a:r>
            <a:endParaRPr lang="en-US" altLang="en-US" sz="3600"/>
          </a:p>
        </p:txBody>
      </p:sp>
      <p:sp>
        <p:nvSpPr>
          <p:cNvPr id="26627" name="Content Placeholder 2">
            <a:extLst>
              <a:ext uri="{FF2B5EF4-FFF2-40B4-BE49-F238E27FC236}">
                <a16:creationId xmlns:a16="http://schemas.microsoft.com/office/drawing/2014/main" id="{518D0D92-FE78-951F-8F6A-0AEF2A4A04D7}"/>
              </a:ext>
            </a:extLst>
          </p:cNvPr>
          <p:cNvSpPr>
            <a:spLocks noGrp="1"/>
          </p:cNvSpPr>
          <p:nvPr>
            <p:ph idx="1"/>
          </p:nvPr>
        </p:nvSpPr>
        <p:spPr>
          <a:xfrm>
            <a:off x="455613" y="1295400"/>
            <a:ext cx="8226425" cy="5334000"/>
          </a:xfrm>
        </p:spPr>
        <p:txBody>
          <a:bodyPr rtlCol="0">
            <a:normAutofit/>
          </a:bodyPr>
          <a:lstStyle/>
          <a:p>
            <a:pPr marL="342906" indent="-342906" defTabSz="457207" fontAlgn="auto">
              <a:spcAft>
                <a:spcPts val="0"/>
              </a:spcAft>
              <a:buClr>
                <a:schemeClr val="bg2">
                  <a:lumMod val="40000"/>
                  <a:lumOff val="60000"/>
                </a:schemeClr>
              </a:buClr>
              <a:buFont typeface="Wingdings 3" charset="2"/>
              <a:buChar char=""/>
              <a:defRPr/>
            </a:pPr>
            <a:r>
              <a:rPr lang="en-US" sz="2800" dirty="0"/>
              <a:t>4. All members shall show due </a:t>
            </a:r>
            <a:r>
              <a:rPr lang="en-US" sz="2800" dirty="0">
                <a:solidFill>
                  <a:srgbClr val="0000FF"/>
                </a:solidFill>
              </a:rPr>
              <a:t>regard</a:t>
            </a:r>
            <a:r>
              <a:rPr lang="en-US" sz="2800" dirty="0">
                <a:solidFill>
                  <a:schemeClr val="accent1">
                    <a:lumMod val="60000"/>
                    <a:lumOff val="40000"/>
                  </a:schemeClr>
                </a:solidFill>
              </a:rPr>
              <a:t> </a:t>
            </a:r>
            <a:r>
              <a:rPr lang="en-US" sz="2800" dirty="0"/>
              <a:t>for the environment and for the sustainable management of natural resources. </a:t>
            </a:r>
          </a:p>
          <a:p>
            <a:pPr marL="342906" indent="-342906" defTabSz="457207" fontAlgn="auto">
              <a:spcAft>
                <a:spcPts val="0"/>
              </a:spcAft>
              <a:buClr>
                <a:schemeClr val="bg2">
                  <a:lumMod val="40000"/>
                  <a:lumOff val="60000"/>
                </a:schemeClr>
              </a:buClr>
              <a:buFont typeface="Wingdings 3" charset="2"/>
              <a:buChar char=""/>
              <a:defRPr/>
            </a:pPr>
            <a:endParaRPr lang="en-US" sz="2800" dirty="0"/>
          </a:p>
          <a:p>
            <a:pPr marL="342906" indent="-342906" defTabSz="457207" fontAlgn="auto">
              <a:spcAft>
                <a:spcPts val="0"/>
              </a:spcAft>
              <a:buClr>
                <a:schemeClr val="bg2">
                  <a:lumMod val="40000"/>
                  <a:lumOff val="60000"/>
                </a:schemeClr>
              </a:buClr>
              <a:buFont typeface="Wingdings 3" charset="2"/>
              <a:buChar char=""/>
              <a:defRPr/>
            </a:pPr>
            <a:r>
              <a:rPr lang="en-US" sz="2800" dirty="0"/>
              <a:t>5. All members shall develop their professional knowledge, skills and competence </a:t>
            </a:r>
            <a:r>
              <a:rPr lang="en-US" sz="2800" dirty="0">
                <a:solidFill>
                  <a:srgbClr val="0000FF"/>
                </a:solidFill>
              </a:rPr>
              <a:t>on a continuing basis </a:t>
            </a:r>
            <a:r>
              <a:rPr lang="en-US" sz="2800" dirty="0"/>
              <a:t>and shall give all reasonable </a:t>
            </a:r>
            <a:r>
              <a:rPr lang="en-US" sz="2800" dirty="0">
                <a:solidFill>
                  <a:srgbClr val="0000FF"/>
                </a:solidFill>
              </a:rPr>
              <a:t>assistance</a:t>
            </a:r>
            <a:r>
              <a:rPr lang="en-US" sz="2800" dirty="0"/>
              <a:t> to further the education, training and continuing professional development of others</a:t>
            </a:r>
            <a:r>
              <a:rPr lang="en-US" sz="2800" b="1" dirty="0"/>
              <a:t>. </a:t>
            </a:r>
          </a:p>
          <a:p>
            <a:pPr marL="342906" indent="-342906" defTabSz="457207" fontAlgn="auto">
              <a:spcAft>
                <a:spcPts val="0"/>
              </a:spcAft>
              <a:buClr>
                <a:schemeClr val="bg2">
                  <a:lumMod val="40000"/>
                  <a:lumOff val="60000"/>
                </a:schemeClr>
              </a:buClr>
              <a:buFont typeface="Wingdings" panose="05000000000000000000" pitchFamily="2" charset="2"/>
              <a:buNone/>
              <a:defRPr/>
            </a:pPr>
            <a:endParaRPr lang="en-US" sz="2800" b="1" dirty="0"/>
          </a:p>
          <a:p>
            <a:pPr marL="342906" indent="-342906" defTabSz="457207" fontAlgn="auto">
              <a:spcAft>
                <a:spcPts val="0"/>
              </a:spcAft>
              <a:buClr>
                <a:schemeClr val="bg2">
                  <a:lumMod val="40000"/>
                  <a:lumOff val="60000"/>
                </a:schemeClr>
              </a:buClr>
              <a:buFont typeface="Wingdings 3" charset="2"/>
              <a:buChar char=""/>
              <a:defRPr/>
            </a:pPr>
            <a:endParaRPr lang="en-US" dirty="0"/>
          </a:p>
        </p:txBody>
      </p:sp>
      <p:sp>
        <p:nvSpPr>
          <p:cNvPr id="38916" name="Slide Number Placeholder 3">
            <a:extLst>
              <a:ext uri="{FF2B5EF4-FFF2-40B4-BE49-F238E27FC236}">
                <a16:creationId xmlns:a16="http://schemas.microsoft.com/office/drawing/2014/main" id="{224CC78A-BFF1-1B4B-1E9F-029940C6D1B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0A9BF9EA-5FA1-4387-AE28-64909FD22A2C}" type="slidenum">
              <a:rPr lang="en-US" altLang="en-US" sz="2800">
                <a:latin typeface="Arial" panose="020B0604020202020204" pitchFamily="34" charset="0"/>
              </a:rPr>
              <a:pPr>
                <a:spcBef>
                  <a:spcPct val="0"/>
                </a:spcBef>
                <a:buClrTx/>
                <a:buSzTx/>
                <a:buFontTx/>
                <a:buNone/>
              </a:pPr>
              <a:t>10</a:t>
            </a:fld>
            <a:endParaRPr lang="en-US" altLang="en-US" sz="280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FB6CAFD9-52E2-2788-9FFB-942A79649994}"/>
              </a:ext>
            </a:extLst>
          </p:cNvPr>
          <p:cNvSpPr>
            <a:spLocks noGrp="1" noChangeArrowheads="1"/>
          </p:cNvSpPr>
          <p:nvPr>
            <p:ph type="title"/>
          </p:nvPr>
        </p:nvSpPr>
        <p:spPr/>
        <p:txBody>
          <a:bodyPr/>
          <a:lstStyle/>
          <a:p>
            <a:r>
              <a:rPr lang="en-US" altLang="en-US" sz="3600" b="1"/>
              <a:t>ICE Code of Professional Conduct</a:t>
            </a:r>
            <a:endParaRPr lang="en-US" altLang="en-US" sz="3600"/>
          </a:p>
        </p:txBody>
      </p:sp>
      <p:sp>
        <p:nvSpPr>
          <p:cNvPr id="35843" name="Content Placeholder 2">
            <a:extLst>
              <a:ext uri="{FF2B5EF4-FFF2-40B4-BE49-F238E27FC236}">
                <a16:creationId xmlns:a16="http://schemas.microsoft.com/office/drawing/2014/main" id="{E60DE240-68BA-45CF-65D6-9F6CCE289B67}"/>
              </a:ext>
            </a:extLst>
          </p:cNvPr>
          <p:cNvSpPr>
            <a:spLocks noGrp="1"/>
          </p:cNvSpPr>
          <p:nvPr>
            <p:ph idx="1"/>
          </p:nvPr>
        </p:nvSpPr>
        <p:spPr>
          <a:xfrm>
            <a:off x="990600" y="1828800"/>
            <a:ext cx="6711950" cy="4195763"/>
          </a:xfrm>
        </p:spPr>
        <p:txBody>
          <a:bodyPr rtlCol="0">
            <a:normAutofit fontScale="92500" lnSpcReduction="20000"/>
          </a:bodyPr>
          <a:lstStyle/>
          <a:p>
            <a:pPr marL="342906" indent="-342906" defTabSz="457207" fontAlgn="auto">
              <a:spcAft>
                <a:spcPts val="0"/>
              </a:spcAft>
              <a:buClr>
                <a:schemeClr val="bg2">
                  <a:lumMod val="40000"/>
                  <a:lumOff val="60000"/>
                </a:schemeClr>
              </a:buClr>
              <a:buFont typeface="Wingdings 3" charset="2"/>
              <a:buChar char=""/>
              <a:defRPr/>
            </a:pPr>
            <a:r>
              <a:rPr lang="en-US" sz="3000" b="1" dirty="0"/>
              <a:t>6</a:t>
            </a:r>
            <a:r>
              <a:rPr lang="en-US" sz="3000" dirty="0"/>
              <a:t>. All members shall: </a:t>
            </a:r>
          </a:p>
          <a:p>
            <a:pPr marL="342906" indent="-342906" defTabSz="457207" fontAlgn="auto">
              <a:spcAft>
                <a:spcPts val="0"/>
              </a:spcAft>
              <a:buClr>
                <a:schemeClr val="bg2">
                  <a:lumMod val="40000"/>
                  <a:lumOff val="60000"/>
                </a:schemeClr>
              </a:buClr>
              <a:buFont typeface="Wingdings 3" charset="2"/>
              <a:buChar char=""/>
              <a:defRPr/>
            </a:pPr>
            <a:r>
              <a:rPr lang="en-US" sz="3000" dirty="0"/>
              <a:t>a. notify the Institution if convicted of a criminal offence; </a:t>
            </a:r>
          </a:p>
          <a:p>
            <a:pPr marL="342906" indent="-342906" defTabSz="457207" fontAlgn="auto">
              <a:spcAft>
                <a:spcPts val="0"/>
              </a:spcAft>
              <a:buClr>
                <a:schemeClr val="bg2">
                  <a:lumMod val="40000"/>
                  <a:lumOff val="60000"/>
                </a:schemeClr>
              </a:buClr>
              <a:buFont typeface="Wingdings 3" charset="2"/>
              <a:buChar char=""/>
              <a:defRPr/>
            </a:pPr>
            <a:r>
              <a:rPr lang="en-US" sz="3000" dirty="0"/>
              <a:t>b. notify the Institution upon becoming bankrupt or disqualified as a Company Director; </a:t>
            </a:r>
          </a:p>
          <a:p>
            <a:pPr marL="342906" indent="-342906" defTabSz="457207" fontAlgn="auto">
              <a:spcAft>
                <a:spcPts val="0"/>
              </a:spcAft>
              <a:buClr>
                <a:schemeClr val="bg2">
                  <a:lumMod val="40000"/>
                  <a:lumOff val="60000"/>
                </a:schemeClr>
              </a:buClr>
              <a:buFont typeface="Wingdings 3" charset="2"/>
              <a:buChar char=""/>
              <a:defRPr/>
            </a:pPr>
            <a:r>
              <a:rPr lang="en-US" sz="3000" dirty="0"/>
              <a:t>c. notify the Institution of any significant breach of the Rules of Professional Conduct by another member </a:t>
            </a:r>
          </a:p>
          <a:p>
            <a:pPr marL="342906" indent="-342906" defTabSz="457207" fontAlgn="auto">
              <a:spcAft>
                <a:spcPts val="0"/>
              </a:spcAft>
              <a:buClr>
                <a:schemeClr val="bg2">
                  <a:lumMod val="40000"/>
                  <a:lumOff val="60000"/>
                </a:schemeClr>
              </a:buClr>
              <a:buFont typeface="Wingdings 3" charset="2"/>
              <a:buChar char=""/>
              <a:defRPr/>
            </a:pPr>
            <a:endParaRPr lang="en-US" dirty="0"/>
          </a:p>
        </p:txBody>
      </p:sp>
      <p:sp>
        <p:nvSpPr>
          <p:cNvPr id="40964" name="Slide Number Placeholder 3">
            <a:extLst>
              <a:ext uri="{FF2B5EF4-FFF2-40B4-BE49-F238E27FC236}">
                <a16:creationId xmlns:a16="http://schemas.microsoft.com/office/drawing/2014/main" id="{4FE20AB8-31B1-E709-E3AD-CC42BCC154A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0C6BE74C-166D-46DD-8D1C-2EA45E57E59F}" type="slidenum">
              <a:rPr lang="en-US" altLang="en-US" sz="2800">
                <a:latin typeface="Arial" panose="020B0604020202020204" pitchFamily="34" charset="0"/>
              </a:rPr>
              <a:pPr>
                <a:spcBef>
                  <a:spcPct val="0"/>
                </a:spcBef>
                <a:buClrTx/>
                <a:buSzTx/>
                <a:buFontTx/>
                <a:buNone/>
              </a:pPr>
              <a:t>11</a:t>
            </a:fld>
            <a:endParaRPr lang="en-US" altLang="en-US" sz="280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CDD866DF-29DB-2A95-517F-3B5A413F8FF7}"/>
              </a:ext>
            </a:extLst>
          </p:cNvPr>
          <p:cNvSpPr>
            <a:spLocks noGrp="1" noChangeArrowheads="1"/>
          </p:cNvSpPr>
          <p:nvPr>
            <p:ph type="title"/>
          </p:nvPr>
        </p:nvSpPr>
        <p:spPr>
          <a:xfrm>
            <a:off x="484188" y="452438"/>
            <a:ext cx="7056437" cy="1223962"/>
          </a:xfrm>
        </p:spPr>
        <p:txBody>
          <a:bodyPr/>
          <a:lstStyle/>
          <a:p>
            <a:r>
              <a:rPr lang="en-US" altLang="en-US" sz="3200" b="1"/>
              <a:t>ENGINEERS AUSTRALIA</a:t>
            </a:r>
            <a:br>
              <a:rPr lang="en-US" altLang="en-US" sz="3200" b="1"/>
            </a:br>
            <a:r>
              <a:rPr lang="en-US" altLang="en-US" sz="3200" b="1"/>
              <a:t> - CODE OF ETHTCS</a:t>
            </a:r>
            <a:endParaRPr lang="en-US" altLang="en-US" sz="3200"/>
          </a:p>
        </p:txBody>
      </p:sp>
      <p:sp>
        <p:nvSpPr>
          <p:cNvPr id="3" name="Content Placeholder 2">
            <a:extLst>
              <a:ext uri="{FF2B5EF4-FFF2-40B4-BE49-F238E27FC236}">
                <a16:creationId xmlns:a16="http://schemas.microsoft.com/office/drawing/2014/main" id="{DFBEDDF9-F641-49CD-AB8D-9D9D9CA50E36}"/>
              </a:ext>
            </a:extLst>
          </p:cNvPr>
          <p:cNvSpPr>
            <a:spLocks noGrp="1"/>
          </p:cNvSpPr>
          <p:nvPr>
            <p:ph idx="1"/>
          </p:nvPr>
        </p:nvSpPr>
        <p:spPr/>
        <p:txBody>
          <a:bodyPr rtlCol="0">
            <a:normAutofit fontScale="92500" lnSpcReduction="10000"/>
          </a:bodyPr>
          <a:lstStyle/>
          <a:p>
            <a:pPr marL="514350" indent="-514350" fontAlgn="auto">
              <a:spcAft>
                <a:spcPts val="0"/>
              </a:spcAft>
              <a:buFont typeface="+mj-lt"/>
              <a:buAutoNum type="arabicPeriod"/>
              <a:defRPr/>
            </a:pPr>
            <a:r>
              <a:rPr lang="en-US" sz="3200" b="1" dirty="0">
                <a:solidFill>
                  <a:schemeClr val="accent3">
                    <a:lumMod val="60000"/>
                    <a:lumOff val="40000"/>
                  </a:schemeClr>
                </a:solidFill>
              </a:rPr>
              <a:t>DEMONSTRATE INTEGRITY</a:t>
            </a:r>
          </a:p>
          <a:p>
            <a:pPr marL="514350" indent="-514350" fontAlgn="auto">
              <a:spcAft>
                <a:spcPts val="0"/>
              </a:spcAft>
              <a:buFont typeface="+mj-lt"/>
              <a:buAutoNum type="arabicPeriod"/>
              <a:defRPr/>
            </a:pPr>
            <a:endParaRPr lang="en-US" sz="3200" b="1" dirty="0">
              <a:solidFill>
                <a:schemeClr val="accent3">
                  <a:lumMod val="60000"/>
                  <a:lumOff val="40000"/>
                </a:schemeClr>
              </a:solidFill>
            </a:endParaRPr>
          </a:p>
          <a:p>
            <a:pPr marL="514350" indent="-514350" fontAlgn="auto">
              <a:spcAft>
                <a:spcPts val="0"/>
              </a:spcAft>
              <a:buFont typeface="+mj-lt"/>
              <a:buAutoNum type="arabicPeriod"/>
              <a:defRPr/>
            </a:pPr>
            <a:r>
              <a:rPr lang="en-US" sz="3200" b="1" dirty="0">
                <a:solidFill>
                  <a:schemeClr val="accent3">
                    <a:lumMod val="60000"/>
                    <a:lumOff val="40000"/>
                  </a:schemeClr>
                </a:solidFill>
              </a:rPr>
              <a:t>PRACTISE COMPETENTLY </a:t>
            </a:r>
          </a:p>
          <a:p>
            <a:pPr marL="514350" indent="-514350" fontAlgn="auto">
              <a:spcAft>
                <a:spcPts val="0"/>
              </a:spcAft>
              <a:buFont typeface="+mj-lt"/>
              <a:buAutoNum type="arabicPeriod"/>
              <a:defRPr/>
            </a:pPr>
            <a:endParaRPr lang="en-US" sz="3200" b="1" dirty="0">
              <a:solidFill>
                <a:schemeClr val="accent3">
                  <a:lumMod val="60000"/>
                  <a:lumOff val="40000"/>
                </a:schemeClr>
              </a:solidFill>
            </a:endParaRPr>
          </a:p>
          <a:p>
            <a:pPr marL="514350" indent="-514350" fontAlgn="auto">
              <a:spcAft>
                <a:spcPts val="0"/>
              </a:spcAft>
              <a:buFont typeface="+mj-lt"/>
              <a:buAutoNum type="arabicPeriod"/>
              <a:defRPr/>
            </a:pPr>
            <a:r>
              <a:rPr lang="en-US" sz="3200" b="1" dirty="0">
                <a:solidFill>
                  <a:schemeClr val="accent3">
                    <a:lumMod val="60000"/>
                    <a:lumOff val="40000"/>
                  </a:schemeClr>
                </a:solidFill>
              </a:rPr>
              <a:t>EXERCISE LEADERSHIP </a:t>
            </a:r>
          </a:p>
          <a:p>
            <a:pPr marL="514350" indent="-514350" fontAlgn="auto">
              <a:spcAft>
                <a:spcPts val="0"/>
              </a:spcAft>
              <a:buFont typeface="+mj-lt"/>
              <a:buAutoNum type="arabicPeriod"/>
              <a:defRPr/>
            </a:pPr>
            <a:endParaRPr lang="en-US" sz="3200" b="1" dirty="0">
              <a:solidFill>
                <a:schemeClr val="accent3">
                  <a:lumMod val="60000"/>
                  <a:lumOff val="40000"/>
                </a:schemeClr>
              </a:solidFill>
            </a:endParaRPr>
          </a:p>
          <a:p>
            <a:pPr marL="514350" indent="-514350" fontAlgn="auto">
              <a:spcAft>
                <a:spcPts val="0"/>
              </a:spcAft>
              <a:buFont typeface="+mj-lt"/>
              <a:buAutoNum type="arabicPeriod"/>
              <a:defRPr/>
            </a:pPr>
            <a:r>
              <a:rPr lang="en-US" sz="3200" b="1" dirty="0">
                <a:solidFill>
                  <a:schemeClr val="accent3">
                    <a:lumMod val="60000"/>
                    <a:lumOff val="40000"/>
                  </a:schemeClr>
                </a:solidFill>
              </a:rPr>
              <a:t>PROMOTE SUSTAINABILITY</a:t>
            </a:r>
          </a:p>
          <a:p>
            <a:pPr fontAlgn="auto">
              <a:spcAft>
                <a:spcPts val="0"/>
              </a:spcAft>
              <a:buFont typeface="Wingdings 3" charset="2"/>
              <a:buChar char=""/>
              <a:defRPr/>
            </a:pPr>
            <a:endParaRPr lang="en-US" dirty="0"/>
          </a:p>
        </p:txBody>
      </p:sp>
      <p:sp>
        <p:nvSpPr>
          <p:cNvPr id="43012" name="Slide Number Placeholder 3">
            <a:extLst>
              <a:ext uri="{FF2B5EF4-FFF2-40B4-BE49-F238E27FC236}">
                <a16:creationId xmlns:a16="http://schemas.microsoft.com/office/drawing/2014/main" id="{8F966EAA-3645-8F4B-E11B-DF12BBC7C29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B45E11A2-A103-4D6B-A8F9-1A1CB0004465}" type="slidenum">
              <a:rPr lang="en-US" altLang="en-US" sz="2800">
                <a:solidFill>
                  <a:srgbClr val="FFFFFF"/>
                </a:solidFill>
                <a:latin typeface="Arial" panose="020B0604020202020204" pitchFamily="34" charset="0"/>
              </a:rPr>
              <a:pPr>
                <a:spcBef>
                  <a:spcPct val="0"/>
                </a:spcBef>
                <a:buClrTx/>
                <a:buSzTx/>
                <a:buFontTx/>
                <a:buNone/>
              </a:pPr>
              <a:t>12</a:t>
            </a:fld>
            <a:endParaRPr lang="en-US" altLang="en-US" sz="2800">
              <a:solidFill>
                <a:srgbClr val="FFFFFF"/>
              </a:solidFill>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AF94786B-0CC8-295B-160D-63814883B361}"/>
              </a:ext>
            </a:extLst>
          </p:cNvPr>
          <p:cNvSpPr>
            <a:spLocks noGrp="1" noChangeArrowheads="1"/>
          </p:cNvSpPr>
          <p:nvPr>
            <p:ph type="title"/>
          </p:nvPr>
        </p:nvSpPr>
        <p:spPr>
          <a:xfrm>
            <a:off x="482600" y="152400"/>
            <a:ext cx="7056438" cy="1400175"/>
          </a:xfrm>
        </p:spPr>
        <p:txBody>
          <a:bodyPr/>
          <a:lstStyle/>
          <a:p>
            <a:r>
              <a:rPr lang="en-US" altLang="en-US" sz="3200" b="1"/>
              <a:t>ENGINEERS AUSTRALIA</a:t>
            </a:r>
            <a:br>
              <a:rPr lang="en-US" altLang="en-US" sz="3200" b="1"/>
            </a:br>
            <a:r>
              <a:rPr lang="en-US" altLang="en-US" sz="3200" b="1"/>
              <a:t> - CODE OF ETHTCS</a:t>
            </a:r>
          </a:p>
        </p:txBody>
      </p:sp>
      <p:sp>
        <p:nvSpPr>
          <p:cNvPr id="3" name="Content Placeholder 2">
            <a:extLst>
              <a:ext uri="{FF2B5EF4-FFF2-40B4-BE49-F238E27FC236}">
                <a16:creationId xmlns:a16="http://schemas.microsoft.com/office/drawing/2014/main" id="{303899D4-1781-09F9-45E2-CC33A7756518}"/>
              </a:ext>
            </a:extLst>
          </p:cNvPr>
          <p:cNvSpPr>
            <a:spLocks noGrp="1"/>
          </p:cNvSpPr>
          <p:nvPr>
            <p:ph idx="1"/>
          </p:nvPr>
        </p:nvSpPr>
        <p:spPr>
          <a:xfrm>
            <a:off x="482600" y="1541463"/>
            <a:ext cx="7912100" cy="4876800"/>
          </a:xfrm>
        </p:spPr>
        <p:txBody>
          <a:bodyPr rtlCol="0" anchor="ctr">
            <a:normAutofit/>
          </a:bodyPr>
          <a:lstStyle/>
          <a:p>
            <a:pPr marL="0" indent="0" fontAlgn="auto">
              <a:spcAft>
                <a:spcPts val="0"/>
              </a:spcAft>
              <a:buFont typeface="Wingdings 3" panose="05040102010807070707" pitchFamily="18" charset="2"/>
              <a:buNone/>
              <a:defRPr/>
            </a:pPr>
            <a:r>
              <a:rPr lang="en-US" sz="2400" b="1" dirty="0">
                <a:solidFill>
                  <a:schemeClr val="accent3">
                    <a:lumMod val="60000"/>
                    <a:lumOff val="40000"/>
                  </a:schemeClr>
                </a:solidFill>
              </a:rPr>
              <a:t>1.0  </a:t>
            </a:r>
            <a:r>
              <a:rPr lang="en-US" sz="2800" b="1" dirty="0">
                <a:solidFill>
                  <a:schemeClr val="accent3">
                    <a:lumMod val="60000"/>
                    <a:lumOff val="40000"/>
                  </a:schemeClr>
                </a:solidFill>
              </a:rPr>
              <a:t>DEMONSTRATE INTEGRITY </a:t>
            </a:r>
          </a:p>
          <a:p>
            <a:pPr marL="0" indent="0" fontAlgn="auto">
              <a:spcAft>
                <a:spcPts val="0"/>
              </a:spcAft>
              <a:buFont typeface="Wingdings 3" panose="05040102010807070707" pitchFamily="18" charset="2"/>
              <a:buNone/>
              <a:defRPr/>
            </a:pPr>
            <a:endParaRPr lang="en-US" sz="2400" dirty="0"/>
          </a:p>
          <a:p>
            <a:pPr marL="0" indent="0" fontAlgn="auto">
              <a:spcAft>
                <a:spcPts val="0"/>
              </a:spcAft>
              <a:buFont typeface="Wingdings 3" panose="05040102010807070707" pitchFamily="18" charset="2"/>
              <a:buNone/>
              <a:defRPr/>
            </a:pPr>
            <a:r>
              <a:rPr lang="en-US" sz="2400" dirty="0"/>
              <a:t>1.1 Act on the basis of a well-informed conscience </a:t>
            </a:r>
          </a:p>
          <a:p>
            <a:pPr marL="0" indent="0" fontAlgn="auto">
              <a:spcAft>
                <a:spcPts val="0"/>
              </a:spcAft>
              <a:buFont typeface="Wingdings 3" panose="05040102010807070707" pitchFamily="18" charset="2"/>
              <a:buNone/>
              <a:defRPr/>
            </a:pPr>
            <a:endParaRPr lang="en-US" sz="2400" dirty="0"/>
          </a:p>
          <a:p>
            <a:pPr marL="0" indent="0" fontAlgn="auto">
              <a:spcAft>
                <a:spcPts val="0"/>
              </a:spcAft>
              <a:buFont typeface="Wingdings 3" panose="05040102010807070707" pitchFamily="18" charset="2"/>
              <a:buNone/>
              <a:defRPr/>
            </a:pPr>
            <a:r>
              <a:rPr lang="en-US" sz="2400" dirty="0"/>
              <a:t>1.2 Be honest and trustworthy</a:t>
            </a:r>
          </a:p>
          <a:p>
            <a:pPr marL="0" indent="0" fontAlgn="auto">
              <a:spcAft>
                <a:spcPts val="0"/>
              </a:spcAft>
              <a:buFont typeface="Wingdings 3" panose="05040102010807070707" pitchFamily="18" charset="2"/>
              <a:buNone/>
              <a:defRPr/>
            </a:pPr>
            <a:endParaRPr lang="en-US" sz="2400" dirty="0"/>
          </a:p>
          <a:p>
            <a:pPr marL="0" indent="0" fontAlgn="auto">
              <a:spcAft>
                <a:spcPts val="0"/>
              </a:spcAft>
              <a:buFont typeface="Wingdings 3" panose="05040102010807070707" pitchFamily="18" charset="2"/>
              <a:buNone/>
              <a:defRPr/>
            </a:pPr>
            <a:r>
              <a:rPr lang="en-US" sz="2400" dirty="0"/>
              <a:t>1.3 Respect the dignity of all persons </a:t>
            </a:r>
          </a:p>
          <a:p>
            <a:pPr marL="0" indent="0" fontAlgn="auto">
              <a:spcAft>
                <a:spcPts val="0"/>
              </a:spcAft>
              <a:buFont typeface="Wingdings 3" panose="05040102010807070707" pitchFamily="18" charset="2"/>
              <a:buNone/>
              <a:defRPr/>
            </a:pPr>
            <a:endParaRPr lang="en-US" sz="2400" dirty="0"/>
          </a:p>
        </p:txBody>
      </p:sp>
      <p:sp>
        <p:nvSpPr>
          <p:cNvPr id="44036" name="Slide Number Placeholder 3">
            <a:extLst>
              <a:ext uri="{FF2B5EF4-FFF2-40B4-BE49-F238E27FC236}">
                <a16:creationId xmlns:a16="http://schemas.microsoft.com/office/drawing/2014/main" id="{B05828DD-1EC5-D6CE-5DCE-3A615E73782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3E77E223-18CF-40A0-A2A0-25AB63D8A9D5}" type="slidenum">
              <a:rPr lang="en-US" altLang="en-US" sz="2800">
                <a:solidFill>
                  <a:srgbClr val="FFFFFF"/>
                </a:solidFill>
                <a:latin typeface="Arial" panose="020B0604020202020204" pitchFamily="34" charset="0"/>
              </a:rPr>
              <a:pPr>
                <a:spcBef>
                  <a:spcPct val="0"/>
                </a:spcBef>
                <a:buClrTx/>
                <a:buSzTx/>
                <a:buFontTx/>
                <a:buNone/>
              </a:pPr>
              <a:t>13</a:t>
            </a:fld>
            <a:endParaRPr lang="en-US" altLang="en-US" sz="2800">
              <a:solidFill>
                <a:srgbClr val="FFFFFF"/>
              </a:solidFill>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311542FA-6450-00D1-67BB-160B359DE10E}"/>
              </a:ext>
            </a:extLst>
          </p:cNvPr>
          <p:cNvSpPr>
            <a:spLocks noGrp="1" noChangeArrowheads="1"/>
          </p:cNvSpPr>
          <p:nvPr>
            <p:ph type="title"/>
          </p:nvPr>
        </p:nvSpPr>
        <p:spPr/>
        <p:txBody>
          <a:bodyPr/>
          <a:lstStyle/>
          <a:p>
            <a:r>
              <a:rPr lang="en-US" altLang="en-US"/>
              <a:t>ENGINEERS AUSTRALIA</a:t>
            </a:r>
            <a:br>
              <a:rPr lang="en-US" altLang="en-US"/>
            </a:br>
            <a:r>
              <a:rPr lang="en-US" altLang="en-US"/>
              <a:t> - CODE OF ETHTCS</a:t>
            </a:r>
          </a:p>
        </p:txBody>
      </p:sp>
      <p:sp>
        <p:nvSpPr>
          <p:cNvPr id="3" name="Content Placeholder 2">
            <a:extLst>
              <a:ext uri="{FF2B5EF4-FFF2-40B4-BE49-F238E27FC236}">
                <a16:creationId xmlns:a16="http://schemas.microsoft.com/office/drawing/2014/main" id="{411569EF-D934-286C-DA14-4CD0C2C80E30}"/>
              </a:ext>
            </a:extLst>
          </p:cNvPr>
          <p:cNvSpPr>
            <a:spLocks noGrp="1"/>
          </p:cNvSpPr>
          <p:nvPr>
            <p:ph idx="1"/>
          </p:nvPr>
        </p:nvSpPr>
        <p:spPr>
          <a:xfrm>
            <a:off x="827088" y="2052638"/>
            <a:ext cx="7783512" cy="4195762"/>
          </a:xfrm>
        </p:spPr>
        <p:txBody>
          <a:bodyPr rtlCol="0">
            <a:normAutofit/>
          </a:bodyPr>
          <a:lstStyle/>
          <a:p>
            <a:pPr marL="0" indent="0" fontAlgn="auto">
              <a:spcAft>
                <a:spcPts val="0"/>
              </a:spcAft>
              <a:buFont typeface="Wingdings 3" panose="05040102010807070707" pitchFamily="18" charset="2"/>
              <a:buNone/>
              <a:defRPr/>
            </a:pPr>
            <a:r>
              <a:rPr lang="en-US" sz="2800" b="1" dirty="0">
                <a:solidFill>
                  <a:schemeClr val="accent3">
                    <a:lumMod val="60000"/>
                    <a:lumOff val="40000"/>
                  </a:schemeClr>
                </a:solidFill>
              </a:rPr>
              <a:t>2.0  PRACTISE COMPETENTLY</a:t>
            </a:r>
          </a:p>
          <a:p>
            <a:pPr fontAlgn="auto">
              <a:spcAft>
                <a:spcPts val="0"/>
              </a:spcAft>
              <a:buFont typeface="Wingdings 3" charset="2"/>
              <a:buChar char=""/>
              <a:defRPr/>
            </a:pPr>
            <a:endParaRPr lang="en-US" sz="2800" b="1" dirty="0">
              <a:solidFill>
                <a:schemeClr val="accent3">
                  <a:lumMod val="60000"/>
                  <a:lumOff val="40000"/>
                </a:schemeClr>
              </a:solidFill>
            </a:endParaRPr>
          </a:p>
          <a:p>
            <a:pPr fontAlgn="auto">
              <a:spcAft>
                <a:spcPts val="0"/>
              </a:spcAft>
              <a:buFont typeface="Wingdings 3" charset="2"/>
              <a:buChar char=""/>
              <a:defRPr/>
            </a:pPr>
            <a:r>
              <a:rPr lang="en-US" sz="2400" dirty="0"/>
              <a:t>2.1 Maintain and develop knowledge and skills</a:t>
            </a:r>
          </a:p>
          <a:p>
            <a:pPr fontAlgn="auto">
              <a:spcAft>
                <a:spcPts val="0"/>
              </a:spcAft>
              <a:buFont typeface="Wingdings 3" charset="2"/>
              <a:buChar char=""/>
              <a:defRPr/>
            </a:pPr>
            <a:endParaRPr lang="en-US" sz="2400" dirty="0"/>
          </a:p>
          <a:p>
            <a:pPr fontAlgn="auto">
              <a:spcAft>
                <a:spcPts val="0"/>
              </a:spcAft>
              <a:buFont typeface="Wingdings 3" charset="2"/>
              <a:buChar char=""/>
              <a:defRPr/>
            </a:pPr>
            <a:r>
              <a:rPr lang="en-US" sz="2400" dirty="0"/>
              <a:t>2.2 Represent areas of competence objectively</a:t>
            </a:r>
          </a:p>
          <a:p>
            <a:pPr fontAlgn="auto">
              <a:spcAft>
                <a:spcPts val="0"/>
              </a:spcAft>
              <a:buFont typeface="Wingdings 3" charset="2"/>
              <a:buChar char=""/>
              <a:defRPr/>
            </a:pPr>
            <a:endParaRPr lang="en-US" sz="2400" dirty="0"/>
          </a:p>
          <a:p>
            <a:pPr fontAlgn="auto">
              <a:spcAft>
                <a:spcPts val="0"/>
              </a:spcAft>
              <a:buFont typeface="Wingdings 3" charset="2"/>
              <a:buChar char=""/>
              <a:defRPr/>
            </a:pPr>
            <a:r>
              <a:rPr lang="en-US" sz="2400" dirty="0"/>
              <a:t>2.3 Act on the basis of adequate knowledge</a:t>
            </a:r>
          </a:p>
        </p:txBody>
      </p:sp>
      <p:sp>
        <p:nvSpPr>
          <p:cNvPr id="45060" name="Slide Number Placeholder 3">
            <a:extLst>
              <a:ext uri="{FF2B5EF4-FFF2-40B4-BE49-F238E27FC236}">
                <a16:creationId xmlns:a16="http://schemas.microsoft.com/office/drawing/2014/main" id="{B0F9145B-0F1C-38D5-2A6E-EECF8F5EF1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4CDCD86A-42FD-416B-8CE5-730874CCD57F}" type="slidenum">
              <a:rPr lang="en-US" altLang="en-US" sz="2800">
                <a:solidFill>
                  <a:srgbClr val="FFFFFF"/>
                </a:solidFill>
                <a:latin typeface="Arial" panose="020B0604020202020204" pitchFamily="34" charset="0"/>
              </a:rPr>
              <a:pPr>
                <a:spcBef>
                  <a:spcPct val="0"/>
                </a:spcBef>
                <a:buClrTx/>
                <a:buSzTx/>
                <a:buFontTx/>
                <a:buNone/>
              </a:pPr>
              <a:t>14</a:t>
            </a:fld>
            <a:endParaRPr lang="en-US" altLang="en-US" sz="2800">
              <a:solidFill>
                <a:srgbClr val="FFFFFF"/>
              </a:solidFill>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C57E2D9C-4898-6146-904E-A6663C31510F}"/>
              </a:ext>
            </a:extLst>
          </p:cNvPr>
          <p:cNvSpPr>
            <a:spLocks noGrp="1" noChangeArrowheads="1"/>
          </p:cNvSpPr>
          <p:nvPr>
            <p:ph type="title"/>
          </p:nvPr>
        </p:nvSpPr>
        <p:spPr>
          <a:xfrm>
            <a:off x="727075" y="152400"/>
            <a:ext cx="7038975" cy="1143000"/>
          </a:xfrm>
        </p:spPr>
        <p:txBody>
          <a:bodyPr/>
          <a:lstStyle/>
          <a:p>
            <a:r>
              <a:rPr lang="en-US" altLang="en-US" sz="3200" b="1"/>
              <a:t>ENGINEERS AUSTRALIA</a:t>
            </a:r>
            <a:br>
              <a:rPr lang="en-US" altLang="en-US" sz="3200" b="1"/>
            </a:br>
            <a:r>
              <a:rPr lang="en-US" altLang="en-US" sz="3200" b="1"/>
              <a:t> - CODE OF ETHTCS</a:t>
            </a:r>
            <a:endParaRPr lang="en-US" altLang="en-US" sz="3200"/>
          </a:p>
        </p:txBody>
      </p:sp>
      <p:sp>
        <p:nvSpPr>
          <p:cNvPr id="3" name="Content Placeholder 2">
            <a:extLst>
              <a:ext uri="{FF2B5EF4-FFF2-40B4-BE49-F238E27FC236}">
                <a16:creationId xmlns:a16="http://schemas.microsoft.com/office/drawing/2014/main" id="{472882D5-011B-DEE2-592F-2C187E2E455C}"/>
              </a:ext>
            </a:extLst>
          </p:cNvPr>
          <p:cNvSpPr>
            <a:spLocks noGrp="1"/>
          </p:cNvSpPr>
          <p:nvPr>
            <p:ph idx="1"/>
          </p:nvPr>
        </p:nvSpPr>
        <p:spPr>
          <a:xfrm>
            <a:off x="827088" y="1438275"/>
            <a:ext cx="7905750" cy="4810125"/>
          </a:xfrm>
        </p:spPr>
        <p:txBody>
          <a:bodyPr rtlCol="0">
            <a:normAutofit lnSpcReduction="10000"/>
          </a:bodyPr>
          <a:lstStyle/>
          <a:p>
            <a:pPr marL="0" indent="0" fontAlgn="auto">
              <a:spcAft>
                <a:spcPts val="0"/>
              </a:spcAft>
              <a:buFont typeface="Wingdings 3" panose="05040102010807070707" pitchFamily="18" charset="2"/>
              <a:buNone/>
              <a:defRPr/>
            </a:pPr>
            <a:r>
              <a:rPr lang="en-US" sz="2800" b="1" dirty="0">
                <a:solidFill>
                  <a:schemeClr val="accent3">
                    <a:lumMod val="60000"/>
                    <a:lumOff val="40000"/>
                  </a:schemeClr>
                </a:solidFill>
              </a:rPr>
              <a:t>3.0  EXERCISE LEADERSHIP</a:t>
            </a:r>
          </a:p>
          <a:p>
            <a:pPr fontAlgn="auto">
              <a:spcAft>
                <a:spcPts val="0"/>
              </a:spcAft>
              <a:buFont typeface="Wingdings 3" charset="2"/>
              <a:buChar char=""/>
              <a:defRPr/>
            </a:pPr>
            <a:endParaRPr lang="en-US" sz="2800" b="1" dirty="0">
              <a:solidFill>
                <a:schemeClr val="accent3">
                  <a:lumMod val="60000"/>
                  <a:lumOff val="40000"/>
                </a:schemeClr>
              </a:solidFill>
            </a:endParaRPr>
          </a:p>
          <a:p>
            <a:pPr fontAlgn="auto">
              <a:spcAft>
                <a:spcPts val="0"/>
              </a:spcAft>
              <a:buFont typeface="Wingdings 3" charset="2"/>
              <a:buChar char=""/>
              <a:defRPr/>
            </a:pPr>
            <a:r>
              <a:rPr lang="en-US" sz="2400" dirty="0"/>
              <a:t>3.1 Uphold the reputation and trustworthiness of the practice of engineering</a:t>
            </a:r>
          </a:p>
          <a:p>
            <a:pPr fontAlgn="auto">
              <a:spcAft>
                <a:spcPts val="0"/>
              </a:spcAft>
              <a:buFont typeface="Wingdings 3" charset="2"/>
              <a:buChar char=""/>
              <a:defRPr/>
            </a:pPr>
            <a:endParaRPr lang="en-US" sz="2400" dirty="0"/>
          </a:p>
          <a:p>
            <a:pPr fontAlgn="auto">
              <a:spcAft>
                <a:spcPts val="0"/>
              </a:spcAft>
              <a:buFont typeface="Wingdings 3" charset="2"/>
              <a:buChar char=""/>
              <a:defRPr/>
            </a:pPr>
            <a:r>
              <a:rPr lang="en-US" sz="2400" dirty="0"/>
              <a:t>3.2 Support and encourage diversity</a:t>
            </a:r>
          </a:p>
          <a:p>
            <a:pPr fontAlgn="auto">
              <a:spcAft>
                <a:spcPts val="0"/>
              </a:spcAft>
              <a:buFont typeface="Wingdings 3" charset="2"/>
              <a:buChar char=""/>
              <a:defRPr/>
            </a:pPr>
            <a:endParaRPr lang="en-US" sz="2400" dirty="0"/>
          </a:p>
          <a:p>
            <a:pPr fontAlgn="auto">
              <a:spcAft>
                <a:spcPts val="0"/>
              </a:spcAft>
              <a:buFont typeface="Wingdings 3" charset="2"/>
              <a:buChar char=""/>
              <a:defRPr/>
            </a:pPr>
            <a:r>
              <a:rPr lang="en-US" sz="2400" dirty="0"/>
              <a:t>3.3 Make reasonable efforts to communicate honestly and effectively to all stakeholders, taking into account the reliance of others on engineering expertise</a:t>
            </a:r>
          </a:p>
        </p:txBody>
      </p:sp>
      <p:sp>
        <p:nvSpPr>
          <p:cNvPr id="46084" name="Slide Number Placeholder 3">
            <a:extLst>
              <a:ext uri="{FF2B5EF4-FFF2-40B4-BE49-F238E27FC236}">
                <a16:creationId xmlns:a16="http://schemas.microsoft.com/office/drawing/2014/main" id="{3443212D-D4CB-6FE7-D271-767BF696A35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FA89A41E-2349-4131-97D2-0F73B23C348B}" type="slidenum">
              <a:rPr lang="en-US" altLang="en-US" sz="2800">
                <a:solidFill>
                  <a:srgbClr val="FFFFFF"/>
                </a:solidFill>
                <a:latin typeface="Arial" panose="020B0604020202020204" pitchFamily="34" charset="0"/>
              </a:rPr>
              <a:pPr>
                <a:spcBef>
                  <a:spcPct val="0"/>
                </a:spcBef>
                <a:buClrTx/>
                <a:buSzTx/>
                <a:buFontTx/>
                <a:buNone/>
              </a:pPr>
              <a:t>15</a:t>
            </a:fld>
            <a:endParaRPr lang="en-US" altLang="en-US" sz="2800">
              <a:solidFill>
                <a:srgbClr val="FFFFFF"/>
              </a:solidFill>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4FE80419-7F81-17D3-59C0-7708DCC2BB7A}"/>
              </a:ext>
            </a:extLst>
          </p:cNvPr>
          <p:cNvSpPr>
            <a:spLocks noGrp="1" noChangeArrowheads="1"/>
          </p:cNvSpPr>
          <p:nvPr>
            <p:ph type="title"/>
          </p:nvPr>
        </p:nvSpPr>
        <p:spPr>
          <a:xfrm>
            <a:off x="609600" y="68263"/>
            <a:ext cx="7056438" cy="1222375"/>
          </a:xfrm>
        </p:spPr>
        <p:txBody>
          <a:bodyPr/>
          <a:lstStyle/>
          <a:p>
            <a:r>
              <a:rPr lang="en-US" altLang="en-US" sz="3200" b="1"/>
              <a:t>ENGINEERS AUSTRALIA</a:t>
            </a:r>
            <a:br>
              <a:rPr lang="en-US" altLang="en-US" sz="3200" b="1"/>
            </a:br>
            <a:r>
              <a:rPr lang="en-US" altLang="en-US" sz="3200" b="1"/>
              <a:t> - CODE OF ETHTCS</a:t>
            </a:r>
            <a:endParaRPr lang="en-US" altLang="en-US" sz="3200"/>
          </a:p>
        </p:txBody>
      </p:sp>
      <p:sp>
        <p:nvSpPr>
          <p:cNvPr id="3" name="Content Placeholder 2">
            <a:extLst>
              <a:ext uri="{FF2B5EF4-FFF2-40B4-BE49-F238E27FC236}">
                <a16:creationId xmlns:a16="http://schemas.microsoft.com/office/drawing/2014/main" id="{AC7B9661-C239-895B-7E30-F8DB503B542B}"/>
              </a:ext>
            </a:extLst>
          </p:cNvPr>
          <p:cNvSpPr>
            <a:spLocks noGrp="1"/>
          </p:cNvSpPr>
          <p:nvPr>
            <p:ph idx="1"/>
          </p:nvPr>
        </p:nvSpPr>
        <p:spPr>
          <a:xfrm>
            <a:off x="609600" y="1298575"/>
            <a:ext cx="7812088" cy="4873625"/>
          </a:xfrm>
        </p:spPr>
        <p:txBody>
          <a:bodyPr rtlCol="0">
            <a:normAutofit lnSpcReduction="10000"/>
          </a:bodyPr>
          <a:lstStyle/>
          <a:p>
            <a:pPr marL="0" indent="0" fontAlgn="auto">
              <a:spcAft>
                <a:spcPts val="0"/>
              </a:spcAft>
              <a:buFont typeface="Wingdings 3" panose="05040102010807070707" pitchFamily="18" charset="2"/>
              <a:buNone/>
              <a:defRPr/>
            </a:pPr>
            <a:r>
              <a:rPr lang="en-US" sz="2800" b="1" dirty="0">
                <a:solidFill>
                  <a:schemeClr val="accent4">
                    <a:lumMod val="75000"/>
                  </a:schemeClr>
                </a:solidFill>
              </a:rPr>
              <a:t>4.0  PROMOTE SUSTAINABILITY</a:t>
            </a:r>
          </a:p>
          <a:p>
            <a:pPr marL="0" indent="0" fontAlgn="auto">
              <a:spcAft>
                <a:spcPts val="0"/>
              </a:spcAft>
              <a:buFont typeface="Wingdings 3" panose="05040102010807070707" pitchFamily="18" charset="2"/>
              <a:buNone/>
              <a:defRPr/>
            </a:pPr>
            <a:endParaRPr lang="en-US" sz="2800" b="1" dirty="0">
              <a:solidFill>
                <a:schemeClr val="accent4">
                  <a:lumMod val="75000"/>
                </a:schemeClr>
              </a:solidFill>
            </a:endParaRPr>
          </a:p>
          <a:p>
            <a:pPr fontAlgn="auto">
              <a:spcAft>
                <a:spcPts val="0"/>
              </a:spcAft>
              <a:buFont typeface="Wingdings 3" charset="2"/>
              <a:buChar char=""/>
              <a:defRPr/>
            </a:pPr>
            <a:r>
              <a:rPr lang="en-US" sz="2400" dirty="0"/>
              <a:t>4.1 Engage responsibly with the community and other stakeholders</a:t>
            </a:r>
          </a:p>
          <a:p>
            <a:pPr fontAlgn="auto">
              <a:spcAft>
                <a:spcPts val="0"/>
              </a:spcAft>
              <a:buFont typeface="Wingdings 3" charset="2"/>
              <a:buChar char=""/>
              <a:defRPr/>
            </a:pPr>
            <a:endParaRPr lang="en-US" sz="2400" dirty="0"/>
          </a:p>
          <a:p>
            <a:pPr fontAlgn="auto">
              <a:spcAft>
                <a:spcPts val="0"/>
              </a:spcAft>
              <a:buFont typeface="Wingdings 3" charset="2"/>
              <a:buChar char=""/>
              <a:defRPr/>
            </a:pPr>
            <a:r>
              <a:rPr lang="en-US" sz="2400" dirty="0"/>
              <a:t>4.2 </a:t>
            </a:r>
            <a:r>
              <a:rPr lang="en-US" sz="2400" dirty="0" err="1"/>
              <a:t>Practise</a:t>
            </a:r>
            <a:r>
              <a:rPr lang="en-US" sz="2400" dirty="0"/>
              <a:t> engineering to foster the health, safety and wellbeing of the community and the environment</a:t>
            </a:r>
          </a:p>
          <a:p>
            <a:pPr fontAlgn="auto">
              <a:spcAft>
                <a:spcPts val="0"/>
              </a:spcAft>
              <a:buFont typeface="Wingdings 3" charset="2"/>
              <a:buChar char=""/>
              <a:defRPr/>
            </a:pPr>
            <a:endParaRPr lang="en-US" sz="2400" dirty="0"/>
          </a:p>
          <a:p>
            <a:pPr fontAlgn="auto">
              <a:spcAft>
                <a:spcPts val="0"/>
              </a:spcAft>
              <a:buFont typeface="Wingdings 3" charset="2"/>
              <a:buChar char=""/>
              <a:defRPr/>
            </a:pPr>
            <a:r>
              <a:rPr lang="en-US" sz="2400" dirty="0"/>
              <a:t>4.3 Balance the needs of the present with needs of future generations</a:t>
            </a:r>
          </a:p>
        </p:txBody>
      </p:sp>
      <p:sp>
        <p:nvSpPr>
          <p:cNvPr id="47108" name="Slide Number Placeholder 3">
            <a:extLst>
              <a:ext uri="{FF2B5EF4-FFF2-40B4-BE49-F238E27FC236}">
                <a16:creationId xmlns:a16="http://schemas.microsoft.com/office/drawing/2014/main" id="{D5BE4010-8BBD-5BC7-0D06-DEE5CCAD431A}"/>
              </a:ext>
            </a:extLst>
          </p:cNvPr>
          <p:cNvSpPr>
            <a:spLocks noGrp="1" noChangeArrowheads="1"/>
          </p:cNvSpPr>
          <p:nvPr>
            <p:ph type="sldNum" sz="quarter" idx="12"/>
          </p:nvPr>
        </p:nvSpPr>
        <p:spPr bwMode="auto">
          <a:xfrm>
            <a:off x="7793038" y="295275"/>
            <a:ext cx="628650" cy="7683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1BB104CB-1D84-456C-B3D5-364CCA20FE71}" type="slidenum">
              <a:rPr lang="en-US" altLang="en-US" sz="2800">
                <a:solidFill>
                  <a:srgbClr val="FFFFFF"/>
                </a:solidFill>
                <a:latin typeface="Arial" panose="020B0604020202020204" pitchFamily="34" charset="0"/>
              </a:rPr>
              <a:pPr>
                <a:spcBef>
                  <a:spcPct val="0"/>
                </a:spcBef>
                <a:buClrTx/>
                <a:buSzTx/>
                <a:buFontTx/>
                <a:buNone/>
              </a:pPr>
              <a:t>16</a:t>
            </a:fld>
            <a:endParaRPr lang="en-US" altLang="en-US" sz="2800">
              <a:solidFill>
                <a:srgbClr val="FFFFFF"/>
              </a:solidFill>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4">
            <a:extLst>
              <a:ext uri="{FF2B5EF4-FFF2-40B4-BE49-F238E27FC236}">
                <a16:creationId xmlns:a16="http://schemas.microsoft.com/office/drawing/2014/main" id="{C23E7C34-A35D-AB9C-EC56-877AB62119D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C804E718-0B27-4EC2-985D-0E7B575AE487}" type="slidenum">
              <a:rPr lang="en-US" altLang="en-US" sz="2800">
                <a:latin typeface="Arial" panose="020B0604020202020204" pitchFamily="34" charset="0"/>
              </a:rPr>
              <a:pPr>
                <a:spcBef>
                  <a:spcPct val="0"/>
                </a:spcBef>
                <a:buClrTx/>
                <a:buSzTx/>
                <a:buFontTx/>
                <a:buNone/>
              </a:pPr>
              <a:t>17</a:t>
            </a:fld>
            <a:endParaRPr lang="en-US" altLang="en-US" sz="2800">
              <a:latin typeface="Arial" panose="020B0604020202020204" pitchFamily="34" charset="0"/>
            </a:endParaRPr>
          </a:p>
        </p:txBody>
      </p:sp>
      <p:sp>
        <p:nvSpPr>
          <p:cNvPr id="53250" name="Rectangle 2">
            <a:extLst>
              <a:ext uri="{FF2B5EF4-FFF2-40B4-BE49-F238E27FC236}">
                <a16:creationId xmlns:a16="http://schemas.microsoft.com/office/drawing/2014/main" id="{72BFCEB8-5B72-11AE-5F54-1CAD52C923C7}"/>
              </a:ext>
            </a:extLst>
          </p:cNvPr>
          <p:cNvSpPr>
            <a:spLocks noGrp="1" noChangeArrowheads="1"/>
          </p:cNvSpPr>
          <p:nvPr>
            <p:ph type="title" idx="4294967295"/>
          </p:nvPr>
        </p:nvSpPr>
        <p:spPr>
          <a:xfrm>
            <a:off x="0" y="273050"/>
            <a:ext cx="7469188" cy="641350"/>
          </a:xfrm>
        </p:spPr>
        <p:txBody>
          <a:bodyPr rtlCol="0">
            <a:normAutofit fontScale="90000"/>
          </a:bodyPr>
          <a:lstStyle/>
          <a:p>
            <a:pPr defTabSz="457207" fontAlgn="auto">
              <a:spcAft>
                <a:spcPts val="0"/>
              </a:spcAft>
              <a:defRPr/>
            </a:pPr>
            <a:br>
              <a:rPr lang="en-GB" sz="4000" b="1">
                <a:effectLst>
                  <a:outerShdw blurRad="38100" dist="38100" dir="2700000" algn="tl">
                    <a:srgbClr val="000000"/>
                  </a:outerShdw>
                </a:effectLst>
              </a:rPr>
            </a:br>
            <a:r>
              <a:rPr lang="en-GB" sz="4000" b="1">
                <a:effectLst>
                  <a:outerShdw blurRad="38100" dist="38100" dir="2700000" algn="tl">
                    <a:srgbClr val="000000"/>
                  </a:outerShdw>
                </a:effectLst>
                <a:hlinkClick r:id="rId3"/>
              </a:rPr>
              <a:t> </a:t>
            </a:r>
            <a:r>
              <a:rPr lang="en-GB" sz="4000">
                <a:effectLst>
                  <a:outerShdw blurRad="38100" dist="38100" dir="2700000" algn="tl">
                    <a:srgbClr val="000000"/>
                  </a:outerShdw>
                </a:effectLst>
              </a:rPr>
              <a:t> </a:t>
            </a:r>
            <a:br>
              <a:rPr lang="en-GB" sz="4000">
                <a:effectLst>
                  <a:outerShdw blurRad="38100" dist="38100" dir="2700000" algn="tl">
                    <a:srgbClr val="000000"/>
                  </a:outerShdw>
                </a:effectLst>
              </a:rPr>
            </a:br>
            <a:endParaRPr lang="en-GB" sz="4000">
              <a:effectLst>
                <a:outerShdw blurRad="38100" dist="38100" dir="2700000" algn="tl">
                  <a:srgbClr val="000000"/>
                </a:outerShdw>
              </a:effectLst>
            </a:endParaRPr>
          </a:p>
        </p:txBody>
      </p:sp>
      <p:sp>
        <p:nvSpPr>
          <p:cNvPr id="53251" name="Rectangle 3">
            <a:extLst>
              <a:ext uri="{FF2B5EF4-FFF2-40B4-BE49-F238E27FC236}">
                <a16:creationId xmlns:a16="http://schemas.microsoft.com/office/drawing/2014/main" id="{E7650409-25E5-5954-F8D1-941B043A4D19}"/>
              </a:ext>
            </a:extLst>
          </p:cNvPr>
          <p:cNvSpPr>
            <a:spLocks noGrp="1" noChangeArrowheads="1"/>
          </p:cNvSpPr>
          <p:nvPr>
            <p:ph type="body" idx="4294967295"/>
          </p:nvPr>
        </p:nvSpPr>
        <p:spPr>
          <a:xfrm>
            <a:off x="0" y="1143000"/>
            <a:ext cx="8226425" cy="5715000"/>
          </a:xfrm>
        </p:spPr>
        <p:txBody>
          <a:bodyPr rtlCol="0">
            <a:normAutofit lnSpcReduction="10000"/>
          </a:bodyPr>
          <a:lstStyle/>
          <a:p>
            <a:pPr marL="0" indent="0" defTabSz="457207" fontAlgn="auto">
              <a:lnSpc>
                <a:spcPct val="80000"/>
              </a:lnSpc>
              <a:spcAft>
                <a:spcPts val="0"/>
              </a:spcAft>
              <a:buClr>
                <a:schemeClr val="bg2">
                  <a:lumMod val="40000"/>
                  <a:lumOff val="60000"/>
                </a:schemeClr>
              </a:buClr>
              <a:buFont typeface="Wingdings" panose="05000000000000000000" pitchFamily="2" charset="2"/>
              <a:buNone/>
              <a:defRPr/>
            </a:pPr>
            <a:r>
              <a:rPr lang="en-GB" sz="1800" dirty="0">
                <a:effectLst>
                  <a:outerShdw blurRad="38100" dist="38100" dir="2700000" algn="tl">
                    <a:srgbClr val="000000"/>
                  </a:outerShdw>
                </a:effectLst>
              </a:rPr>
              <a:t>We, the members of the IEEE, in recognition of the importance of </a:t>
            </a:r>
            <a:r>
              <a:rPr lang="en-GB" sz="1800" b="1" dirty="0">
                <a:solidFill>
                  <a:srgbClr val="0000FF"/>
                </a:solidFill>
                <a:effectLst>
                  <a:outerShdw blurRad="38100" dist="38100" dir="2700000" algn="tl">
                    <a:srgbClr val="000000"/>
                  </a:outerShdw>
                </a:effectLst>
              </a:rPr>
              <a:t>our technologies in affecting the quality of life </a:t>
            </a:r>
            <a:r>
              <a:rPr lang="en-GB" sz="1800" dirty="0">
                <a:effectLst>
                  <a:outerShdw blurRad="38100" dist="38100" dir="2700000" algn="tl">
                    <a:srgbClr val="000000"/>
                  </a:outerShdw>
                </a:effectLst>
              </a:rPr>
              <a:t>throughout the world, and in accepting a </a:t>
            </a:r>
            <a:r>
              <a:rPr lang="en-GB" sz="1800" b="1" dirty="0">
                <a:solidFill>
                  <a:srgbClr val="0000FF"/>
                </a:solidFill>
                <a:effectLst>
                  <a:outerShdw blurRad="38100" dist="38100" dir="2700000" algn="tl">
                    <a:srgbClr val="000000"/>
                  </a:outerShdw>
                </a:effectLst>
              </a:rPr>
              <a:t>personal obligation </a:t>
            </a:r>
            <a:r>
              <a:rPr lang="en-GB" sz="1800" dirty="0">
                <a:effectLst>
                  <a:outerShdw blurRad="38100" dist="38100" dir="2700000" algn="tl">
                    <a:srgbClr val="000000"/>
                  </a:outerShdw>
                </a:effectLst>
              </a:rPr>
              <a:t>to our profession, its members and the </a:t>
            </a:r>
            <a:r>
              <a:rPr lang="en-GB" sz="1800" b="1" dirty="0">
                <a:solidFill>
                  <a:srgbClr val="0000FF"/>
                </a:solidFill>
                <a:effectLst>
                  <a:outerShdw blurRad="38100" dist="38100" dir="2700000" algn="tl">
                    <a:srgbClr val="000000"/>
                  </a:outerShdw>
                </a:effectLst>
              </a:rPr>
              <a:t>communities we serve</a:t>
            </a:r>
            <a:r>
              <a:rPr lang="en-GB" sz="1800" dirty="0">
                <a:effectLst>
                  <a:outerShdw blurRad="38100" dist="38100" dir="2700000" algn="tl">
                    <a:srgbClr val="000000"/>
                  </a:outerShdw>
                </a:effectLst>
              </a:rPr>
              <a:t>, do hereby commit ourselves to the highest ethical and professional conduct and agree: </a:t>
            </a:r>
          </a:p>
          <a:p>
            <a:pPr marL="342906" indent="-342906" defTabSz="457207" fontAlgn="auto">
              <a:lnSpc>
                <a:spcPct val="80000"/>
              </a:lnSpc>
              <a:spcAft>
                <a:spcPts val="0"/>
              </a:spcAft>
              <a:buClr>
                <a:schemeClr val="bg2">
                  <a:lumMod val="40000"/>
                  <a:lumOff val="60000"/>
                </a:schemeClr>
              </a:buClr>
              <a:buFont typeface="Wingdings" panose="05000000000000000000" pitchFamily="2" charset="2"/>
              <a:buNone/>
              <a:defRPr/>
            </a:pPr>
            <a:endParaRPr lang="en-GB" sz="1800" dirty="0">
              <a:effectLst>
                <a:outerShdw blurRad="38100" dist="38100" dir="2700000" algn="tl">
                  <a:srgbClr val="000000"/>
                </a:outerShdw>
              </a:effectLst>
            </a:endParaRPr>
          </a:p>
          <a:p>
            <a:pPr marL="342906" indent="-342906" defTabSz="457207" fontAlgn="auto">
              <a:lnSpc>
                <a:spcPct val="80000"/>
              </a:lnSpc>
              <a:spcAft>
                <a:spcPts val="0"/>
              </a:spcAft>
              <a:buClr>
                <a:schemeClr val="bg2">
                  <a:lumMod val="40000"/>
                  <a:lumOff val="60000"/>
                </a:schemeClr>
              </a:buClr>
              <a:buFont typeface="Wingdings 3" charset="2"/>
              <a:buChar char=""/>
              <a:defRPr/>
            </a:pPr>
            <a:r>
              <a:rPr lang="en-GB" sz="1800" dirty="0">
                <a:effectLst>
                  <a:outerShdw blurRad="38100" dist="38100" dir="2700000" algn="tl">
                    <a:srgbClr val="000000"/>
                  </a:outerShdw>
                </a:effectLst>
              </a:rPr>
              <a:t>to </a:t>
            </a:r>
            <a:r>
              <a:rPr lang="en-GB" sz="1800" b="1" dirty="0">
                <a:solidFill>
                  <a:srgbClr val="0000FF"/>
                </a:solidFill>
                <a:effectLst>
                  <a:outerShdw blurRad="38100" dist="38100" dir="2700000" algn="tl">
                    <a:srgbClr val="000000"/>
                  </a:outerShdw>
                </a:effectLst>
              </a:rPr>
              <a:t>accept responsibility</a:t>
            </a:r>
            <a:r>
              <a:rPr lang="en-GB" sz="1800" dirty="0">
                <a:solidFill>
                  <a:srgbClr val="0000FF"/>
                </a:solidFill>
                <a:effectLst>
                  <a:outerShdw blurRad="38100" dist="38100" dir="2700000" algn="tl">
                    <a:srgbClr val="000000"/>
                  </a:outerShdw>
                </a:effectLst>
              </a:rPr>
              <a:t> </a:t>
            </a:r>
            <a:r>
              <a:rPr lang="en-GB" sz="1800" dirty="0">
                <a:effectLst>
                  <a:outerShdw blurRad="38100" dist="38100" dir="2700000" algn="tl">
                    <a:srgbClr val="000000"/>
                  </a:outerShdw>
                </a:effectLst>
              </a:rPr>
              <a:t>in making decisions consistent with the safety, health and welfare of the public, and to disclose promptly factors that might endanger the public or the environment; </a:t>
            </a:r>
            <a:br>
              <a:rPr lang="en-GB" sz="1800" dirty="0">
                <a:effectLst>
                  <a:outerShdw blurRad="38100" dist="38100" dir="2700000" algn="tl">
                    <a:srgbClr val="000000"/>
                  </a:outerShdw>
                </a:effectLst>
              </a:rPr>
            </a:br>
            <a:br>
              <a:rPr lang="en-GB" sz="1800" dirty="0">
                <a:effectLst>
                  <a:outerShdw blurRad="38100" dist="38100" dir="2700000" algn="tl">
                    <a:srgbClr val="000000"/>
                  </a:outerShdw>
                </a:effectLst>
              </a:rPr>
            </a:br>
            <a:endParaRPr lang="en-GB" sz="1800" dirty="0">
              <a:effectLst>
                <a:outerShdw blurRad="38100" dist="38100" dir="2700000" algn="tl">
                  <a:srgbClr val="000000"/>
                </a:outerShdw>
              </a:effectLst>
            </a:endParaRPr>
          </a:p>
          <a:p>
            <a:pPr marL="342906" indent="-342906" defTabSz="457207" fontAlgn="auto">
              <a:lnSpc>
                <a:spcPct val="80000"/>
              </a:lnSpc>
              <a:spcAft>
                <a:spcPts val="0"/>
              </a:spcAft>
              <a:buClr>
                <a:schemeClr val="bg2">
                  <a:lumMod val="40000"/>
                  <a:lumOff val="60000"/>
                </a:schemeClr>
              </a:buClr>
              <a:buFont typeface="Wingdings 3" charset="2"/>
              <a:buChar char=""/>
              <a:defRPr/>
            </a:pPr>
            <a:r>
              <a:rPr lang="en-GB" sz="1800" dirty="0">
                <a:effectLst>
                  <a:outerShdw blurRad="38100" dist="38100" dir="2700000" algn="tl">
                    <a:srgbClr val="000000"/>
                  </a:outerShdw>
                </a:effectLst>
              </a:rPr>
              <a:t>to avoid real or perceived </a:t>
            </a:r>
            <a:r>
              <a:rPr lang="en-GB" sz="1800" b="1" dirty="0">
                <a:solidFill>
                  <a:srgbClr val="0000FF"/>
                </a:solidFill>
                <a:effectLst>
                  <a:outerShdw blurRad="38100" dist="38100" dir="2700000" algn="tl">
                    <a:srgbClr val="000000"/>
                  </a:outerShdw>
                </a:effectLst>
              </a:rPr>
              <a:t>conflicts of interest </a:t>
            </a:r>
            <a:r>
              <a:rPr lang="en-GB" sz="1800" dirty="0">
                <a:effectLst>
                  <a:outerShdw blurRad="38100" dist="38100" dir="2700000" algn="tl">
                    <a:srgbClr val="000000"/>
                  </a:outerShdw>
                </a:effectLst>
              </a:rPr>
              <a:t>whenever possible, and to disclose them to affected parties when they do exist; </a:t>
            </a:r>
            <a:br>
              <a:rPr lang="en-GB" sz="1800" dirty="0">
                <a:effectLst>
                  <a:outerShdw blurRad="38100" dist="38100" dir="2700000" algn="tl">
                    <a:srgbClr val="000000"/>
                  </a:outerShdw>
                </a:effectLst>
              </a:rPr>
            </a:br>
            <a:br>
              <a:rPr lang="en-GB" sz="1800" dirty="0">
                <a:effectLst>
                  <a:outerShdw blurRad="38100" dist="38100" dir="2700000" algn="tl">
                    <a:srgbClr val="000000"/>
                  </a:outerShdw>
                </a:effectLst>
              </a:rPr>
            </a:br>
            <a:endParaRPr lang="en-GB" sz="1800" dirty="0">
              <a:effectLst>
                <a:outerShdw blurRad="38100" dist="38100" dir="2700000" algn="tl">
                  <a:srgbClr val="000000"/>
                </a:outerShdw>
              </a:effectLst>
            </a:endParaRPr>
          </a:p>
          <a:p>
            <a:pPr marL="342906" indent="-342906" defTabSz="457207" fontAlgn="auto">
              <a:lnSpc>
                <a:spcPct val="80000"/>
              </a:lnSpc>
              <a:spcAft>
                <a:spcPts val="0"/>
              </a:spcAft>
              <a:buClr>
                <a:schemeClr val="bg2">
                  <a:lumMod val="40000"/>
                  <a:lumOff val="60000"/>
                </a:schemeClr>
              </a:buClr>
              <a:buFont typeface="Wingdings 3" charset="2"/>
              <a:buChar char=""/>
              <a:defRPr/>
            </a:pPr>
            <a:r>
              <a:rPr lang="en-GB" sz="1800" dirty="0">
                <a:effectLst>
                  <a:outerShdw blurRad="38100" dist="38100" dir="2700000" algn="tl">
                    <a:srgbClr val="000000"/>
                  </a:outerShdw>
                </a:effectLst>
              </a:rPr>
              <a:t>to be </a:t>
            </a:r>
            <a:r>
              <a:rPr lang="en-GB" sz="1800" b="1" dirty="0">
                <a:solidFill>
                  <a:srgbClr val="0000FF"/>
                </a:solidFill>
                <a:effectLst>
                  <a:outerShdw blurRad="38100" dist="38100" dir="2700000" algn="tl">
                    <a:srgbClr val="000000"/>
                  </a:outerShdw>
                </a:effectLst>
              </a:rPr>
              <a:t>honest</a:t>
            </a:r>
            <a:r>
              <a:rPr lang="en-GB" sz="1800" dirty="0">
                <a:solidFill>
                  <a:srgbClr val="0000FF"/>
                </a:solidFill>
                <a:effectLst>
                  <a:outerShdw blurRad="38100" dist="38100" dir="2700000" algn="tl">
                    <a:srgbClr val="000000"/>
                  </a:outerShdw>
                </a:effectLst>
              </a:rPr>
              <a:t> </a:t>
            </a:r>
            <a:r>
              <a:rPr lang="en-GB" sz="1800" dirty="0">
                <a:effectLst>
                  <a:outerShdw blurRad="38100" dist="38100" dir="2700000" algn="tl">
                    <a:srgbClr val="000000"/>
                  </a:outerShdw>
                </a:effectLst>
              </a:rPr>
              <a:t>and realistic in stating claims or estimates based on available data; </a:t>
            </a:r>
            <a:br>
              <a:rPr lang="en-GB" sz="1800" dirty="0">
                <a:effectLst>
                  <a:outerShdw blurRad="38100" dist="38100" dir="2700000" algn="tl">
                    <a:srgbClr val="000000"/>
                  </a:outerShdw>
                </a:effectLst>
              </a:rPr>
            </a:br>
            <a:endParaRPr lang="en-GB" sz="1800" dirty="0">
              <a:effectLst>
                <a:outerShdw blurRad="38100" dist="38100" dir="2700000" algn="tl">
                  <a:srgbClr val="000000"/>
                </a:outerShdw>
              </a:effectLst>
            </a:endParaRPr>
          </a:p>
          <a:p>
            <a:pPr marL="342906" indent="-342906" defTabSz="457207" fontAlgn="auto">
              <a:lnSpc>
                <a:spcPct val="80000"/>
              </a:lnSpc>
              <a:spcAft>
                <a:spcPts val="0"/>
              </a:spcAft>
              <a:buClr>
                <a:schemeClr val="bg2">
                  <a:lumMod val="40000"/>
                  <a:lumOff val="60000"/>
                </a:schemeClr>
              </a:buClr>
              <a:buFont typeface="Wingdings 3" charset="2"/>
              <a:buChar char=""/>
              <a:defRPr/>
            </a:pPr>
            <a:r>
              <a:rPr lang="en-GB" sz="1800" dirty="0">
                <a:effectLst>
                  <a:outerShdw blurRad="38100" dist="38100" dir="2700000" algn="tl">
                    <a:srgbClr val="000000"/>
                  </a:outerShdw>
                </a:effectLst>
              </a:rPr>
              <a:t>to </a:t>
            </a:r>
            <a:r>
              <a:rPr lang="en-GB" sz="1800" b="1" dirty="0">
                <a:solidFill>
                  <a:srgbClr val="0000FF"/>
                </a:solidFill>
                <a:effectLst>
                  <a:outerShdw blurRad="38100" dist="38100" dir="2700000" algn="tl">
                    <a:srgbClr val="000000"/>
                  </a:outerShdw>
                </a:effectLst>
              </a:rPr>
              <a:t>reject bribery </a:t>
            </a:r>
            <a:r>
              <a:rPr lang="en-GB" sz="1800" dirty="0">
                <a:effectLst>
                  <a:outerShdw blurRad="38100" dist="38100" dir="2700000" algn="tl">
                    <a:srgbClr val="000000"/>
                  </a:outerShdw>
                </a:effectLst>
              </a:rPr>
              <a:t>in all its forms; </a:t>
            </a:r>
            <a:br>
              <a:rPr lang="en-GB" sz="1800" dirty="0">
                <a:effectLst>
                  <a:outerShdw blurRad="38100" dist="38100" dir="2700000" algn="tl">
                    <a:srgbClr val="000000"/>
                  </a:outerShdw>
                </a:effectLst>
              </a:rPr>
            </a:br>
            <a:br>
              <a:rPr lang="en-GB" sz="1800" dirty="0">
                <a:effectLst>
                  <a:outerShdw blurRad="38100" dist="38100" dir="2700000" algn="tl">
                    <a:srgbClr val="000000"/>
                  </a:outerShdw>
                </a:effectLst>
              </a:rPr>
            </a:br>
            <a:endParaRPr lang="en-GB" sz="1800" dirty="0">
              <a:effectLst>
                <a:outerShdw blurRad="38100" dist="38100" dir="2700000" algn="tl">
                  <a:srgbClr val="000000"/>
                </a:outerShdw>
              </a:effectLst>
            </a:endParaRPr>
          </a:p>
          <a:p>
            <a:pPr marL="342906" indent="-342906" defTabSz="457207" fontAlgn="auto">
              <a:lnSpc>
                <a:spcPct val="80000"/>
              </a:lnSpc>
              <a:spcAft>
                <a:spcPts val="0"/>
              </a:spcAft>
              <a:buClr>
                <a:schemeClr val="bg2">
                  <a:lumMod val="40000"/>
                  <a:lumOff val="60000"/>
                </a:schemeClr>
              </a:buClr>
              <a:buFont typeface="Wingdings 3" charset="2"/>
              <a:buChar char=""/>
              <a:defRPr/>
            </a:pPr>
            <a:r>
              <a:rPr lang="en-GB" sz="1800" dirty="0">
                <a:effectLst>
                  <a:outerShdw blurRad="38100" dist="38100" dir="2700000" algn="tl">
                    <a:srgbClr val="000000"/>
                  </a:outerShdw>
                </a:effectLst>
              </a:rPr>
              <a:t>to improve the </a:t>
            </a:r>
            <a:r>
              <a:rPr lang="en-GB" sz="1800" b="1" dirty="0">
                <a:solidFill>
                  <a:srgbClr val="0000FF"/>
                </a:solidFill>
                <a:effectLst>
                  <a:outerShdw blurRad="38100" dist="38100" dir="2700000" algn="tl">
                    <a:srgbClr val="000000"/>
                  </a:outerShdw>
                </a:effectLst>
              </a:rPr>
              <a:t>understanding of technology</a:t>
            </a:r>
            <a:r>
              <a:rPr lang="en-GB" sz="1800" dirty="0">
                <a:effectLst>
                  <a:outerShdw blurRad="38100" dist="38100" dir="2700000" algn="tl">
                    <a:srgbClr val="000000"/>
                  </a:outerShdw>
                </a:effectLst>
              </a:rPr>
              <a:t>, its appropriate application, and potential consequences; </a:t>
            </a:r>
            <a:br>
              <a:rPr lang="en-GB" sz="1800" dirty="0">
                <a:effectLst>
                  <a:outerShdw blurRad="38100" dist="38100" dir="2700000" algn="tl">
                    <a:srgbClr val="000000"/>
                  </a:outerShdw>
                </a:effectLst>
              </a:rPr>
            </a:br>
            <a:br>
              <a:rPr lang="en-GB" sz="1800" dirty="0">
                <a:effectLst>
                  <a:outerShdw blurRad="38100" dist="38100" dir="2700000" algn="tl">
                    <a:srgbClr val="000000"/>
                  </a:outerShdw>
                </a:effectLst>
              </a:rPr>
            </a:br>
            <a:endParaRPr lang="en-GB" sz="1800" dirty="0">
              <a:effectLst>
                <a:outerShdw blurRad="38100" dist="38100" dir="2700000" algn="tl">
                  <a:srgbClr val="000000"/>
                </a:outerShdw>
              </a:effectLst>
            </a:endParaRPr>
          </a:p>
        </p:txBody>
      </p:sp>
      <p:sp>
        <p:nvSpPr>
          <p:cNvPr id="53252" name="Rectangle 4">
            <a:extLst>
              <a:ext uri="{FF2B5EF4-FFF2-40B4-BE49-F238E27FC236}">
                <a16:creationId xmlns:a16="http://schemas.microsoft.com/office/drawing/2014/main" id="{D9234ADF-081A-CC73-FDFD-5B05C1BCBA01}"/>
              </a:ext>
            </a:extLst>
          </p:cNvPr>
          <p:cNvSpPr>
            <a:spLocks noChangeArrowheads="1"/>
          </p:cNvSpPr>
          <p:nvPr/>
        </p:nvSpPr>
        <p:spPr bwMode="auto">
          <a:xfrm>
            <a:off x="1729241" y="273050"/>
            <a:ext cx="6172200" cy="579438"/>
          </a:xfrm>
          <a:prstGeom prst="rect">
            <a:avLst/>
          </a:prstGeom>
          <a:noFill/>
          <a:ln w="9525">
            <a:noFill/>
            <a:miter lim="800000"/>
            <a:headEnd/>
            <a:tailEnd/>
          </a:ln>
          <a:effectLst/>
        </p:spPr>
        <p:txBody>
          <a:bodyPr>
            <a:spAutoFit/>
          </a:bodyPr>
          <a:lstStyle/>
          <a:p>
            <a:pPr algn="ctr">
              <a:defRPr/>
            </a:pPr>
            <a:r>
              <a:rPr lang="en-GB" sz="3200" b="1">
                <a:solidFill>
                  <a:schemeClr val="tx2"/>
                </a:solidFill>
                <a:effectLst>
                  <a:outerShdw blurRad="38100" dist="38100" dir="2700000" algn="tl">
                    <a:srgbClr val="000000"/>
                  </a:outerShdw>
                </a:effectLst>
                <a:latin typeface="Arial" charset="0"/>
              </a:rPr>
              <a:t>IEEE Code of Ethics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3">
            <a:extLst>
              <a:ext uri="{FF2B5EF4-FFF2-40B4-BE49-F238E27FC236}">
                <a16:creationId xmlns:a16="http://schemas.microsoft.com/office/drawing/2014/main" id="{999FFA23-5E1A-7998-072E-AC621C1EEF5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515C995C-DBD2-41D1-AFE5-3526C1990DB9}" type="slidenum">
              <a:rPr lang="en-US" altLang="en-US" sz="2800">
                <a:latin typeface="Arial" panose="020B0604020202020204" pitchFamily="34" charset="0"/>
              </a:rPr>
              <a:pPr>
                <a:spcBef>
                  <a:spcPct val="0"/>
                </a:spcBef>
                <a:buClrTx/>
                <a:buSzTx/>
                <a:buFontTx/>
                <a:buNone/>
              </a:pPr>
              <a:t>18</a:t>
            </a:fld>
            <a:endParaRPr lang="en-US" altLang="en-US" sz="2800">
              <a:latin typeface="Arial" panose="020B0604020202020204" pitchFamily="34" charset="0"/>
            </a:endParaRPr>
          </a:p>
        </p:txBody>
      </p:sp>
      <p:sp>
        <p:nvSpPr>
          <p:cNvPr id="54274" name="Rectangle 2">
            <a:extLst>
              <a:ext uri="{FF2B5EF4-FFF2-40B4-BE49-F238E27FC236}">
                <a16:creationId xmlns:a16="http://schemas.microsoft.com/office/drawing/2014/main" id="{9ECF7D27-F240-7625-9526-E998F373C76C}"/>
              </a:ext>
            </a:extLst>
          </p:cNvPr>
          <p:cNvSpPr>
            <a:spLocks noGrp="1" noChangeArrowheads="1"/>
          </p:cNvSpPr>
          <p:nvPr>
            <p:ph type="title" idx="4294967295"/>
          </p:nvPr>
        </p:nvSpPr>
        <p:spPr>
          <a:xfrm>
            <a:off x="0" y="273050"/>
            <a:ext cx="8226425" cy="717550"/>
          </a:xfrm>
        </p:spPr>
        <p:txBody>
          <a:bodyPr rtlCol="0">
            <a:normAutofit fontScale="90000"/>
          </a:bodyPr>
          <a:lstStyle/>
          <a:p>
            <a:pPr defTabSz="457207" fontAlgn="auto">
              <a:spcAft>
                <a:spcPts val="0"/>
              </a:spcAft>
              <a:defRPr/>
            </a:pPr>
            <a:r>
              <a:rPr lang="en-GB" sz="4000" b="1">
                <a:effectLst>
                  <a:outerShdw blurRad="38100" dist="38100" dir="2700000" algn="tl">
                    <a:srgbClr val="000000"/>
                  </a:outerShdw>
                </a:effectLst>
              </a:rPr>
              <a:t>IEEE Code of Ethics</a:t>
            </a:r>
            <a:br>
              <a:rPr lang="en-GB" sz="4000" b="1">
                <a:effectLst>
                  <a:outerShdw blurRad="38100" dist="38100" dir="2700000" algn="tl">
                    <a:srgbClr val="000000"/>
                  </a:outerShdw>
                </a:effectLst>
              </a:rPr>
            </a:br>
            <a:endParaRPr lang="en-GB" sz="4000" b="1">
              <a:effectLst>
                <a:outerShdw blurRad="38100" dist="38100" dir="2700000" algn="tl">
                  <a:srgbClr val="000000"/>
                </a:outerShdw>
              </a:effectLst>
            </a:endParaRPr>
          </a:p>
        </p:txBody>
      </p:sp>
      <p:sp>
        <p:nvSpPr>
          <p:cNvPr id="54275" name="Rectangle 3">
            <a:extLst>
              <a:ext uri="{FF2B5EF4-FFF2-40B4-BE49-F238E27FC236}">
                <a16:creationId xmlns:a16="http://schemas.microsoft.com/office/drawing/2014/main" id="{E5C59748-5EC9-DAB7-66C7-AB13D72BFF95}"/>
              </a:ext>
            </a:extLst>
          </p:cNvPr>
          <p:cNvSpPr>
            <a:spLocks noGrp="1" noChangeArrowheads="1"/>
          </p:cNvSpPr>
          <p:nvPr>
            <p:ph type="body" idx="4294967295"/>
          </p:nvPr>
        </p:nvSpPr>
        <p:spPr>
          <a:xfrm>
            <a:off x="0" y="1066800"/>
            <a:ext cx="8226425" cy="5943600"/>
          </a:xfrm>
        </p:spPr>
        <p:txBody>
          <a:bodyPr rtlCol="0">
            <a:normAutofit/>
          </a:bodyPr>
          <a:lstStyle/>
          <a:p>
            <a:pPr marL="342906" indent="-342906" defTabSz="457207" fontAlgn="auto">
              <a:lnSpc>
                <a:spcPct val="80000"/>
              </a:lnSpc>
              <a:spcAft>
                <a:spcPts val="0"/>
              </a:spcAft>
              <a:buClr>
                <a:schemeClr val="bg2">
                  <a:lumMod val="40000"/>
                  <a:lumOff val="60000"/>
                </a:schemeClr>
              </a:buClr>
              <a:buFont typeface="Wingdings 3" charset="2"/>
              <a:buChar char=""/>
              <a:defRPr/>
            </a:pPr>
            <a:r>
              <a:rPr lang="en-GB" dirty="0">
                <a:effectLst>
                  <a:outerShdw blurRad="38100" dist="38100" dir="2700000" algn="tl">
                    <a:srgbClr val="000000"/>
                  </a:outerShdw>
                </a:effectLst>
              </a:rPr>
              <a:t>to maintain and improve our </a:t>
            </a:r>
            <a:r>
              <a:rPr lang="en-GB" b="1" dirty="0">
                <a:solidFill>
                  <a:srgbClr val="0000FF"/>
                </a:solidFill>
                <a:effectLst>
                  <a:outerShdw blurRad="38100" dist="38100" dir="2700000" algn="tl">
                    <a:srgbClr val="000000"/>
                  </a:outerShdw>
                </a:effectLst>
              </a:rPr>
              <a:t>technical competence </a:t>
            </a:r>
            <a:r>
              <a:rPr lang="en-GB" dirty="0">
                <a:effectLst>
                  <a:outerShdw blurRad="38100" dist="38100" dir="2700000" algn="tl">
                    <a:srgbClr val="000000"/>
                  </a:outerShdw>
                </a:effectLst>
              </a:rPr>
              <a:t>and to undertake technological tasks for others only if qualified by training or experience, or after full disclosure of pertinent limitations; </a:t>
            </a:r>
            <a:br>
              <a:rPr lang="en-GB" dirty="0">
                <a:effectLst>
                  <a:outerShdw blurRad="38100" dist="38100" dir="2700000" algn="tl">
                    <a:srgbClr val="000000"/>
                  </a:outerShdw>
                </a:effectLst>
              </a:rPr>
            </a:br>
            <a:br>
              <a:rPr lang="en-GB" dirty="0">
                <a:effectLst>
                  <a:outerShdw blurRad="38100" dist="38100" dir="2700000" algn="tl">
                    <a:srgbClr val="000000"/>
                  </a:outerShdw>
                </a:effectLst>
              </a:rPr>
            </a:br>
            <a:endParaRPr lang="en-GB" dirty="0">
              <a:effectLst>
                <a:outerShdw blurRad="38100" dist="38100" dir="2700000" algn="tl">
                  <a:srgbClr val="000000"/>
                </a:outerShdw>
              </a:effectLst>
            </a:endParaRPr>
          </a:p>
          <a:p>
            <a:pPr marL="342906" indent="-342906" defTabSz="457207" fontAlgn="auto">
              <a:lnSpc>
                <a:spcPct val="80000"/>
              </a:lnSpc>
              <a:spcAft>
                <a:spcPts val="0"/>
              </a:spcAft>
              <a:buClr>
                <a:schemeClr val="bg2">
                  <a:lumMod val="40000"/>
                  <a:lumOff val="60000"/>
                </a:schemeClr>
              </a:buClr>
              <a:buFont typeface="Wingdings 3" charset="2"/>
              <a:buChar char=""/>
              <a:defRPr/>
            </a:pPr>
            <a:r>
              <a:rPr lang="en-GB" dirty="0">
                <a:effectLst>
                  <a:outerShdw blurRad="38100" dist="38100" dir="2700000" algn="tl">
                    <a:srgbClr val="000000"/>
                  </a:outerShdw>
                </a:effectLst>
              </a:rPr>
              <a:t>to seek, accept, and offer </a:t>
            </a:r>
            <a:r>
              <a:rPr lang="en-GB" b="1" dirty="0">
                <a:solidFill>
                  <a:srgbClr val="0000FF"/>
                </a:solidFill>
                <a:effectLst>
                  <a:outerShdw blurRad="38100" dist="38100" dir="2700000" algn="tl">
                    <a:srgbClr val="000000"/>
                  </a:outerShdw>
                </a:effectLst>
              </a:rPr>
              <a:t>honest criticism </a:t>
            </a:r>
            <a:r>
              <a:rPr lang="en-GB" dirty="0">
                <a:effectLst>
                  <a:outerShdw blurRad="38100" dist="38100" dir="2700000" algn="tl">
                    <a:srgbClr val="000000"/>
                  </a:outerShdw>
                </a:effectLst>
              </a:rPr>
              <a:t>of technical work, to acknowledge and correct errors, and to credit properly the contributions of others; </a:t>
            </a:r>
            <a:br>
              <a:rPr lang="en-GB" dirty="0">
                <a:effectLst>
                  <a:outerShdw blurRad="38100" dist="38100" dir="2700000" algn="tl">
                    <a:srgbClr val="000000"/>
                  </a:outerShdw>
                </a:effectLst>
              </a:rPr>
            </a:br>
            <a:br>
              <a:rPr lang="en-GB" dirty="0">
                <a:effectLst>
                  <a:outerShdw blurRad="38100" dist="38100" dir="2700000" algn="tl">
                    <a:srgbClr val="000000"/>
                  </a:outerShdw>
                </a:effectLst>
              </a:rPr>
            </a:br>
            <a:endParaRPr lang="en-GB" dirty="0">
              <a:effectLst>
                <a:outerShdw blurRad="38100" dist="38100" dir="2700000" algn="tl">
                  <a:srgbClr val="000000"/>
                </a:outerShdw>
              </a:effectLst>
            </a:endParaRPr>
          </a:p>
          <a:p>
            <a:pPr marL="342906" indent="-342906" defTabSz="457207" fontAlgn="auto">
              <a:lnSpc>
                <a:spcPct val="80000"/>
              </a:lnSpc>
              <a:spcAft>
                <a:spcPts val="0"/>
              </a:spcAft>
              <a:buClr>
                <a:schemeClr val="bg2">
                  <a:lumMod val="40000"/>
                  <a:lumOff val="60000"/>
                </a:schemeClr>
              </a:buClr>
              <a:buFont typeface="Wingdings 3" charset="2"/>
              <a:buChar char=""/>
              <a:defRPr/>
            </a:pPr>
            <a:r>
              <a:rPr lang="en-GB" dirty="0">
                <a:effectLst>
                  <a:outerShdw blurRad="38100" dist="38100" dir="2700000" algn="tl">
                    <a:srgbClr val="000000"/>
                  </a:outerShdw>
                </a:effectLst>
              </a:rPr>
              <a:t>to </a:t>
            </a:r>
            <a:r>
              <a:rPr lang="en-GB" b="1" dirty="0">
                <a:solidFill>
                  <a:srgbClr val="0000FF"/>
                </a:solidFill>
                <a:effectLst>
                  <a:outerShdw blurRad="38100" dist="38100" dir="2700000" algn="tl">
                    <a:srgbClr val="000000"/>
                  </a:outerShdw>
                </a:effectLst>
              </a:rPr>
              <a:t>treat fairly </a:t>
            </a:r>
            <a:r>
              <a:rPr lang="en-GB" dirty="0">
                <a:effectLst>
                  <a:outerShdw blurRad="38100" dist="38100" dir="2700000" algn="tl">
                    <a:srgbClr val="000000"/>
                  </a:outerShdw>
                </a:effectLst>
              </a:rPr>
              <a:t>all persons regardless of such factors as race, religion, gender, disability, age, or national origin; </a:t>
            </a:r>
            <a:br>
              <a:rPr lang="en-GB" dirty="0">
                <a:effectLst>
                  <a:outerShdw blurRad="38100" dist="38100" dir="2700000" algn="tl">
                    <a:srgbClr val="000000"/>
                  </a:outerShdw>
                </a:effectLst>
              </a:rPr>
            </a:br>
            <a:br>
              <a:rPr lang="en-GB" dirty="0">
                <a:effectLst>
                  <a:outerShdw blurRad="38100" dist="38100" dir="2700000" algn="tl">
                    <a:srgbClr val="000000"/>
                  </a:outerShdw>
                </a:effectLst>
              </a:rPr>
            </a:br>
            <a:endParaRPr lang="en-GB" dirty="0">
              <a:effectLst>
                <a:outerShdw blurRad="38100" dist="38100" dir="2700000" algn="tl">
                  <a:srgbClr val="000000"/>
                </a:outerShdw>
              </a:effectLst>
            </a:endParaRPr>
          </a:p>
          <a:p>
            <a:pPr marL="342906" indent="-342906" defTabSz="457207" fontAlgn="auto">
              <a:lnSpc>
                <a:spcPct val="80000"/>
              </a:lnSpc>
              <a:spcAft>
                <a:spcPts val="0"/>
              </a:spcAft>
              <a:buClr>
                <a:schemeClr val="bg2">
                  <a:lumMod val="40000"/>
                  <a:lumOff val="60000"/>
                </a:schemeClr>
              </a:buClr>
              <a:buFont typeface="Wingdings 3" charset="2"/>
              <a:buChar char=""/>
              <a:defRPr/>
            </a:pPr>
            <a:r>
              <a:rPr lang="en-GB" dirty="0">
                <a:effectLst>
                  <a:outerShdw blurRad="38100" dist="38100" dir="2700000" algn="tl">
                    <a:srgbClr val="000000"/>
                  </a:outerShdw>
                </a:effectLst>
              </a:rPr>
              <a:t>to avoid injuring others, their property, reputation, or employment by </a:t>
            </a:r>
            <a:r>
              <a:rPr lang="en-GB" b="1" dirty="0">
                <a:solidFill>
                  <a:srgbClr val="0000FF"/>
                </a:solidFill>
                <a:effectLst>
                  <a:outerShdw blurRad="38100" dist="38100" dir="2700000" algn="tl">
                    <a:srgbClr val="000000"/>
                  </a:outerShdw>
                </a:effectLst>
              </a:rPr>
              <a:t>false or malicious action</a:t>
            </a:r>
            <a:r>
              <a:rPr lang="en-GB" dirty="0">
                <a:solidFill>
                  <a:srgbClr val="0000FF"/>
                </a:solidFill>
                <a:effectLst>
                  <a:outerShdw blurRad="38100" dist="38100" dir="2700000" algn="tl">
                    <a:srgbClr val="000000"/>
                  </a:outerShdw>
                </a:effectLst>
              </a:rPr>
              <a:t>; </a:t>
            </a:r>
            <a:br>
              <a:rPr lang="en-GB" dirty="0">
                <a:solidFill>
                  <a:srgbClr val="0000FF"/>
                </a:solidFill>
                <a:effectLst>
                  <a:outerShdw blurRad="38100" dist="38100" dir="2700000" algn="tl">
                    <a:srgbClr val="000000"/>
                  </a:outerShdw>
                </a:effectLst>
              </a:rPr>
            </a:br>
            <a:br>
              <a:rPr lang="en-GB" dirty="0">
                <a:solidFill>
                  <a:srgbClr val="0000FF"/>
                </a:solidFill>
                <a:effectLst>
                  <a:outerShdw blurRad="38100" dist="38100" dir="2700000" algn="tl">
                    <a:srgbClr val="000000"/>
                  </a:outerShdw>
                </a:effectLst>
              </a:rPr>
            </a:br>
            <a:endParaRPr lang="en-GB" dirty="0">
              <a:solidFill>
                <a:srgbClr val="0000FF"/>
              </a:solidFill>
              <a:effectLst>
                <a:outerShdw blurRad="38100" dist="38100" dir="2700000" algn="tl">
                  <a:srgbClr val="000000"/>
                </a:outerShdw>
              </a:effectLst>
            </a:endParaRPr>
          </a:p>
          <a:p>
            <a:pPr marL="342906" indent="-342906" defTabSz="457207" fontAlgn="auto">
              <a:lnSpc>
                <a:spcPct val="80000"/>
              </a:lnSpc>
              <a:spcAft>
                <a:spcPts val="0"/>
              </a:spcAft>
              <a:buClr>
                <a:schemeClr val="bg2">
                  <a:lumMod val="40000"/>
                  <a:lumOff val="60000"/>
                </a:schemeClr>
              </a:buClr>
              <a:buFont typeface="Wingdings 3" charset="2"/>
              <a:buChar char=""/>
              <a:defRPr/>
            </a:pPr>
            <a:r>
              <a:rPr lang="en-GB" dirty="0">
                <a:effectLst>
                  <a:outerShdw blurRad="38100" dist="38100" dir="2700000" algn="tl">
                    <a:srgbClr val="000000"/>
                  </a:outerShdw>
                </a:effectLst>
              </a:rPr>
              <a:t>to assist colleagues and co-workers in </a:t>
            </a:r>
            <a:r>
              <a:rPr lang="en-GB" dirty="0">
                <a:solidFill>
                  <a:srgbClr val="0000FF"/>
                </a:solidFill>
                <a:effectLst>
                  <a:outerShdw blurRad="38100" dist="38100" dir="2700000" algn="tl">
                    <a:srgbClr val="000000"/>
                  </a:outerShdw>
                </a:effectLst>
              </a:rPr>
              <a:t>their </a:t>
            </a:r>
            <a:r>
              <a:rPr lang="en-GB" b="1" dirty="0">
                <a:solidFill>
                  <a:srgbClr val="0000FF"/>
                </a:solidFill>
                <a:effectLst>
                  <a:outerShdw blurRad="38100" dist="38100" dir="2700000" algn="tl">
                    <a:srgbClr val="000000"/>
                  </a:outerShdw>
                </a:effectLst>
              </a:rPr>
              <a:t>professional development </a:t>
            </a:r>
            <a:r>
              <a:rPr lang="en-GB" dirty="0">
                <a:effectLst>
                  <a:outerShdw blurRad="38100" dist="38100" dir="2700000" algn="tl">
                    <a:srgbClr val="000000"/>
                  </a:outerShdw>
                </a:effectLst>
              </a:rPr>
              <a:t>and to support them in following this code of ethics. </a:t>
            </a:r>
          </a:p>
          <a:p>
            <a:pPr marL="342906" indent="-342906" defTabSz="457207" fontAlgn="auto">
              <a:lnSpc>
                <a:spcPct val="80000"/>
              </a:lnSpc>
              <a:spcAft>
                <a:spcPts val="0"/>
              </a:spcAft>
              <a:buClr>
                <a:schemeClr val="bg2">
                  <a:lumMod val="40000"/>
                  <a:lumOff val="60000"/>
                </a:schemeClr>
              </a:buClr>
              <a:buFont typeface="Wingdings 3" charset="2"/>
              <a:buChar char=""/>
              <a:defRPr/>
            </a:pPr>
            <a:endParaRPr lang="en-GB" dirty="0">
              <a:effectLst>
                <a:outerShdw blurRad="38100" dist="38100" dir="2700000" algn="tl">
                  <a:srgbClr val="000000"/>
                </a:outerShdw>
              </a:effectLst>
            </a:endParaRPr>
          </a:p>
          <a:p>
            <a:pPr marL="342906" indent="-342906" defTabSz="457207" fontAlgn="auto">
              <a:lnSpc>
                <a:spcPct val="80000"/>
              </a:lnSpc>
              <a:spcAft>
                <a:spcPts val="0"/>
              </a:spcAft>
              <a:buClr>
                <a:schemeClr val="bg2">
                  <a:lumMod val="40000"/>
                  <a:lumOff val="60000"/>
                </a:schemeClr>
              </a:buClr>
              <a:buFont typeface="Wingdings 3" charset="2"/>
              <a:buChar char=""/>
              <a:defRPr/>
            </a:pPr>
            <a:endParaRPr lang="en-GB" sz="1400" dirty="0">
              <a:effectLst>
                <a:outerShdw blurRad="38100" dist="38100" dir="2700000" algn="tl">
                  <a:srgbClr val="000000"/>
                </a:outerShdw>
              </a:effectLst>
            </a:endParaRPr>
          </a:p>
          <a:p>
            <a:pPr marL="342906" indent="-342906" defTabSz="457207" fontAlgn="auto">
              <a:lnSpc>
                <a:spcPct val="80000"/>
              </a:lnSpc>
              <a:spcAft>
                <a:spcPts val="0"/>
              </a:spcAft>
              <a:buClr>
                <a:schemeClr val="bg2">
                  <a:lumMod val="40000"/>
                  <a:lumOff val="60000"/>
                </a:schemeClr>
              </a:buClr>
              <a:buFont typeface="Wingdings 3" charset="2"/>
              <a:buChar char=""/>
              <a:defRPr/>
            </a:pPr>
            <a:endParaRPr lang="en-GB" sz="1400" dirty="0">
              <a:effectLst>
                <a:outerShdw blurRad="38100" dist="38100" dir="2700000" algn="tl">
                  <a:srgbClr val="000000"/>
                </a:outerShdw>
              </a:effectL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010EE646-412C-8612-B42D-A685EEC4541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FBBAD0FD-4A07-4267-BA4E-8D54864099F6}" type="slidenum">
              <a:rPr lang="en-US" altLang="en-US" sz="2800">
                <a:latin typeface="Arial" panose="020B0604020202020204" pitchFamily="34" charset="0"/>
              </a:rPr>
              <a:pPr>
                <a:spcBef>
                  <a:spcPct val="0"/>
                </a:spcBef>
                <a:buClrTx/>
                <a:buSzTx/>
                <a:buFontTx/>
                <a:buNone/>
              </a:pPr>
              <a:t>19</a:t>
            </a:fld>
            <a:endParaRPr lang="en-US" altLang="en-US" sz="2800">
              <a:latin typeface="Arial" panose="020B0604020202020204" pitchFamily="34" charset="0"/>
            </a:endParaRPr>
          </a:p>
        </p:txBody>
      </p:sp>
      <p:sp>
        <p:nvSpPr>
          <p:cNvPr id="55298" name="Rectangle 2">
            <a:extLst>
              <a:ext uri="{FF2B5EF4-FFF2-40B4-BE49-F238E27FC236}">
                <a16:creationId xmlns:a16="http://schemas.microsoft.com/office/drawing/2014/main" id="{1E8BDD52-9AA6-1CA8-D99F-E8CBE7E444CC}"/>
              </a:ext>
            </a:extLst>
          </p:cNvPr>
          <p:cNvSpPr>
            <a:spLocks noGrp="1" noChangeArrowheads="1"/>
          </p:cNvSpPr>
          <p:nvPr>
            <p:ph type="title" idx="4294967295"/>
          </p:nvPr>
        </p:nvSpPr>
        <p:spPr>
          <a:xfrm>
            <a:off x="0" y="273050"/>
            <a:ext cx="8682038" cy="1022350"/>
          </a:xfrm>
        </p:spPr>
        <p:txBody>
          <a:bodyPr rtlCol="0">
            <a:noAutofit/>
          </a:bodyPr>
          <a:lstStyle/>
          <a:p>
            <a:pPr defTabSz="457207" fontAlgn="auto">
              <a:spcAft>
                <a:spcPts val="0"/>
              </a:spcAft>
              <a:defRPr/>
            </a:pPr>
            <a:r>
              <a:rPr lang="en-GB" sz="4000" dirty="0">
                <a:effectLst>
                  <a:outerShdw blurRad="38100" dist="38100" dir="2700000" algn="tl">
                    <a:srgbClr val="000000"/>
                  </a:outerShdw>
                </a:effectLst>
              </a:rPr>
              <a:t>American Society of Civil Engineers</a:t>
            </a:r>
          </a:p>
        </p:txBody>
      </p:sp>
      <p:sp>
        <p:nvSpPr>
          <p:cNvPr id="55299" name="Rectangle 3">
            <a:extLst>
              <a:ext uri="{FF2B5EF4-FFF2-40B4-BE49-F238E27FC236}">
                <a16:creationId xmlns:a16="http://schemas.microsoft.com/office/drawing/2014/main" id="{21A05273-812E-00E4-72A8-7385BE2382D4}"/>
              </a:ext>
            </a:extLst>
          </p:cNvPr>
          <p:cNvSpPr>
            <a:spLocks noGrp="1" noChangeArrowheads="1"/>
          </p:cNvSpPr>
          <p:nvPr>
            <p:ph type="body" idx="4294967295"/>
          </p:nvPr>
        </p:nvSpPr>
        <p:spPr>
          <a:xfrm>
            <a:off x="0" y="1752600"/>
            <a:ext cx="8226425" cy="4497388"/>
          </a:xfrm>
        </p:spPr>
        <p:txBody>
          <a:bodyPr rtlCol="0">
            <a:normAutofit lnSpcReduction="10000"/>
          </a:bodyPr>
          <a:lstStyle/>
          <a:p>
            <a:pPr marL="342906" indent="-342906" defTabSz="457207" fontAlgn="auto">
              <a:lnSpc>
                <a:spcPct val="90000"/>
              </a:lnSpc>
              <a:spcAft>
                <a:spcPts val="0"/>
              </a:spcAft>
              <a:buClr>
                <a:schemeClr val="bg2">
                  <a:lumMod val="40000"/>
                  <a:lumOff val="60000"/>
                </a:schemeClr>
              </a:buClr>
              <a:buFont typeface="Wingdings" panose="05000000000000000000" pitchFamily="2" charset="2"/>
              <a:buNone/>
              <a:defRPr/>
            </a:pPr>
            <a:r>
              <a:rPr lang="en-GB" sz="2400" b="1" dirty="0">
                <a:effectLst>
                  <a:outerShdw blurRad="38100" dist="38100" dir="2700000" algn="tl">
                    <a:srgbClr val="000000"/>
                  </a:outerShdw>
                </a:effectLst>
              </a:rPr>
              <a:t>Fundamental Principles </a:t>
            </a:r>
          </a:p>
          <a:p>
            <a:pPr marL="342906" indent="-342906" defTabSz="457207" fontAlgn="auto">
              <a:lnSpc>
                <a:spcPct val="90000"/>
              </a:lnSpc>
              <a:spcAft>
                <a:spcPts val="0"/>
              </a:spcAft>
              <a:buClr>
                <a:schemeClr val="bg2">
                  <a:lumMod val="40000"/>
                  <a:lumOff val="60000"/>
                </a:schemeClr>
              </a:buClr>
              <a:buFont typeface="Wingdings" panose="05000000000000000000" pitchFamily="2" charset="2"/>
              <a:buNone/>
              <a:defRPr/>
            </a:pPr>
            <a:r>
              <a:rPr lang="en-GB" sz="2400" dirty="0">
                <a:effectLst>
                  <a:outerShdw blurRad="38100" dist="38100" dir="2700000" algn="tl">
                    <a:srgbClr val="000000"/>
                  </a:outerShdw>
                </a:effectLst>
              </a:rPr>
              <a:t>Engineers uphold and advance the integrity, honour and dignity of the engineering profession by: </a:t>
            </a:r>
          </a:p>
          <a:p>
            <a:pPr marL="342906" indent="-342906" defTabSz="457207" fontAlgn="auto">
              <a:lnSpc>
                <a:spcPct val="90000"/>
              </a:lnSpc>
              <a:spcAft>
                <a:spcPts val="0"/>
              </a:spcAft>
              <a:buClr>
                <a:schemeClr val="bg2">
                  <a:lumMod val="40000"/>
                  <a:lumOff val="60000"/>
                </a:schemeClr>
              </a:buClr>
              <a:buFont typeface="Wingdings" panose="05000000000000000000" pitchFamily="2" charset="2"/>
              <a:buNone/>
              <a:defRPr/>
            </a:pPr>
            <a:endParaRPr lang="en-GB" sz="2400" dirty="0">
              <a:effectLst>
                <a:outerShdw blurRad="38100" dist="38100" dir="2700000" algn="tl">
                  <a:srgbClr val="000000"/>
                </a:outerShdw>
              </a:effectLst>
            </a:endParaRPr>
          </a:p>
          <a:p>
            <a:pPr marL="342906" indent="-342906" defTabSz="457207" fontAlgn="auto">
              <a:lnSpc>
                <a:spcPct val="90000"/>
              </a:lnSpc>
              <a:spcAft>
                <a:spcPts val="0"/>
              </a:spcAft>
              <a:buClr>
                <a:schemeClr val="bg2">
                  <a:lumMod val="40000"/>
                  <a:lumOff val="60000"/>
                </a:schemeClr>
              </a:buClr>
              <a:buFont typeface="Wingdings 3" charset="2"/>
              <a:buChar char=""/>
              <a:defRPr/>
            </a:pPr>
            <a:r>
              <a:rPr lang="en-GB" sz="2400" dirty="0">
                <a:effectLst>
                  <a:outerShdw blurRad="38100" dist="38100" dir="2700000" algn="tl">
                    <a:srgbClr val="000000"/>
                  </a:outerShdw>
                </a:effectLst>
              </a:rPr>
              <a:t>using their knowledge and skill for the </a:t>
            </a:r>
            <a:r>
              <a:rPr lang="en-GB" sz="2400" b="1" dirty="0">
                <a:solidFill>
                  <a:schemeClr val="accent3"/>
                </a:solidFill>
                <a:effectLst>
                  <a:outerShdw blurRad="38100" dist="38100" dir="2700000" algn="tl">
                    <a:srgbClr val="000000"/>
                  </a:outerShdw>
                </a:effectLst>
              </a:rPr>
              <a:t>enhancement of human welfare;</a:t>
            </a:r>
            <a:r>
              <a:rPr lang="en-GB" sz="2400" dirty="0">
                <a:solidFill>
                  <a:schemeClr val="accent3"/>
                </a:solidFill>
                <a:effectLst>
                  <a:outerShdw blurRad="38100" dist="38100" dir="2700000" algn="tl">
                    <a:srgbClr val="000000"/>
                  </a:outerShdw>
                </a:effectLst>
              </a:rPr>
              <a:t> </a:t>
            </a:r>
          </a:p>
          <a:p>
            <a:pPr marL="342906" indent="-342906" defTabSz="457207" fontAlgn="auto">
              <a:lnSpc>
                <a:spcPct val="90000"/>
              </a:lnSpc>
              <a:spcAft>
                <a:spcPts val="0"/>
              </a:spcAft>
              <a:buClr>
                <a:schemeClr val="bg2">
                  <a:lumMod val="40000"/>
                  <a:lumOff val="60000"/>
                </a:schemeClr>
              </a:buClr>
              <a:buFont typeface="Wingdings 3" charset="2"/>
              <a:buChar char=""/>
              <a:defRPr/>
            </a:pPr>
            <a:r>
              <a:rPr lang="en-GB" sz="2400" b="1" dirty="0">
                <a:solidFill>
                  <a:schemeClr val="accent3"/>
                </a:solidFill>
                <a:effectLst>
                  <a:outerShdw blurRad="38100" dist="38100" dir="2700000" algn="tl">
                    <a:srgbClr val="000000"/>
                  </a:outerShdw>
                </a:effectLst>
              </a:rPr>
              <a:t>being honest and impartial </a:t>
            </a:r>
            <a:r>
              <a:rPr lang="en-GB" sz="2400" dirty="0">
                <a:effectLst>
                  <a:outerShdw blurRad="38100" dist="38100" dir="2700000" algn="tl">
                    <a:srgbClr val="000000"/>
                  </a:outerShdw>
                </a:effectLst>
              </a:rPr>
              <a:t>and </a:t>
            </a:r>
            <a:r>
              <a:rPr lang="en-GB" sz="2400" b="1" dirty="0">
                <a:solidFill>
                  <a:schemeClr val="accent3"/>
                </a:solidFill>
                <a:effectLst>
                  <a:outerShdw blurRad="38100" dist="38100" dir="2700000" algn="tl">
                    <a:srgbClr val="000000"/>
                  </a:outerShdw>
                </a:effectLst>
              </a:rPr>
              <a:t>serving with fidelity </a:t>
            </a:r>
            <a:r>
              <a:rPr lang="en-GB" sz="2400" dirty="0">
                <a:effectLst>
                  <a:outerShdw blurRad="38100" dist="38100" dir="2700000" algn="tl">
                    <a:srgbClr val="000000"/>
                  </a:outerShdw>
                </a:effectLst>
              </a:rPr>
              <a:t>the public, their employers and clients; </a:t>
            </a:r>
          </a:p>
          <a:p>
            <a:pPr marL="342906" indent="-342906" defTabSz="457207" fontAlgn="auto">
              <a:lnSpc>
                <a:spcPct val="90000"/>
              </a:lnSpc>
              <a:spcAft>
                <a:spcPts val="0"/>
              </a:spcAft>
              <a:buClr>
                <a:schemeClr val="bg2">
                  <a:lumMod val="40000"/>
                  <a:lumOff val="60000"/>
                </a:schemeClr>
              </a:buClr>
              <a:buFont typeface="Wingdings 3" charset="2"/>
              <a:buChar char=""/>
              <a:defRPr/>
            </a:pPr>
            <a:r>
              <a:rPr lang="en-GB" sz="2400" dirty="0">
                <a:effectLst>
                  <a:outerShdw blurRad="38100" dist="38100" dir="2700000" algn="tl">
                    <a:srgbClr val="000000"/>
                  </a:outerShdw>
                </a:effectLst>
              </a:rPr>
              <a:t>striving to </a:t>
            </a:r>
            <a:r>
              <a:rPr lang="en-GB" sz="2400" b="1" dirty="0">
                <a:solidFill>
                  <a:schemeClr val="accent3"/>
                </a:solidFill>
                <a:effectLst>
                  <a:outerShdw blurRad="38100" dist="38100" dir="2700000" algn="tl">
                    <a:srgbClr val="000000"/>
                  </a:outerShdw>
                </a:effectLst>
              </a:rPr>
              <a:t>increase the competence </a:t>
            </a:r>
            <a:r>
              <a:rPr lang="en-GB" sz="2400" dirty="0">
                <a:effectLst>
                  <a:outerShdw blurRad="38100" dist="38100" dir="2700000" algn="tl">
                    <a:srgbClr val="000000"/>
                  </a:outerShdw>
                </a:effectLst>
              </a:rPr>
              <a:t>and prestige of the engineering profession; and </a:t>
            </a:r>
          </a:p>
          <a:p>
            <a:pPr marL="342906" indent="-342906" defTabSz="457207" fontAlgn="auto">
              <a:lnSpc>
                <a:spcPct val="90000"/>
              </a:lnSpc>
              <a:spcAft>
                <a:spcPts val="0"/>
              </a:spcAft>
              <a:buClr>
                <a:schemeClr val="bg2">
                  <a:lumMod val="40000"/>
                  <a:lumOff val="60000"/>
                </a:schemeClr>
              </a:buClr>
              <a:buFont typeface="Wingdings 3" charset="2"/>
              <a:buChar char=""/>
              <a:defRPr/>
            </a:pPr>
            <a:r>
              <a:rPr lang="en-GB" sz="2400" b="1" dirty="0">
                <a:solidFill>
                  <a:schemeClr val="accent3"/>
                </a:solidFill>
                <a:effectLst>
                  <a:outerShdw blurRad="38100" dist="38100" dir="2700000" algn="tl">
                    <a:srgbClr val="000000"/>
                  </a:outerShdw>
                </a:effectLst>
              </a:rPr>
              <a:t>supporting</a:t>
            </a:r>
            <a:r>
              <a:rPr lang="en-GB" sz="2400" dirty="0">
                <a:solidFill>
                  <a:schemeClr val="accent3"/>
                </a:solidFill>
                <a:effectLst>
                  <a:outerShdw blurRad="38100" dist="38100" dir="2700000" algn="tl">
                    <a:srgbClr val="000000"/>
                  </a:outerShdw>
                </a:effectLst>
              </a:rPr>
              <a:t> </a:t>
            </a:r>
            <a:r>
              <a:rPr lang="en-GB" sz="2400" dirty="0">
                <a:effectLst>
                  <a:outerShdw blurRad="38100" dist="38100" dir="2700000" algn="tl">
                    <a:srgbClr val="000000"/>
                  </a:outerShdw>
                </a:effectLst>
              </a:rPr>
              <a:t>the professional and technical societies of their disciplines. </a:t>
            </a:r>
          </a:p>
          <a:p>
            <a:pPr marL="342906" indent="-342906" defTabSz="457207" fontAlgn="auto">
              <a:lnSpc>
                <a:spcPct val="90000"/>
              </a:lnSpc>
              <a:spcAft>
                <a:spcPts val="0"/>
              </a:spcAft>
              <a:buClr>
                <a:schemeClr val="bg2">
                  <a:lumMod val="40000"/>
                  <a:lumOff val="60000"/>
                </a:schemeClr>
              </a:buClr>
              <a:buFont typeface="Wingdings 3" charset="2"/>
              <a:buChar char=""/>
              <a:defRPr/>
            </a:pPr>
            <a:endParaRPr lang="en-GB" sz="2400" dirty="0">
              <a:effectLst>
                <a:outerShdw blurRad="38100" dist="38100" dir="2700000" algn="tl">
                  <a:srgbClr val="000000"/>
                </a:outerShdw>
              </a:effectL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a:extLst>
              <a:ext uri="{FF2B5EF4-FFF2-40B4-BE49-F238E27FC236}">
                <a16:creationId xmlns:a16="http://schemas.microsoft.com/office/drawing/2014/main" id="{00A3261A-01C1-8BDC-4F31-74BF83E8CF4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A4B9CA70-D9F8-4FDB-8338-65F080E3903F}" type="slidenum">
              <a:rPr lang="en-US" altLang="en-US" sz="2800">
                <a:latin typeface="Arial" panose="020B0604020202020204" pitchFamily="34" charset="0"/>
              </a:rPr>
              <a:pPr>
                <a:spcBef>
                  <a:spcPct val="0"/>
                </a:spcBef>
                <a:buClrTx/>
                <a:buSzTx/>
                <a:buFontTx/>
                <a:buNone/>
              </a:pPr>
              <a:t>20</a:t>
            </a:fld>
            <a:endParaRPr lang="en-US" altLang="en-US" sz="2800">
              <a:latin typeface="Arial" panose="020B0604020202020204" pitchFamily="34" charset="0"/>
            </a:endParaRPr>
          </a:p>
        </p:txBody>
      </p:sp>
      <p:sp>
        <p:nvSpPr>
          <p:cNvPr id="56322" name="Rectangle 2">
            <a:extLst>
              <a:ext uri="{FF2B5EF4-FFF2-40B4-BE49-F238E27FC236}">
                <a16:creationId xmlns:a16="http://schemas.microsoft.com/office/drawing/2014/main" id="{C5254A57-DC24-553F-FE6A-DF6B0DC4849D}"/>
              </a:ext>
            </a:extLst>
          </p:cNvPr>
          <p:cNvSpPr>
            <a:spLocks noGrp="1" noChangeArrowheads="1"/>
          </p:cNvSpPr>
          <p:nvPr>
            <p:ph type="title" idx="4294967295"/>
          </p:nvPr>
        </p:nvSpPr>
        <p:spPr>
          <a:xfrm>
            <a:off x="690563" y="152400"/>
            <a:ext cx="8453437" cy="762000"/>
          </a:xfrm>
        </p:spPr>
        <p:txBody>
          <a:bodyPr rtlCol="0">
            <a:noAutofit/>
          </a:bodyPr>
          <a:lstStyle/>
          <a:p>
            <a:pPr defTabSz="457207" fontAlgn="auto">
              <a:spcAft>
                <a:spcPts val="0"/>
              </a:spcAft>
              <a:defRPr/>
            </a:pPr>
            <a:r>
              <a:rPr lang="en-GB" sz="3600" dirty="0">
                <a:effectLst>
                  <a:outerShdw blurRad="38100" dist="38100" dir="2700000" algn="tl">
                    <a:srgbClr val="000000"/>
                  </a:outerShdw>
                </a:effectLst>
              </a:rPr>
              <a:t>American Society of Civil Engineers</a:t>
            </a:r>
          </a:p>
        </p:txBody>
      </p:sp>
      <p:sp>
        <p:nvSpPr>
          <p:cNvPr id="56323" name="Rectangle 3">
            <a:extLst>
              <a:ext uri="{FF2B5EF4-FFF2-40B4-BE49-F238E27FC236}">
                <a16:creationId xmlns:a16="http://schemas.microsoft.com/office/drawing/2014/main" id="{63AAAAFE-D676-D4F7-E16B-521B173DEBED}"/>
              </a:ext>
            </a:extLst>
          </p:cNvPr>
          <p:cNvSpPr>
            <a:spLocks noGrp="1" noChangeArrowheads="1"/>
          </p:cNvSpPr>
          <p:nvPr>
            <p:ph type="body" idx="4294967295"/>
          </p:nvPr>
        </p:nvSpPr>
        <p:spPr>
          <a:xfrm>
            <a:off x="0" y="914400"/>
            <a:ext cx="8226425" cy="5562600"/>
          </a:xfrm>
        </p:spPr>
        <p:txBody>
          <a:bodyPr rtlCol="0">
            <a:normAutofit/>
          </a:bodyPr>
          <a:lstStyle/>
          <a:p>
            <a:pPr marL="609600" indent="-609600" defTabSz="457207" fontAlgn="auto">
              <a:lnSpc>
                <a:spcPct val="80000"/>
              </a:lnSpc>
              <a:spcAft>
                <a:spcPts val="0"/>
              </a:spcAft>
              <a:buClr>
                <a:schemeClr val="bg2">
                  <a:lumMod val="40000"/>
                  <a:lumOff val="60000"/>
                </a:schemeClr>
              </a:buClr>
              <a:buFont typeface="Wingdings 3" charset="2"/>
              <a:buChar char=""/>
              <a:defRPr/>
            </a:pPr>
            <a:r>
              <a:rPr lang="en-GB" b="1" dirty="0">
                <a:solidFill>
                  <a:srgbClr val="FFC000"/>
                </a:solidFill>
                <a:effectLst>
                  <a:outerShdw blurRad="38100" dist="38100" dir="2700000" algn="tl">
                    <a:srgbClr val="000000"/>
                  </a:outerShdw>
                </a:effectLst>
              </a:rPr>
              <a:t>Fundamental Canons</a:t>
            </a:r>
          </a:p>
          <a:p>
            <a:pPr marL="609600" indent="-609600" defTabSz="457207" fontAlgn="auto">
              <a:lnSpc>
                <a:spcPct val="80000"/>
              </a:lnSpc>
              <a:spcAft>
                <a:spcPts val="0"/>
              </a:spcAft>
              <a:buClr>
                <a:schemeClr val="bg2">
                  <a:lumMod val="40000"/>
                  <a:lumOff val="60000"/>
                </a:schemeClr>
              </a:buClr>
              <a:buFont typeface="Wingdings 3" charset="2"/>
              <a:buChar char=""/>
              <a:defRPr/>
            </a:pPr>
            <a:r>
              <a:rPr lang="en-GB" dirty="0">
                <a:effectLst>
                  <a:outerShdw blurRad="38100" dist="38100" dir="2700000" algn="tl">
                    <a:srgbClr val="000000"/>
                  </a:outerShdw>
                </a:effectLst>
              </a:rPr>
              <a:t>Engineers shall hold paramount the </a:t>
            </a:r>
            <a:r>
              <a:rPr lang="en-GB" dirty="0">
                <a:solidFill>
                  <a:srgbClr val="FFC000"/>
                </a:solidFill>
                <a:effectLst>
                  <a:outerShdw blurRad="38100" dist="38100" dir="2700000" algn="tl">
                    <a:srgbClr val="000000"/>
                  </a:outerShdw>
                </a:effectLst>
              </a:rPr>
              <a:t>safety, health and welfare of the public </a:t>
            </a:r>
            <a:r>
              <a:rPr lang="en-GB" dirty="0">
                <a:effectLst>
                  <a:outerShdw blurRad="38100" dist="38100" dir="2700000" algn="tl">
                    <a:srgbClr val="000000"/>
                  </a:outerShdw>
                </a:effectLst>
              </a:rPr>
              <a:t>in the performance of their professional duties. </a:t>
            </a:r>
          </a:p>
          <a:p>
            <a:pPr marL="609600" indent="-609600" defTabSz="457207" fontAlgn="auto">
              <a:lnSpc>
                <a:spcPct val="80000"/>
              </a:lnSpc>
              <a:spcAft>
                <a:spcPts val="0"/>
              </a:spcAft>
              <a:buClr>
                <a:schemeClr val="bg2">
                  <a:lumMod val="40000"/>
                  <a:lumOff val="60000"/>
                </a:schemeClr>
              </a:buClr>
              <a:buFont typeface="Wingdings 3" charset="2"/>
              <a:buChar char=""/>
              <a:defRPr/>
            </a:pPr>
            <a:r>
              <a:rPr lang="en-GB" dirty="0">
                <a:effectLst>
                  <a:outerShdw blurRad="38100" dist="38100" dir="2700000" algn="tl">
                    <a:srgbClr val="000000"/>
                  </a:outerShdw>
                </a:effectLst>
              </a:rPr>
              <a:t>Engineers shall perform services only </a:t>
            </a:r>
            <a:r>
              <a:rPr lang="en-GB" b="1" dirty="0">
                <a:solidFill>
                  <a:srgbClr val="FFC000"/>
                </a:solidFill>
                <a:effectLst>
                  <a:outerShdw blurRad="38100" dist="38100" dir="2700000" algn="tl">
                    <a:srgbClr val="000000"/>
                  </a:outerShdw>
                </a:effectLst>
              </a:rPr>
              <a:t>in areas of their competence</a:t>
            </a:r>
            <a:r>
              <a:rPr lang="en-GB" b="1" dirty="0">
                <a:effectLst>
                  <a:outerShdw blurRad="38100" dist="38100" dir="2700000" algn="tl">
                    <a:srgbClr val="000000"/>
                  </a:outerShdw>
                </a:effectLst>
              </a:rPr>
              <a:t>. </a:t>
            </a:r>
          </a:p>
          <a:p>
            <a:pPr marL="609600" indent="-609600" defTabSz="457207" fontAlgn="auto">
              <a:lnSpc>
                <a:spcPct val="80000"/>
              </a:lnSpc>
              <a:spcAft>
                <a:spcPts val="0"/>
              </a:spcAft>
              <a:buClr>
                <a:schemeClr val="bg2">
                  <a:lumMod val="40000"/>
                  <a:lumOff val="60000"/>
                </a:schemeClr>
              </a:buClr>
              <a:buFont typeface="Wingdings 3" charset="2"/>
              <a:buChar char=""/>
              <a:defRPr/>
            </a:pPr>
            <a:r>
              <a:rPr lang="en-GB" dirty="0">
                <a:effectLst>
                  <a:outerShdw blurRad="38100" dist="38100" dir="2700000" algn="tl">
                    <a:srgbClr val="000000"/>
                  </a:outerShdw>
                </a:effectLst>
              </a:rPr>
              <a:t>Engineers shall issue public statements only in a </a:t>
            </a:r>
            <a:r>
              <a:rPr lang="en-GB" dirty="0">
                <a:solidFill>
                  <a:srgbClr val="FFC000"/>
                </a:solidFill>
                <a:effectLst>
                  <a:outerShdw blurRad="38100" dist="38100" dir="2700000" algn="tl">
                    <a:srgbClr val="000000"/>
                  </a:outerShdw>
                </a:effectLst>
              </a:rPr>
              <a:t>subjective and truthful </a:t>
            </a:r>
            <a:r>
              <a:rPr lang="en-GB" dirty="0">
                <a:effectLst>
                  <a:outerShdw blurRad="38100" dist="38100" dir="2700000" algn="tl">
                    <a:srgbClr val="000000"/>
                  </a:outerShdw>
                </a:effectLst>
              </a:rPr>
              <a:t>manner. </a:t>
            </a:r>
          </a:p>
          <a:p>
            <a:pPr marL="609600" indent="-609600" defTabSz="457207" fontAlgn="auto">
              <a:lnSpc>
                <a:spcPct val="80000"/>
              </a:lnSpc>
              <a:spcAft>
                <a:spcPts val="0"/>
              </a:spcAft>
              <a:buClr>
                <a:schemeClr val="bg2">
                  <a:lumMod val="40000"/>
                  <a:lumOff val="60000"/>
                </a:schemeClr>
              </a:buClr>
              <a:buFont typeface="Wingdings 3" charset="2"/>
              <a:buChar char=""/>
              <a:defRPr/>
            </a:pPr>
            <a:r>
              <a:rPr lang="en-GB" dirty="0">
                <a:effectLst>
                  <a:outerShdw blurRad="38100" dist="38100" dir="2700000" algn="tl">
                    <a:srgbClr val="000000"/>
                  </a:outerShdw>
                </a:effectLst>
              </a:rPr>
              <a:t>Engineers shall act in professional matters for each employer or client as</a:t>
            </a:r>
            <a:r>
              <a:rPr lang="en-GB" dirty="0">
                <a:solidFill>
                  <a:srgbClr val="FFC000"/>
                </a:solidFill>
                <a:effectLst>
                  <a:outerShdw blurRad="38100" dist="38100" dir="2700000" algn="tl">
                    <a:srgbClr val="000000"/>
                  </a:outerShdw>
                </a:effectLst>
              </a:rPr>
              <a:t> faithful </a:t>
            </a:r>
            <a:r>
              <a:rPr lang="en-GB" dirty="0">
                <a:effectLst>
                  <a:outerShdw blurRad="38100" dist="38100" dir="2700000" algn="tl">
                    <a:srgbClr val="000000"/>
                  </a:outerShdw>
                </a:effectLst>
              </a:rPr>
              <a:t>agents or trustees, and shall </a:t>
            </a:r>
            <a:r>
              <a:rPr lang="en-GB" dirty="0">
                <a:solidFill>
                  <a:srgbClr val="FFC000"/>
                </a:solidFill>
                <a:effectLst>
                  <a:outerShdw blurRad="38100" dist="38100" dir="2700000" algn="tl">
                    <a:srgbClr val="000000"/>
                  </a:outerShdw>
                </a:effectLst>
              </a:rPr>
              <a:t>avoid conflicts of interest. </a:t>
            </a:r>
          </a:p>
          <a:p>
            <a:pPr marL="609600" indent="-609600" defTabSz="457207" fontAlgn="auto">
              <a:lnSpc>
                <a:spcPct val="80000"/>
              </a:lnSpc>
              <a:spcAft>
                <a:spcPts val="0"/>
              </a:spcAft>
              <a:buClr>
                <a:schemeClr val="bg2">
                  <a:lumMod val="40000"/>
                  <a:lumOff val="60000"/>
                </a:schemeClr>
              </a:buClr>
              <a:buFont typeface="Wingdings 3" charset="2"/>
              <a:buChar char=""/>
              <a:defRPr/>
            </a:pPr>
            <a:r>
              <a:rPr lang="en-GB" dirty="0">
                <a:effectLst>
                  <a:outerShdw blurRad="38100" dist="38100" dir="2700000" algn="tl">
                    <a:srgbClr val="000000"/>
                  </a:outerShdw>
                </a:effectLst>
              </a:rPr>
              <a:t>Engineers shall build their professional reputation on the </a:t>
            </a:r>
            <a:r>
              <a:rPr lang="en-GB" dirty="0">
                <a:solidFill>
                  <a:srgbClr val="FFC000"/>
                </a:solidFill>
                <a:effectLst>
                  <a:outerShdw blurRad="38100" dist="38100" dir="2700000" algn="tl">
                    <a:srgbClr val="000000"/>
                  </a:outerShdw>
                </a:effectLst>
              </a:rPr>
              <a:t>merit</a:t>
            </a:r>
            <a:r>
              <a:rPr lang="en-GB" dirty="0">
                <a:effectLst>
                  <a:outerShdw blurRad="38100" dist="38100" dir="2700000" algn="tl">
                    <a:srgbClr val="000000"/>
                  </a:outerShdw>
                </a:effectLst>
              </a:rPr>
              <a:t> of their services and shall not compete unfairly with others. </a:t>
            </a:r>
          </a:p>
          <a:p>
            <a:pPr marL="609600" indent="-609600" defTabSz="457207" fontAlgn="auto">
              <a:lnSpc>
                <a:spcPct val="80000"/>
              </a:lnSpc>
              <a:spcAft>
                <a:spcPts val="0"/>
              </a:spcAft>
              <a:buClr>
                <a:schemeClr val="bg2">
                  <a:lumMod val="40000"/>
                  <a:lumOff val="60000"/>
                </a:schemeClr>
              </a:buClr>
              <a:buFont typeface="Wingdings 3" charset="2"/>
              <a:buChar char=""/>
              <a:defRPr/>
            </a:pPr>
            <a:r>
              <a:rPr lang="en-GB" dirty="0">
                <a:effectLst>
                  <a:outerShdw blurRad="38100" dist="38100" dir="2700000" algn="tl">
                    <a:srgbClr val="000000"/>
                  </a:outerShdw>
                </a:effectLst>
              </a:rPr>
              <a:t>Engineers shall act in such a manner as to uphold and enhance the </a:t>
            </a:r>
            <a:r>
              <a:rPr lang="en-GB" dirty="0" err="1">
                <a:solidFill>
                  <a:srgbClr val="FFC000"/>
                </a:solidFill>
                <a:effectLst>
                  <a:outerShdw blurRad="38100" dist="38100" dir="2700000" algn="tl">
                    <a:srgbClr val="000000"/>
                  </a:outerShdw>
                </a:effectLst>
              </a:rPr>
              <a:t>honor</a:t>
            </a:r>
            <a:r>
              <a:rPr lang="en-GB" dirty="0">
                <a:solidFill>
                  <a:srgbClr val="FFC000"/>
                </a:solidFill>
                <a:effectLst>
                  <a:outerShdw blurRad="38100" dist="38100" dir="2700000" algn="tl">
                    <a:srgbClr val="000000"/>
                  </a:outerShdw>
                </a:effectLst>
              </a:rPr>
              <a:t>, integrity, and dignity </a:t>
            </a:r>
            <a:r>
              <a:rPr lang="en-GB" dirty="0">
                <a:effectLst>
                  <a:outerShdw blurRad="38100" dist="38100" dir="2700000" algn="tl">
                    <a:srgbClr val="000000"/>
                  </a:outerShdw>
                </a:effectLst>
              </a:rPr>
              <a:t>of the engineering profession. </a:t>
            </a:r>
          </a:p>
          <a:p>
            <a:pPr marL="609600" indent="-609600" defTabSz="457207" fontAlgn="auto">
              <a:lnSpc>
                <a:spcPct val="80000"/>
              </a:lnSpc>
              <a:spcAft>
                <a:spcPts val="0"/>
              </a:spcAft>
              <a:buClr>
                <a:schemeClr val="bg2">
                  <a:lumMod val="40000"/>
                  <a:lumOff val="60000"/>
                </a:schemeClr>
              </a:buClr>
              <a:buFont typeface="Wingdings 3" charset="2"/>
              <a:buChar char=""/>
              <a:defRPr/>
            </a:pPr>
            <a:r>
              <a:rPr lang="en-GB" dirty="0">
                <a:effectLst>
                  <a:outerShdw blurRad="38100" dist="38100" dir="2700000" algn="tl">
                    <a:srgbClr val="000000"/>
                  </a:outerShdw>
                </a:effectLst>
              </a:rPr>
              <a:t>Engineers shall </a:t>
            </a:r>
            <a:r>
              <a:rPr lang="en-GB" dirty="0">
                <a:solidFill>
                  <a:srgbClr val="FFC000"/>
                </a:solidFill>
                <a:effectLst>
                  <a:outerShdw blurRad="38100" dist="38100" dir="2700000" algn="tl">
                    <a:srgbClr val="000000"/>
                  </a:outerShdw>
                </a:effectLst>
              </a:rPr>
              <a:t>continue their professional development </a:t>
            </a:r>
            <a:r>
              <a:rPr lang="en-GB" dirty="0">
                <a:effectLst>
                  <a:outerShdw blurRad="38100" dist="38100" dir="2700000" algn="tl">
                    <a:srgbClr val="000000"/>
                  </a:outerShdw>
                </a:effectLst>
              </a:rPr>
              <a:t>throughout their careers, and shall provide opportunities for the professional development of those engineers under their supervision. </a:t>
            </a:r>
          </a:p>
          <a:p>
            <a:pPr marL="609600" indent="-609600" defTabSz="457207" fontAlgn="auto">
              <a:lnSpc>
                <a:spcPct val="80000"/>
              </a:lnSpc>
              <a:spcAft>
                <a:spcPts val="0"/>
              </a:spcAft>
              <a:buClr>
                <a:schemeClr val="bg2">
                  <a:lumMod val="40000"/>
                  <a:lumOff val="60000"/>
                </a:schemeClr>
              </a:buClr>
              <a:buFont typeface="Wingdings 3" charset="2"/>
              <a:buChar char=""/>
              <a:defRPr/>
            </a:pPr>
            <a:endParaRPr lang="en-GB" sz="1800" dirty="0">
              <a:effectLst>
                <a:outerShdw blurRad="38100" dist="38100" dir="2700000" algn="tl">
                  <a:srgbClr val="000000"/>
                </a:outerShdw>
              </a:effectL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3">
            <a:extLst>
              <a:ext uri="{FF2B5EF4-FFF2-40B4-BE49-F238E27FC236}">
                <a16:creationId xmlns:a16="http://schemas.microsoft.com/office/drawing/2014/main" id="{15B94A49-D200-E08D-1CA7-AF8D3C8A347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66BA0F98-E9FA-4ECF-9CF6-652511BC49E8}" type="slidenum">
              <a:rPr lang="en-US" altLang="en-US" sz="2800">
                <a:latin typeface="Arial" panose="020B0604020202020204" pitchFamily="34" charset="0"/>
              </a:rPr>
              <a:pPr>
                <a:spcBef>
                  <a:spcPct val="0"/>
                </a:spcBef>
                <a:buClrTx/>
                <a:buSzTx/>
                <a:buFontTx/>
                <a:buNone/>
              </a:pPr>
              <a:t>21</a:t>
            </a:fld>
            <a:endParaRPr lang="en-US" altLang="en-US" sz="2800">
              <a:latin typeface="Arial" panose="020B0604020202020204" pitchFamily="34" charset="0"/>
            </a:endParaRPr>
          </a:p>
        </p:txBody>
      </p:sp>
      <p:sp>
        <p:nvSpPr>
          <p:cNvPr id="10246" name="Rectangle 6">
            <a:extLst>
              <a:ext uri="{FF2B5EF4-FFF2-40B4-BE49-F238E27FC236}">
                <a16:creationId xmlns:a16="http://schemas.microsoft.com/office/drawing/2014/main" id="{5AF5284C-F809-49B1-C6E0-45DD64EA1A8D}"/>
              </a:ext>
            </a:extLst>
          </p:cNvPr>
          <p:cNvSpPr>
            <a:spLocks noGrp="1" noChangeArrowheads="1"/>
          </p:cNvSpPr>
          <p:nvPr>
            <p:ph type="title" idx="4294967295"/>
          </p:nvPr>
        </p:nvSpPr>
        <p:spPr>
          <a:xfrm>
            <a:off x="917575" y="0"/>
            <a:ext cx="8226425" cy="838200"/>
          </a:xfrm>
        </p:spPr>
        <p:txBody>
          <a:bodyPr rtlCol="0">
            <a:noAutofit/>
          </a:bodyPr>
          <a:lstStyle/>
          <a:p>
            <a:pPr defTabSz="457207" fontAlgn="auto">
              <a:spcAft>
                <a:spcPts val="0"/>
              </a:spcAft>
              <a:defRPr/>
            </a:pPr>
            <a:r>
              <a:rPr lang="en-US" sz="4000" dirty="0">
                <a:effectLst>
                  <a:outerShdw blurRad="38100" dist="38100" dir="2700000" algn="tl">
                    <a:srgbClr val="000000"/>
                  </a:outerShdw>
                </a:effectLst>
              </a:rPr>
              <a:t>IESL CODE OF ETHICS</a:t>
            </a:r>
          </a:p>
        </p:txBody>
      </p:sp>
      <p:sp>
        <p:nvSpPr>
          <p:cNvPr id="10247" name="Rectangle 7">
            <a:extLst>
              <a:ext uri="{FF2B5EF4-FFF2-40B4-BE49-F238E27FC236}">
                <a16:creationId xmlns:a16="http://schemas.microsoft.com/office/drawing/2014/main" id="{4CA238A9-9AC0-4FB7-4676-9B9F355FB902}"/>
              </a:ext>
            </a:extLst>
          </p:cNvPr>
          <p:cNvSpPr>
            <a:spLocks noGrp="1" noChangeArrowheads="1"/>
          </p:cNvSpPr>
          <p:nvPr>
            <p:ph type="body" idx="4294967295"/>
          </p:nvPr>
        </p:nvSpPr>
        <p:spPr>
          <a:xfrm>
            <a:off x="0" y="1066800"/>
            <a:ext cx="8382000" cy="5791200"/>
          </a:xfrm>
        </p:spPr>
        <p:txBody>
          <a:bodyPr rtlCol="0">
            <a:normAutofit/>
          </a:bodyPr>
          <a:lstStyle/>
          <a:p>
            <a:pPr marL="609600" indent="-609600" defTabSz="457207" fontAlgn="auto">
              <a:lnSpc>
                <a:spcPct val="90000"/>
              </a:lnSpc>
              <a:spcAft>
                <a:spcPts val="0"/>
              </a:spcAft>
              <a:buClr>
                <a:schemeClr val="bg2">
                  <a:lumMod val="40000"/>
                  <a:lumOff val="60000"/>
                </a:schemeClr>
              </a:buClr>
              <a:buFont typeface="Wingdings" panose="05000000000000000000" pitchFamily="2" charset="2"/>
              <a:buAutoNum type="arabicPeriod"/>
              <a:defRPr/>
            </a:pPr>
            <a:r>
              <a:rPr lang="en-US" sz="2800" dirty="0">
                <a:effectLst>
                  <a:outerShdw blurRad="38100" dist="38100" dir="2700000" algn="tl">
                    <a:srgbClr val="000000"/>
                  </a:outerShdw>
                </a:effectLst>
              </a:rPr>
              <a:t>Engineers shall hold paramount the safety, health and welfare of the public and proper utilization of funds in the performance of their professional duties.  It shall take precedence over their responsibility to the profession, to sectional or private interests, employers or to other engineers. </a:t>
            </a:r>
            <a:r>
              <a:rPr lang="en-US" sz="2800" dirty="0">
                <a:solidFill>
                  <a:srgbClr val="FF0000"/>
                </a:solidFill>
                <a:effectLst>
                  <a:outerShdw blurRad="38100" dist="38100" dir="2700000" algn="tl">
                    <a:srgbClr val="000000"/>
                  </a:outerShdw>
                </a:effectLst>
              </a:rPr>
              <a:t>[FEANI, ICE, ASCE, IEEE, EA]</a:t>
            </a:r>
          </a:p>
          <a:p>
            <a:pPr marL="609600" indent="-609600" defTabSz="457207" fontAlgn="auto">
              <a:lnSpc>
                <a:spcPct val="90000"/>
              </a:lnSpc>
              <a:spcAft>
                <a:spcPts val="0"/>
              </a:spcAft>
              <a:buClr>
                <a:schemeClr val="bg2">
                  <a:lumMod val="40000"/>
                  <a:lumOff val="60000"/>
                </a:schemeClr>
              </a:buClr>
              <a:buFont typeface="Wingdings" panose="05000000000000000000" pitchFamily="2" charset="2"/>
              <a:buAutoNum type="arabicPeriod"/>
              <a:defRPr/>
            </a:pPr>
            <a:endParaRPr lang="en-US" sz="2800" dirty="0">
              <a:solidFill>
                <a:srgbClr val="FF0000"/>
              </a:solidFill>
              <a:effectLst>
                <a:outerShdw blurRad="38100" dist="38100" dir="2700000" algn="tl">
                  <a:srgbClr val="000000"/>
                </a:outerShdw>
              </a:effectLst>
            </a:endParaRPr>
          </a:p>
          <a:p>
            <a:pPr marL="609600" indent="-609600" defTabSz="457207" fontAlgn="auto">
              <a:lnSpc>
                <a:spcPct val="90000"/>
              </a:lnSpc>
              <a:spcAft>
                <a:spcPts val="0"/>
              </a:spcAft>
              <a:buClr>
                <a:schemeClr val="bg2">
                  <a:lumMod val="40000"/>
                  <a:lumOff val="60000"/>
                </a:schemeClr>
              </a:buClr>
              <a:buFont typeface="Wingdings" panose="05000000000000000000" pitchFamily="2" charset="2"/>
              <a:buAutoNum type="arabicPeriod"/>
              <a:defRPr/>
            </a:pPr>
            <a:r>
              <a:rPr lang="en-US" sz="2800" dirty="0">
                <a:effectLst>
                  <a:outerShdw blurRad="38100" dist="38100" dir="2700000" algn="tl">
                    <a:srgbClr val="000000"/>
                  </a:outerShdw>
                </a:effectLst>
              </a:rPr>
              <a:t>Engineers shall always act in such a manner as to uphold and enhance the </a:t>
            </a:r>
            <a:r>
              <a:rPr lang="en-US" sz="2800" dirty="0" err="1">
                <a:effectLst>
                  <a:outerShdw blurRad="38100" dist="38100" dir="2700000" algn="tl">
                    <a:srgbClr val="000000"/>
                  </a:outerShdw>
                </a:effectLst>
              </a:rPr>
              <a:t>honour</a:t>
            </a:r>
            <a:r>
              <a:rPr lang="en-US" sz="2800" dirty="0">
                <a:effectLst>
                  <a:outerShdw blurRad="38100" dist="38100" dir="2700000" algn="tl">
                    <a:srgbClr val="000000"/>
                  </a:outerShdw>
                </a:effectLst>
              </a:rPr>
              <a:t>, integrity and dignity of the profession while safe-guarding public interest at all times.</a:t>
            </a:r>
            <a:r>
              <a:rPr lang="en-US" sz="2800" dirty="0">
                <a:solidFill>
                  <a:srgbClr val="FF0000"/>
                </a:solidFill>
                <a:effectLst>
                  <a:outerShdw blurRad="38100" dist="38100" dir="2700000" algn="tl">
                    <a:srgbClr val="000000"/>
                  </a:outerShdw>
                </a:effectLst>
              </a:rPr>
              <a:t> [ICE, ASCE, EA]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3">
            <a:extLst>
              <a:ext uri="{FF2B5EF4-FFF2-40B4-BE49-F238E27FC236}">
                <a16:creationId xmlns:a16="http://schemas.microsoft.com/office/drawing/2014/main" id="{9EBA6324-9346-827A-3DB6-B01144FB2E3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4DD84328-2814-4C70-AFDD-600D874DE729}" type="slidenum">
              <a:rPr lang="en-US" altLang="en-US" sz="2800">
                <a:latin typeface="Arial" panose="020B0604020202020204" pitchFamily="34" charset="0"/>
              </a:rPr>
              <a:pPr>
                <a:spcBef>
                  <a:spcPct val="0"/>
                </a:spcBef>
                <a:buClrTx/>
                <a:buSzTx/>
                <a:buFontTx/>
                <a:buNone/>
              </a:pPr>
              <a:t>22</a:t>
            </a:fld>
            <a:endParaRPr lang="en-US" altLang="en-US" sz="2800">
              <a:latin typeface="Arial" panose="020B0604020202020204" pitchFamily="34" charset="0"/>
            </a:endParaRPr>
          </a:p>
        </p:txBody>
      </p:sp>
      <p:sp>
        <p:nvSpPr>
          <p:cNvPr id="28674" name="Rectangle 2">
            <a:extLst>
              <a:ext uri="{FF2B5EF4-FFF2-40B4-BE49-F238E27FC236}">
                <a16:creationId xmlns:a16="http://schemas.microsoft.com/office/drawing/2014/main" id="{4C5DC8E4-D317-B4EF-4BD1-4ECB0B4DE4FE}"/>
              </a:ext>
            </a:extLst>
          </p:cNvPr>
          <p:cNvSpPr>
            <a:spLocks noGrp="1" noChangeArrowheads="1"/>
          </p:cNvSpPr>
          <p:nvPr>
            <p:ph type="title" idx="4294967295"/>
          </p:nvPr>
        </p:nvSpPr>
        <p:spPr>
          <a:xfrm>
            <a:off x="917575" y="0"/>
            <a:ext cx="8226425" cy="869950"/>
          </a:xfrm>
        </p:spPr>
        <p:txBody>
          <a:bodyPr rtlCol="0">
            <a:noAutofit/>
          </a:bodyPr>
          <a:lstStyle/>
          <a:p>
            <a:pPr defTabSz="457207" fontAlgn="auto">
              <a:spcAft>
                <a:spcPts val="0"/>
              </a:spcAft>
              <a:defRPr/>
            </a:pPr>
            <a:r>
              <a:rPr lang="en-US" dirty="0">
                <a:effectLst>
                  <a:outerShdw blurRad="38100" dist="38100" dir="2700000" algn="tl">
                    <a:srgbClr val="000000"/>
                  </a:outerShdw>
                </a:effectLst>
              </a:rPr>
              <a:t>IESL CODE OF ETHICS </a:t>
            </a:r>
            <a:r>
              <a:rPr lang="en-US" sz="3200" dirty="0">
                <a:effectLst>
                  <a:outerShdw blurRad="38100" dist="38100" dir="2700000" algn="tl">
                    <a:srgbClr val="000000"/>
                  </a:outerShdw>
                </a:effectLst>
              </a:rPr>
              <a:t>(contd.)</a:t>
            </a:r>
          </a:p>
        </p:txBody>
      </p:sp>
      <p:sp>
        <p:nvSpPr>
          <p:cNvPr id="28675" name="Rectangle 3">
            <a:extLst>
              <a:ext uri="{FF2B5EF4-FFF2-40B4-BE49-F238E27FC236}">
                <a16:creationId xmlns:a16="http://schemas.microsoft.com/office/drawing/2014/main" id="{65C5F4F2-2B8D-49A3-3729-68CB59508552}"/>
              </a:ext>
            </a:extLst>
          </p:cNvPr>
          <p:cNvSpPr>
            <a:spLocks noGrp="1" noChangeArrowheads="1"/>
          </p:cNvSpPr>
          <p:nvPr>
            <p:ph type="body" idx="4294967295"/>
          </p:nvPr>
        </p:nvSpPr>
        <p:spPr>
          <a:xfrm>
            <a:off x="917575" y="1295400"/>
            <a:ext cx="8226425" cy="5562600"/>
          </a:xfrm>
        </p:spPr>
        <p:txBody>
          <a:bodyPr rtlCol="0">
            <a:normAutofit fontScale="85000" lnSpcReduction="20000"/>
          </a:bodyPr>
          <a:lstStyle/>
          <a:p>
            <a:pPr marL="457200" indent="-457200" defTabSz="457207" fontAlgn="auto">
              <a:lnSpc>
                <a:spcPct val="90000"/>
              </a:lnSpc>
              <a:spcAft>
                <a:spcPts val="0"/>
              </a:spcAft>
              <a:buClr>
                <a:schemeClr val="bg2">
                  <a:lumMod val="40000"/>
                  <a:lumOff val="60000"/>
                </a:schemeClr>
              </a:buClr>
              <a:buFont typeface="Wingdings" panose="05000000000000000000" pitchFamily="2" charset="2"/>
              <a:buAutoNum type="arabicPeriod" startAt="3"/>
              <a:defRPr/>
            </a:pPr>
            <a:r>
              <a:rPr lang="en-US" sz="3000" dirty="0">
                <a:effectLst>
                  <a:outerShdw blurRad="38100" dist="38100" dir="2700000" algn="tl">
                    <a:srgbClr val="000000"/>
                  </a:outerShdw>
                </a:effectLst>
              </a:rPr>
              <a:t>Engineers shall be committed to the need for sustainable management of the planet’s resources and seek to minimize adverse environmental impacts of their engineering works or applications of technology so as to protect both present and future generations .</a:t>
            </a:r>
          </a:p>
          <a:p>
            <a:pPr marL="0" indent="0" defTabSz="457207" fontAlgn="auto">
              <a:lnSpc>
                <a:spcPct val="90000"/>
              </a:lnSpc>
              <a:spcAft>
                <a:spcPts val="0"/>
              </a:spcAft>
              <a:buClr>
                <a:schemeClr val="bg2">
                  <a:lumMod val="40000"/>
                  <a:lumOff val="60000"/>
                </a:schemeClr>
              </a:buClr>
              <a:buFont typeface="Wingdings" panose="05000000000000000000" pitchFamily="2" charset="2"/>
              <a:buNone/>
              <a:defRPr/>
            </a:pPr>
            <a:r>
              <a:rPr lang="en-US" sz="3000" dirty="0">
                <a:solidFill>
                  <a:srgbClr val="FFCCFF"/>
                </a:solidFill>
                <a:effectLst>
                  <a:outerShdw blurRad="38100" dist="38100" dir="2700000" algn="tl">
                    <a:srgbClr val="000000"/>
                  </a:outerShdw>
                </a:effectLst>
              </a:rPr>
              <a:t>     </a:t>
            </a:r>
            <a:r>
              <a:rPr lang="en-US" sz="3000" dirty="0">
                <a:solidFill>
                  <a:srgbClr val="FF0000"/>
                </a:solidFill>
                <a:effectLst>
                  <a:outerShdw blurRad="38100" dist="38100" dir="2700000" algn="tl">
                    <a:srgbClr val="000000"/>
                  </a:outerShdw>
                </a:effectLst>
              </a:rPr>
              <a:t>[FEANI, ICE, ASCE, IEEE, EA]</a:t>
            </a:r>
          </a:p>
          <a:p>
            <a:pPr marL="400050" indent="-400050" defTabSz="457207" fontAlgn="auto">
              <a:lnSpc>
                <a:spcPct val="90000"/>
              </a:lnSpc>
              <a:spcAft>
                <a:spcPts val="0"/>
              </a:spcAft>
              <a:buClr>
                <a:schemeClr val="bg2">
                  <a:lumMod val="40000"/>
                  <a:lumOff val="60000"/>
                </a:schemeClr>
              </a:buClr>
              <a:buFont typeface="Wingdings" panose="05000000000000000000" pitchFamily="2" charset="2"/>
              <a:buNone/>
              <a:defRPr/>
            </a:pPr>
            <a:endParaRPr lang="en-US" sz="3000" dirty="0">
              <a:effectLst>
                <a:outerShdw blurRad="38100" dist="38100" dir="2700000" algn="tl">
                  <a:srgbClr val="000000"/>
                </a:outerShdw>
              </a:effectLst>
            </a:endParaRPr>
          </a:p>
          <a:p>
            <a:pPr marL="400050" indent="-400050" defTabSz="457207" fontAlgn="auto">
              <a:lnSpc>
                <a:spcPct val="90000"/>
              </a:lnSpc>
              <a:spcAft>
                <a:spcPts val="0"/>
              </a:spcAft>
              <a:buClr>
                <a:schemeClr val="bg2">
                  <a:lumMod val="40000"/>
                  <a:lumOff val="60000"/>
                </a:schemeClr>
              </a:buClr>
              <a:buFont typeface="Wingdings" panose="05000000000000000000" pitchFamily="2" charset="2"/>
              <a:buNone/>
              <a:defRPr/>
            </a:pPr>
            <a:r>
              <a:rPr lang="en-US" sz="3000" dirty="0">
                <a:effectLst>
                  <a:outerShdw blurRad="38100" dist="38100" dir="2700000" algn="tl">
                    <a:srgbClr val="000000"/>
                  </a:outerShdw>
                </a:effectLst>
              </a:rPr>
              <a:t>4. Engineers shall build their reputation on merit and shall not compete unfairly.</a:t>
            </a:r>
            <a:r>
              <a:rPr lang="en-US" sz="3000" dirty="0">
                <a:solidFill>
                  <a:srgbClr val="FF0000"/>
                </a:solidFill>
                <a:effectLst>
                  <a:outerShdw blurRad="38100" dist="38100" dir="2700000" algn="tl">
                    <a:srgbClr val="000000"/>
                  </a:outerShdw>
                </a:effectLst>
              </a:rPr>
              <a:t> </a:t>
            </a:r>
          </a:p>
          <a:p>
            <a:pPr marL="400050" indent="-400050" defTabSz="457207" fontAlgn="auto">
              <a:lnSpc>
                <a:spcPct val="90000"/>
              </a:lnSpc>
              <a:spcAft>
                <a:spcPts val="0"/>
              </a:spcAft>
              <a:buClr>
                <a:schemeClr val="bg2">
                  <a:lumMod val="40000"/>
                  <a:lumOff val="60000"/>
                </a:schemeClr>
              </a:buClr>
              <a:buFont typeface="Wingdings" panose="05000000000000000000" pitchFamily="2" charset="2"/>
              <a:buNone/>
              <a:defRPr/>
            </a:pPr>
            <a:r>
              <a:rPr lang="en-US" sz="3000" dirty="0">
                <a:solidFill>
                  <a:srgbClr val="FF0000"/>
                </a:solidFill>
                <a:effectLst>
                  <a:outerShdw blurRad="38100" dist="38100" dir="2700000" algn="tl">
                    <a:srgbClr val="000000"/>
                  </a:outerShdw>
                </a:effectLst>
              </a:rPr>
              <a:t>     [ASCE, ]</a:t>
            </a:r>
          </a:p>
          <a:p>
            <a:pPr marL="400050" indent="-400050" defTabSz="457207" fontAlgn="auto">
              <a:lnSpc>
                <a:spcPct val="90000"/>
              </a:lnSpc>
              <a:spcAft>
                <a:spcPts val="0"/>
              </a:spcAft>
              <a:buClr>
                <a:schemeClr val="bg2">
                  <a:lumMod val="40000"/>
                  <a:lumOff val="60000"/>
                </a:schemeClr>
              </a:buClr>
              <a:buFont typeface="Wingdings" panose="05000000000000000000" pitchFamily="2" charset="2"/>
              <a:buNone/>
              <a:defRPr/>
            </a:pPr>
            <a:endParaRPr lang="en-US" sz="3000" dirty="0">
              <a:effectLst>
                <a:outerShdw blurRad="38100" dist="38100" dir="2700000" algn="tl">
                  <a:srgbClr val="000000"/>
                </a:outerShdw>
              </a:effectLst>
            </a:endParaRPr>
          </a:p>
          <a:p>
            <a:pPr marL="400050" indent="-400050" defTabSz="457207" fontAlgn="auto">
              <a:lnSpc>
                <a:spcPct val="90000"/>
              </a:lnSpc>
              <a:spcAft>
                <a:spcPts val="0"/>
              </a:spcAft>
              <a:buClr>
                <a:schemeClr val="bg2">
                  <a:lumMod val="40000"/>
                  <a:lumOff val="60000"/>
                </a:schemeClr>
              </a:buClr>
              <a:buFont typeface="Wingdings" panose="05000000000000000000" pitchFamily="2" charset="2"/>
              <a:buNone/>
              <a:defRPr/>
            </a:pPr>
            <a:r>
              <a:rPr lang="en-US" sz="3000" dirty="0">
                <a:effectLst>
                  <a:outerShdw blurRad="38100" dist="38100" dir="2700000" algn="tl">
                    <a:srgbClr val="000000"/>
                  </a:outerShdw>
                </a:effectLst>
              </a:rPr>
              <a:t>5. Engineers shall perform professional services only in the areas of their competence. . </a:t>
            </a:r>
          </a:p>
          <a:p>
            <a:pPr marL="400050" indent="-400050" defTabSz="457207" fontAlgn="auto">
              <a:lnSpc>
                <a:spcPct val="90000"/>
              </a:lnSpc>
              <a:spcAft>
                <a:spcPts val="0"/>
              </a:spcAft>
              <a:buClr>
                <a:schemeClr val="bg2">
                  <a:lumMod val="40000"/>
                  <a:lumOff val="60000"/>
                </a:schemeClr>
              </a:buClr>
              <a:buFont typeface="Wingdings" panose="05000000000000000000" pitchFamily="2" charset="2"/>
              <a:buNone/>
              <a:defRPr/>
            </a:pPr>
            <a:r>
              <a:rPr lang="en-US" sz="3000" dirty="0">
                <a:solidFill>
                  <a:srgbClr val="FF0000"/>
                </a:solidFill>
                <a:effectLst>
                  <a:outerShdw blurRad="38100" dist="38100" dir="2700000" algn="tl">
                    <a:srgbClr val="000000"/>
                  </a:outerShdw>
                </a:effectLst>
              </a:rPr>
              <a:t>    [FEANI,  ICE, ASCE, IEEE, EA]</a:t>
            </a:r>
          </a:p>
          <a:p>
            <a:pPr marL="400050" indent="-400050" defTabSz="457207" fontAlgn="auto">
              <a:lnSpc>
                <a:spcPct val="90000"/>
              </a:lnSpc>
              <a:spcAft>
                <a:spcPts val="0"/>
              </a:spcAft>
              <a:buClr>
                <a:schemeClr val="bg2">
                  <a:lumMod val="40000"/>
                  <a:lumOff val="60000"/>
                </a:schemeClr>
              </a:buClr>
              <a:buFont typeface="Wingdings" panose="05000000000000000000" pitchFamily="2" charset="2"/>
              <a:buNone/>
              <a:defRPr/>
            </a:pPr>
            <a:r>
              <a:rPr lang="en-US" sz="2400" dirty="0">
                <a:effectLst>
                  <a:outerShdw blurRad="38100" dist="38100" dir="2700000" algn="tl">
                    <a:srgbClr val="000000"/>
                  </a:outerShdw>
                </a:effectLst>
              </a:rPr>
              <a:t>	</a:t>
            </a:r>
          </a:p>
          <a:p>
            <a:pPr marL="400050" indent="-400050" defTabSz="457207" fontAlgn="auto">
              <a:lnSpc>
                <a:spcPct val="90000"/>
              </a:lnSpc>
              <a:spcAft>
                <a:spcPts val="0"/>
              </a:spcAft>
              <a:buClr>
                <a:schemeClr val="bg2">
                  <a:lumMod val="40000"/>
                  <a:lumOff val="60000"/>
                </a:schemeClr>
              </a:buClr>
              <a:buFont typeface="Wingdings" panose="05000000000000000000" pitchFamily="2" charset="2"/>
              <a:buAutoNum type="arabicPeriod" startAt="5"/>
              <a:defRPr/>
            </a:pPr>
            <a:endParaRPr lang="en-US" sz="2800" dirty="0">
              <a:effectLst>
                <a:outerShdw blurRad="38100" dist="38100" dir="2700000" algn="tl">
                  <a:srgbClr val="000000"/>
                </a:outerShdw>
              </a:effectLst>
            </a:endParaRPr>
          </a:p>
          <a:p>
            <a:pPr marL="400050" indent="-400050" defTabSz="457207" fontAlgn="auto">
              <a:lnSpc>
                <a:spcPct val="90000"/>
              </a:lnSpc>
              <a:spcAft>
                <a:spcPts val="0"/>
              </a:spcAft>
              <a:buClr>
                <a:schemeClr val="bg2">
                  <a:lumMod val="40000"/>
                  <a:lumOff val="60000"/>
                </a:schemeClr>
              </a:buClr>
              <a:buFont typeface="Wingdings" panose="05000000000000000000" pitchFamily="2" charset="2"/>
              <a:buNone/>
              <a:defRPr/>
            </a:pPr>
            <a:endParaRPr lang="en-US" sz="2400" dirty="0">
              <a:effectLst>
                <a:outerShdw blurRad="38100" dist="38100" dir="2700000" algn="tl">
                  <a:srgbClr val="000000"/>
                </a:outerShdw>
              </a:effectL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3">
            <a:extLst>
              <a:ext uri="{FF2B5EF4-FFF2-40B4-BE49-F238E27FC236}">
                <a16:creationId xmlns:a16="http://schemas.microsoft.com/office/drawing/2014/main" id="{8C3F6A33-9746-A83D-C399-2CB70B510CD6}"/>
              </a:ext>
            </a:extLst>
          </p:cNvPr>
          <p:cNvSpPr>
            <a:spLocks noGrp="1"/>
          </p:cNvSpPr>
          <p:nvPr>
            <p:ph type="sldNum" sz="quarter" idx="12"/>
          </p:nvPr>
        </p:nvSpPr>
        <p:spPr bwMode="auto">
          <a:xfrm>
            <a:off x="7772400" y="23813"/>
            <a:ext cx="628650" cy="749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1DBFC31F-3D77-4C3A-8A0A-283AA6E9AAB1}" type="slidenum">
              <a:rPr lang="en-US" altLang="en-US" sz="2800">
                <a:latin typeface="Arial" panose="020B0604020202020204" pitchFamily="34" charset="0"/>
              </a:rPr>
              <a:pPr>
                <a:spcBef>
                  <a:spcPct val="0"/>
                </a:spcBef>
                <a:buClrTx/>
                <a:buSzTx/>
                <a:buFontTx/>
                <a:buNone/>
              </a:pPr>
              <a:t>23</a:t>
            </a:fld>
            <a:endParaRPr lang="en-US" altLang="en-US" sz="2800">
              <a:latin typeface="Arial" panose="020B0604020202020204" pitchFamily="34" charset="0"/>
            </a:endParaRPr>
          </a:p>
        </p:txBody>
      </p:sp>
      <p:sp>
        <p:nvSpPr>
          <p:cNvPr id="2" name="Title 1">
            <a:extLst>
              <a:ext uri="{FF2B5EF4-FFF2-40B4-BE49-F238E27FC236}">
                <a16:creationId xmlns:a16="http://schemas.microsoft.com/office/drawing/2014/main" id="{E68F0884-8643-C4D1-FB02-D92C99403AB2}"/>
              </a:ext>
            </a:extLst>
          </p:cNvPr>
          <p:cNvSpPr>
            <a:spLocks noGrp="1"/>
          </p:cNvSpPr>
          <p:nvPr>
            <p:ph type="title" idx="4294967295"/>
          </p:nvPr>
        </p:nvSpPr>
        <p:spPr>
          <a:xfrm>
            <a:off x="0" y="152400"/>
            <a:ext cx="8226425" cy="820738"/>
          </a:xfrm>
        </p:spPr>
        <p:txBody>
          <a:bodyPr rtlCol="0">
            <a:noAutofit/>
          </a:bodyPr>
          <a:lstStyle/>
          <a:p>
            <a:pPr defTabSz="457207" fontAlgn="auto">
              <a:spcAft>
                <a:spcPts val="0"/>
              </a:spcAft>
              <a:defRPr/>
            </a:pPr>
            <a:r>
              <a:rPr lang="en-US" dirty="0">
                <a:effectLst>
                  <a:outerShdw blurRad="38100" dist="38100" dir="2700000" algn="tl">
                    <a:srgbClr val="000000"/>
                  </a:outerShdw>
                </a:effectLst>
              </a:rPr>
              <a:t>IESL CODE OF ETHICS </a:t>
            </a:r>
            <a:r>
              <a:rPr lang="en-US" sz="3200" dirty="0">
                <a:effectLst>
                  <a:outerShdw blurRad="38100" dist="38100" dir="2700000" algn="tl">
                    <a:srgbClr val="000000"/>
                  </a:outerShdw>
                </a:effectLst>
              </a:rPr>
              <a:t>(contd.)</a:t>
            </a:r>
            <a:endParaRPr lang="en-GB" sz="3200" dirty="0">
              <a:effectLst>
                <a:outerShdw blurRad="38100" dist="38100" dir="2700000" algn="tl">
                  <a:srgbClr val="000000"/>
                </a:outerShdw>
              </a:effectLst>
            </a:endParaRPr>
          </a:p>
        </p:txBody>
      </p:sp>
      <p:sp>
        <p:nvSpPr>
          <p:cNvPr id="3" name="Content Placeholder 2">
            <a:extLst>
              <a:ext uri="{FF2B5EF4-FFF2-40B4-BE49-F238E27FC236}">
                <a16:creationId xmlns:a16="http://schemas.microsoft.com/office/drawing/2014/main" id="{3A657AF1-1DE6-FB09-7998-46E920B496A5}"/>
              </a:ext>
            </a:extLst>
          </p:cNvPr>
          <p:cNvSpPr>
            <a:spLocks noGrp="1"/>
          </p:cNvSpPr>
          <p:nvPr>
            <p:ph idx="4294967295"/>
          </p:nvPr>
        </p:nvSpPr>
        <p:spPr>
          <a:xfrm>
            <a:off x="152400" y="1173163"/>
            <a:ext cx="8991600" cy="5715000"/>
          </a:xfrm>
        </p:spPr>
        <p:txBody>
          <a:bodyPr rtlCol="0">
            <a:normAutofit fontScale="92500" lnSpcReduction="10000"/>
          </a:bodyPr>
          <a:lstStyle/>
          <a:p>
            <a:pPr marL="400050" indent="-400050" defTabSz="457207" fontAlgn="auto">
              <a:lnSpc>
                <a:spcPct val="90000"/>
              </a:lnSpc>
              <a:spcAft>
                <a:spcPts val="0"/>
              </a:spcAft>
              <a:buClr>
                <a:schemeClr val="bg2">
                  <a:lumMod val="40000"/>
                  <a:lumOff val="60000"/>
                </a:schemeClr>
              </a:buClr>
              <a:buFont typeface="Wingdings 3" charset="2"/>
              <a:buNone/>
              <a:defRPr/>
            </a:pPr>
            <a:r>
              <a:rPr lang="en-US" sz="2800" dirty="0">
                <a:effectLst>
                  <a:outerShdw blurRad="38100" dist="38100" dir="2700000" algn="tl">
                    <a:srgbClr val="000000"/>
                  </a:outerShdw>
                </a:effectLst>
              </a:rPr>
              <a:t>6.	</a:t>
            </a:r>
            <a:r>
              <a:rPr lang="en-US" sz="2600" dirty="0"/>
              <a:t>Engineers shall apply their skills and knowledge in the interest of their employer or client for whom they shall act, in professional matters, as faithful agents or trustees, so far as they do not conflict with the other requirements listed here and the general public interest </a:t>
            </a:r>
            <a:r>
              <a:rPr lang="en-US" sz="2800" dirty="0">
                <a:solidFill>
                  <a:srgbClr val="FFCCFF"/>
                </a:solidFill>
                <a:effectLst>
                  <a:outerShdw blurRad="38100" dist="38100" dir="2700000" algn="tl">
                    <a:srgbClr val="000000"/>
                  </a:outerShdw>
                </a:effectLst>
              </a:rPr>
              <a:t>[</a:t>
            </a:r>
            <a:r>
              <a:rPr lang="en-US" sz="2800" dirty="0">
                <a:solidFill>
                  <a:srgbClr val="FF0000"/>
                </a:solidFill>
                <a:effectLst>
                  <a:outerShdw blurRad="38100" dist="38100" dir="2700000" algn="tl">
                    <a:srgbClr val="000000"/>
                  </a:outerShdw>
                </a:effectLst>
              </a:rPr>
              <a:t>FEANI, IEEE, EA]</a:t>
            </a:r>
          </a:p>
          <a:p>
            <a:pPr marL="400050" indent="-400050" defTabSz="457207" fontAlgn="auto">
              <a:lnSpc>
                <a:spcPct val="90000"/>
              </a:lnSpc>
              <a:spcAft>
                <a:spcPts val="0"/>
              </a:spcAft>
              <a:buClr>
                <a:schemeClr val="bg2">
                  <a:lumMod val="40000"/>
                  <a:lumOff val="60000"/>
                </a:schemeClr>
              </a:buClr>
              <a:buFont typeface="Wingdings" panose="05000000000000000000" pitchFamily="2" charset="2"/>
              <a:buAutoNum type="arabicPeriod" startAt="5"/>
              <a:defRPr/>
            </a:pPr>
            <a:endParaRPr lang="en-US" sz="1800" dirty="0">
              <a:effectLst>
                <a:outerShdw blurRad="38100" dist="38100" dir="2700000" algn="tl">
                  <a:srgbClr val="000000"/>
                </a:outerShdw>
              </a:effectLst>
            </a:endParaRPr>
          </a:p>
          <a:p>
            <a:pPr marL="400050" indent="-400050" defTabSz="457207" fontAlgn="auto">
              <a:lnSpc>
                <a:spcPct val="90000"/>
              </a:lnSpc>
              <a:spcAft>
                <a:spcPts val="0"/>
              </a:spcAft>
              <a:buClr>
                <a:schemeClr val="bg2">
                  <a:lumMod val="40000"/>
                  <a:lumOff val="60000"/>
                </a:schemeClr>
              </a:buClr>
              <a:buFont typeface="Wingdings" panose="05000000000000000000" pitchFamily="2" charset="2"/>
              <a:buNone/>
              <a:defRPr/>
            </a:pPr>
            <a:r>
              <a:rPr lang="en-US" sz="2800" dirty="0">
                <a:effectLst>
                  <a:outerShdw blurRad="38100" dist="38100" dir="2700000" algn="tl">
                    <a:srgbClr val="000000"/>
                  </a:outerShdw>
                </a:effectLst>
              </a:rPr>
              <a:t>7</a:t>
            </a:r>
            <a:r>
              <a:rPr lang="en-US" sz="2600" dirty="0">
                <a:effectLst>
                  <a:outerShdw blurRad="38100" dist="38100" dir="2700000" algn="tl">
                    <a:srgbClr val="000000"/>
                  </a:outerShdw>
                </a:effectLst>
              </a:rPr>
              <a:t>. Engineers shall give evidence, express opinions or make statements in an objective and truthful manner </a:t>
            </a:r>
            <a:r>
              <a:rPr lang="en-US" sz="2800" dirty="0">
                <a:solidFill>
                  <a:srgbClr val="FF0000"/>
                </a:solidFill>
                <a:effectLst>
                  <a:outerShdw blurRad="38100" dist="38100" dir="2700000" algn="tl">
                    <a:srgbClr val="000000"/>
                  </a:outerShdw>
                </a:effectLst>
              </a:rPr>
              <a:t>[FEANI, IEEE, EA]</a:t>
            </a:r>
          </a:p>
          <a:p>
            <a:pPr marL="609600" indent="-609600" algn="r" defTabSz="457207" fontAlgn="auto">
              <a:lnSpc>
                <a:spcPct val="90000"/>
              </a:lnSpc>
              <a:spcAft>
                <a:spcPts val="0"/>
              </a:spcAft>
              <a:buClr>
                <a:schemeClr val="bg2">
                  <a:lumMod val="40000"/>
                  <a:lumOff val="60000"/>
                </a:schemeClr>
              </a:buClr>
              <a:buFont typeface="Wingdings" panose="05000000000000000000" pitchFamily="2" charset="2"/>
              <a:buNone/>
              <a:defRPr/>
            </a:pPr>
            <a:endParaRPr lang="en-US" sz="1800" dirty="0">
              <a:effectLst>
                <a:outerShdw blurRad="38100" dist="38100" dir="2700000" algn="tl">
                  <a:srgbClr val="000000"/>
                </a:outerShdw>
              </a:effectLst>
            </a:endParaRPr>
          </a:p>
          <a:p>
            <a:pPr marL="609600" indent="-609600" defTabSz="457207" fontAlgn="auto">
              <a:lnSpc>
                <a:spcPct val="90000"/>
              </a:lnSpc>
              <a:spcAft>
                <a:spcPts val="0"/>
              </a:spcAft>
              <a:buClr>
                <a:schemeClr val="bg2">
                  <a:lumMod val="40000"/>
                  <a:lumOff val="60000"/>
                </a:schemeClr>
              </a:buClr>
              <a:buFont typeface="Wingdings" panose="05000000000000000000" pitchFamily="2" charset="2"/>
              <a:buAutoNum type="arabicPeriod" startAt="8"/>
              <a:defRPr/>
            </a:pPr>
            <a:r>
              <a:rPr lang="en-US" sz="2600" dirty="0">
                <a:effectLst>
                  <a:outerShdw blurRad="38100" dist="38100" dir="2700000" algn="tl">
                    <a:srgbClr val="000000"/>
                  </a:outerShdw>
                </a:effectLst>
              </a:rPr>
              <a:t>Engineers shall continue their professional development throughout their careers and shall actively assist and encourage engineers under their direction to advance their knowledge and experience.</a:t>
            </a:r>
            <a:r>
              <a:rPr lang="en-US" sz="2800" dirty="0">
                <a:effectLst>
                  <a:outerShdw blurRad="38100" dist="38100" dir="2700000" algn="tl">
                    <a:srgbClr val="000000"/>
                  </a:outerShdw>
                </a:effectLst>
              </a:rPr>
              <a:t> </a:t>
            </a:r>
            <a:r>
              <a:rPr lang="en-US" sz="2800" dirty="0">
                <a:solidFill>
                  <a:srgbClr val="FFCCFF"/>
                </a:solidFill>
                <a:effectLst>
                  <a:outerShdw blurRad="38100" dist="38100" dir="2700000" algn="tl">
                    <a:srgbClr val="000000"/>
                  </a:outerShdw>
                </a:effectLst>
              </a:rPr>
              <a:t>.</a:t>
            </a:r>
            <a:r>
              <a:rPr lang="en-US" dirty="0">
                <a:solidFill>
                  <a:srgbClr val="FFCCFF"/>
                </a:solidFill>
                <a:effectLst>
                  <a:outerShdw blurRad="38100" dist="38100" dir="2700000" algn="tl">
                    <a:srgbClr val="000000"/>
                  </a:outerShdw>
                </a:effectLst>
              </a:rPr>
              <a:t> </a:t>
            </a:r>
          </a:p>
          <a:p>
            <a:pPr marL="0" indent="0" defTabSz="457207" fontAlgn="auto">
              <a:lnSpc>
                <a:spcPct val="90000"/>
              </a:lnSpc>
              <a:spcAft>
                <a:spcPts val="0"/>
              </a:spcAft>
              <a:buClr>
                <a:schemeClr val="bg2">
                  <a:lumMod val="40000"/>
                  <a:lumOff val="60000"/>
                </a:schemeClr>
              </a:buClr>
              <a:buNone/>
              <a:defRPr/>
            </a:pPr>
            <a:r>
              <a:rPr lang="en-US" sz="2800" dirty="0">
                <a:solidFill>
                  <a:srgbClr val="FFCCFF"/>
                </a:solidFill>
                <a:effectLst>
                  <a:outerShdw blurRad="38100" dist="38100" dir="2700000" algn="tl">
                    <a:srgbClr val="000000"/>
                  </a:outerShdw>
                </a:effectLst>
              </a:rPr>
              <a:t>		[</a:t>
            </a:r>
            <a:r>
              <a:rPr lang="en-US" sz="2800" dirty="0">
                <a:solidFill>
                  <a:srgbClr val="FF0000"/>
                </a:solidFill>
                <a:effectLst>
                  <a:outerShdw blurRad="38100" dist="38100" dir="2700000" algn="tl">
                    <a:srgbClr val="000000"/>
                  </a:outerShdw>
                </a:effectLst>
              </a:rPr>
              <a:t>FEANI, ICE, ASCE, IEEE, EA]</a:t>
            </a:r>
          </a:p>
          <a:p>
            <a:pPr marL="609600" indent="-609600" defTabSz="457207" fontAlgn="auto">
              <a:lnSpc>
                <a:spcPct val="90000"/>
              </a:lnSpc>
              <a:spcAft>
                <a:spcPts val="0"/>
              </a:spcAft>
              <a:buClr>
                <a:schemeClr val="bg2">
                  <a:lumMod val="40000"/>
                  <a:lumOff val="60000"/>
                </a:schemeClr>
              </a:buClr>
              <a:buFont typeface="Wingdings" panose="05000000000000000000" pitchFamily="2" charset="2"/>
              <a:buNone/>
              <a:defRPr/>
            </a:pPr>
            <a:r>
              <a:rPr lang="en-US" dirty="0">
                <a:solidFill>
                  <a:srgbClr val="FF0000"/>
                </a:solidFill>
                <a:effectLst>
                  <a:outerShdw blurRad="38100" dist="38100" dir="2700000" algn="tl">
                    <a:srgbClr val="000000"/>
                  </a:outerShdw>
                </a:effectLst>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3">
            <a:extLst>
              <a:ext uri="{FF2B5EF4-FFF2-40B4-BE49-F238E27FC236}">
                <a16:creationId xmlns:a16="http://schemas.microsoft.com/office/drawing/2014/main" id="{A5FD6F8A-4189-6B41-C4E4-BEA206871891}"/>
              </a:ext>
            </a:extLst>
          </p:cNvPr>
          <p:cNvSpPr>
            <a:spLocks noGrp="1" noChangeArrowheads="1"/>
          </p:cNvSpPr>
          <p:nvPr>
            <p:ph type="title"/>
          </p:nvPr>
        </p:nvSpPr>
        <p:spPr>
          <a:xfrm>
            <a:off x="609600" y="228600"/>
            <a:ext cx="7056438" cy="1400175"/>
          </a:xfrm>
        </p:spPr>
        <p:txBody>
          <a:bodyPr/>
          <a:lstStyle/>
          <a:p>
            <a:r>
              <a:rPr lang="en-US" altLang="en-US" sz="3200" b="1"/>
              <a:t>Comparison between IESL CoE and other Engineering Institutions</a:t>
            </a:r>
          </a:p>
        </p:txBody>
      </p:sp>
      <p:sp>
        <p:nvSpPr>
          <p:cNvPr id="62467" name="Content Placeholder 4">
            <a:extLst>
              <a:ext uri="{FF2B5EF4-FFF2-40B4-BE49-F238E27FC236}">
                <a16:creationId xmlns:a16="http://schemas.microsoft.com/office/drawing/2014/main" id="{F22EE9A4-A6AD-F90E-FCED-C67E934A0AF8}"/>
              </a:ext>
            </a:extLst>
          </p:cNvPr>
          <p:cNvSpPr>
            <a:spLocks noGrp="1" noChangeArrowheads="1"/>
          </p:cNvSpPr>
          <p:nvPr>
            <p:ph idx="1"/>
          </p:nvPr>
        </p:nvSpPr>
        <p:spPr/>
        <p:txBody>
          <a:bodyPr/>
          <a:lstStyle/>
          <a:p>
            <a:endParaRPr lang="en-US" altLang="en-US"/>
          </a:p>
        </p:txBody>
      </p:sp>
      <p:sp>
        <p:nvSpPr>
          <p:cNvPr id="62468" name="Slide Number Placeholder 1">
            <a:extLst>
              <a:ext uri="{FF2B5EF4-FFF2-40B4-BE49-F238E27FC236}">
                <a16:creationId xmlns:a16="http://schemas.microsoft.com/office/drawing/2014/main" id="{9142AEA0-3C5C-2835-4912-1199C77D642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C0612C91-69E7-4EBD-8F84-E6C67309BABE}" type="slidenum">
              <a:rPr lang="en-US" altLang="en-US" sz="2800">
                <a:solidFill>
                  <a:srgbClr val="FFFFFF"/>
                </a:solidFill>
                <a:latin typeface="Arial" panose="020B0604020202020204" pitchFamily="34" charset="0"/>
              </a:rPr>
              <a:pPr>
                <a:spcBef>
                  <a:spcPct val="0"/>
                </a:spcBef>
                <a:buClrTx/>
                <a:buSzTx/>
                <a:buFontTx/>
                <a:buNone/>
              </a:pPr>
              <a:t>24</a:t>
            </a:fld>
            <a:endParaRPr lang="en-US" altLang="en-US" sz="2800">
              <a:solidFill>
                <a:srgbClr val="FFFFFF"/>
              </a:solidFill>
              <a:latin typeface="Arial" panose="020B0604020202020204" pitchFamily="34" charset="0"/>
            </a:endParaRPr>
          </a:p>
        </p:txBody>
      </p:sp>
      <p:graphicFrame>
        <p:nvGraphicFramePr>
          <p:cNvPr id="3" name="Content Placeholder 3">
            <a:extLst>
              <a:ext uri="{FF2B5EF4-FFF2-40B4-BE49-F238E27FC236}">
                <a16:creationId xmlns:a16="http://schemas.microsoft.com/office/drawing/2014/main" id="{3FE6D65B-387D-4E77-1CBE-4D045DFAB33D}"/>
              </a:ext>
            </a:extLst>
          </p:cNvPr>
          <p:cNvGraphicFramePr>
            <a:graphicFrameLocks/>
          </p:cNvGraphicFramePr>
          <p:nvPr/>
        </p:nvGraphicFramePr>
        <p:xfrm>
          <a:off x="304800" y="1828800"/>
          <a:ext cx="8686802" cy="4887915"/>
        </p:xfrm>
        <a:graphic>
          <a:graphicData uri="http://schemas.openxmlformats.org/drawingml/2006/table">
            <a:tbl>
              <a:tblPr firstRow="1" bandRow="1">
                <a:tableStyleId>{5C22544A-7EE6-4342-B048-85BDC9FD1C3A}</a:tableStyleId>
              </a:tblPr>
              <a:tblGrid>
                <a:gridCol w="357249">
                  <a:extLst>
                    <a:ext uri="{9D8B030D-6E8A-4147-A177-3AD203B41FA5}">
                      <a16:colId xmlns:a16="http://schemas.microsoft.com/office/drawing/2014/main" val="20000"/>
                    </a:ext>
                  </a:extLst>
                </a:gridCol>
                <a:gridCol w="2011878">
                  <a:extLst>
                    <a:ext uri="{9D8B030D-6E8A-4147-A177-3AD203B41FA5}">
                      <a16:colId xmlns:a16="http://schemas.microsoft.com/office/drawing/2014/main" val="20001"/>
                    </a:ext>
                  </a:extLst>
                </a:gridCol>
                <a:gridCol w="1015341">
                  <a:extLst>
                    <a:ext uri="{9D8B030D-6E8A-4147-A177-3AD203B41FA5}">
                      <a16:colId xmlns:a16="http://schemas.microsoft.com/office/drawing/2014/main" val="20002"/>
                    </a:ext>
                  </a:extLst>
                </a:gridCol>
                <a:gridCol w="1128156">
                  <a:extLst>
                    <a:ext uri="{9D8B030D-6E8A-4147-A177-3AD203B41FA5}">
                      <a16:colId xmlns:a16="http://schemas.microsoft.com/office/drawing/2014/main" val="20003"/>
                    </a:ext>
                  </a:extLst>
                </a:gridCol>
                <a:gridCol w="1128156">
                  <a:extLst>
                    <a:ext uri="{9D8B030D-6E8A-4147-A177-3AD203B41FA5}">
                      <a16:colId xmlns:a16="http://schemas.microsoft.com/office/drawing/2014/main" val="20004"/>
                    </a:ext>
                  </a:extLst>
                </a:gridCol>
                <a:gridCol w="1128156">
                  <a:extLst>
                    <a:ext uri="{9D8B030D-6E8A-4147-A177-3AD203B41FA5}">
                      <a16:colId xmlns:a16="http://schemas.microsoft.com/office/drawing/2014/main" val="20005"/>
                    </a:ext>
                  </a:extLst>
                </a:gridCol>
                <a:gridCol w="958933">
                  <a:extLst>
                    <a:ext uri="{9D8B030D-6E8A-4147-A177-3AD203B41FA5}">
                      <a16:colId xmlns:a16="http://schemas.microsoft.com/office/drawing/2014/main" val="20006"/>
                    </a:ext>
                  </a:extLst>
                </a:gridCol>
                <a:gridCol w="958933">
                  <a:extLst>
                    <a:ext uri="{9D8B030D-6E8A-4147-A177-3AD203B41FA5}">
                      <a16:colId xmlns:a16="http://schemas.microsoft.com/office/drawing/2014/main" val="20007"/>
                    </a:ext>
                  </a:extLst>
                </a:gridCol>
              </a:tblGrid>
              <a:tr h="370916">
                <a:tc>
                  <a:txBody>
                    <a:bodyPr/>
                    <a:lstStyle/>
                    <a:p>
                      <a:endParaRPr lang="en-US" sz="1800" dirty="0"/>
                    </a:p>
                  </a:txBody>
                  <a:tcPr marT="45729" marB="45729"/>
                </a:tc>
                <a:tc>
                  <a:txBody>
                    <a:bodyPr/>
                    <a:lstStyle/>
                    <a:p>
                      <a:r>
                        <a:rPr lang="en-US" sz="1800" dirty="0"/>
                        <a:t>FOCUS</a:t>
                      </a:r>
                    </a:p>
                  </a:txBody>
                  <a:tcPr marT="45729" marB="45729"/>
                </a:tc>
                <a:tc>
                  <a:txBody>
                    <a:bodyPr/>
                    <a:lstStyle/>
                    <a:p>
                      <a:r>
                        <a:rPr lang="en-US" sz="1800" dirty="0"/>
                        <a:t>IESL</a:t>
                      </a:r>
                    </a:p>
                  </a:txBody>
                  <a:tcPr marT="45729" marB="45729"/>
                </a:tc>
                <a:tc>
                  <a:txBody>
                    <a:bodyPr/>
                    <a:lstStyle/>
                    <a:p>
                      <a:r>
                        <a:rPr lang="en-US" sz="1800" dirty="0"/>
                        <a:t>FEANI</a:t>
                      </a:r>
                    </a:p>
                  </a:txBody>
                  <a:tcPr marT="45729" marB="45729"/>
                </a:tc>
                <a:tc>
                  <a:txBody>
                    <a:bodyPr/>
                    <a:lstStyle/>
                    <a:p>
                      <a:r>
                        <a:rPr lang="en-US" sz="1800" dirty="0"/>
                        <a:t>ICE</a:t>
                      </a:r>
                    </a:p>
                  </a:txBody>
                  <a:tcPr marT="45729" marB="45729"/>
                </a:tc>
                <a:tc>
                  <a:txBody>
                    <a:bodyPr/>
                    <a:lstStyle/>
                    <a:p>
                      <a:r>
                        <a:rPr lang="en-US" sz="1800" dirty="0"/>
                        <a:t>EA</a:t>
                      </a:r>
                    </a:p>
                  </a:txBody>
                  <a:tcPr marT="45729" marB="45729"/>
                </a:tc>
                <a:tc>
                  <a:txBody>
                    <a:bodyPr/>
                    <a:lstStyle/>
                    <a:p>
                      <a:r>
                        <a:rPr lang="en-US" sz="1800" dirty="0"/>
                        <a:t>IEEE</a:t>
                      </a:r>
                    </a:p>
                  </a:txBody>
                  <a:tcPr marT="45729" marB="45729"/>
                </a:tc>
                <a:tc>
                  <a:txBody>
                    <a:bodyPr/>
                    <a:lstStyle/>
                    <a:p>
                      <a:r>
                        <a:rPr lang="en-US" sz="1800" dirty="0"/>
                        <a:t>ASCE</a:t>
                      </a:r>
                    </a:p>
                  </a:txBody>
                  <a:tcPr marT="45729" marB="45729"/>
                </a:tc>
                <a:extLst>
                  <a:ext uri="{0D108BD9-81ED-4DB2-BD59-A6C34878D82A}">
                    <a16:rowId xmlns:a16="http://schemas.microsoft.com/office/drawing/2014/main" val="10000"/>
                  </a:ext>
                </a:extLst>
              </a:tr>
              <a:tr h="370916">
                <a:tc>
                  <a:txBody>
                    <a:bodyPr/>
                    <a:lstStyle/>
                    <a:p>
                      <a:r>
                        <a:rPr lang="en-US" sz="1800" dirty="0"/>
                        <a:t>1</a:t>
                      </a:r>
                    </a:p>
                  </a:txBody>
                  <a:tcPr marT="45729" marB="45729"/>
                </a:tc>
                <a:tc>
                  <a:txBody>
                    <a:bodyPr/>
                    <a:lstStyle/>
                    <a:p>
                      <a:r>
                        <a:rPr lang="en-US" sz="1800" b="1" dirty="0"/>
                        <a:t>Public / People</a:t>
                      </a:r>
                    </a:p>
                  </a:txBody>
                  <a:tcPr marT="45729" marB="45729"/>
                </a:tc>
                <a:tc>
                  <a:txBody>
                    <a:bodyPr/>
                    <a:lstStyle/>
                    <a:p>
                      <a:pPr algn="ctr"/>
                      <a:r>
                        <a:rPr lang="en-US" sz="1800" b="1" dirty="0">
                          <a:solidFill>
                            <a:srgbClr val="FF0000"/>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tc>
                  <a:txBody>
                    <a:bodyPr/>
                    <a:lstStyle/>
                    <a:p>
                      <a:pPr algn="ctr"/>
                      <a:r>
                        <a:rPr lang="en-US" sz="1800" b="1" dirty="0">
                          <a:solidFill>
                            <a:srgbClr val="0000FF"/>
                          </a:solidFill>
                        </a:rPr>
                        <a:t>X</a:t>
                      </a:r>
                    </a:p>
                  </a:txBody>
                  <a:tcPr marT="45729" marB="45729"/>
                </a:tc>
                <a:extLst>
                  <a:ext uri="{0D108BD9-81ED-4DB2-BD59-A6C34878D82A}">
                    <a16:rowId xmlns:a16="http://schemas.microsoft.com/office/drawing/2014/main" val="10001"/>
                  </a:ext>
                </a:extLst>
              </a:tr>
              <a:tr h="640208">
                <a:tc>
                  <a:txBody>
                    <a:bodyPr/>
                    <a:lstStyle/>
                    <a:p>
                      <a:r>
                        <a:rPr lang="en-US" sz="1800" dirty="0"/>
                        <a:t>2</a:t>
                      </a:r>
                    </a:p>
                  </a:txBody>
                  <a:tcPr marT="45729" marB="45729"/>
                </a:tc>
                <a:tc>
                  <a:txBody>
                    <a:bodyPr/>
                    <a:lstStyle/>
                    <a:p>
                      <a:r>
                        <a:rPr lang="en-US" sz="1800" b="1" dirty="0" err="1"/>
                        <a:t>Honour</a:t>
                      </a:r>
                      <a:r>
                        <a:rPr lang="en-US" sz="1800" b="1" dirty="0"/>
                        <a:t>  of Profession</a:t>
                      </a:r>
                    </a:p>
                  </a:txBody>
                  <a:tcPr marT="45729" marB="45729"/>
                </a:tc>
                <a:tc>
                  <a:txBody>
                    <a:bodyPr/>
                    <a:lstStyle/>
                    <a:p>
                      <a:pPr algn="ctr"/>
                      <a:r>
                        <a:rPr lang="en-US" sz="1800" b="1" dirty="0">
                          <a:solidFill>
                            <a:srgbClr val="FF0000"/>
                          </a:solidFill>
                        </a:rPr>
                        <a:t>x</a:t>
                      </a:r>
                    </a:p>
                  </a:txBody>
                  <a:tcPr marT="45729" marB="45729"/>
                </a:tc>
                <a:tc>
                  <a:txBody>
                    <a:bodyPr/>
                    <a:lstStyle/>
                    <a:p>
                      <a:pPr algn="ctr"/>
                      <a:endParaRPr lang="en-US" sz="1800" b="1" dirty="0">
                        <a:solidFill>
                          <a:srgbClr val="0000FF"/>
                        </a:solidFill>
                      </a:endParaRPr>
                    </a:p>
                  </a:txBody>
                  <a:tcPr marT="45729" marB="45729"/>
                </a:tc>
                <a:tc>
                  <a:txBody>
                    <a:bodyPr/>
                    <a:lstStyle/>
                    <a:p>
                      <a:pPr algn="ctr"/>
                      <a:r>
                        <a:rPr lang="en-US" sz="1800" b="1" dirty="0">
                          <a:solidFill>
                            <a:srgbClr val="0000FF"/>
                          </a:solidFill>
                        </a:rPr>
                        <a:t>X</a:t>
                      </a:r>
                    </a:p>
                  </a:txBody>
                  <a:tcPr marT="45729" marB="45729"/>
                </a:tc>
                <a:tc>
                  <a:txBody>
                    <a:bodyPr/>
                    <a:lstStyle/>
                    <a:p>
                      <a:pPr algn="ctr"/>
                      <a:r>
                        <a:rPr lang="en-US" sz="1800" b="1" dirty="0">
                          <a:solidFill>
                            <a:srgbClr val="0000FF"/>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b="1" dirty="0">
                        <a:solidFill>
                          <a:srgbClr val="0000FF"/>
                        </a:solidFill>
                      </a:endParaRP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extLst>
                  <a:ext uri="{0D108BD9-81ED-4DB2-BD59-A6C34878D82A}">
                    <a16:rowId xmlns:a16="http://schemas.microsoft.com/office/drawing/2014/main" val="10002"/>
                  </a:ext>
                </a:extLst>
              </a:tr>
              <a:tr h="370916">
                <a:tc>
                  <a:txBody>
                    <a:bodyPr/>
                    <a:lstStyle/>
                    <a:p>
                      <a:r>
                        <a:rPr lang="en-US" sz="1800" dirty="0"/>
                        <a:t>3</a:t>
                      </a:r>
                    </a:p>
                  </a:txBody>
                  <a:tcPr marT="45729" marB="45729"/>
                </a:tc>
                <a:tc>
                  <a:txBody>
                    <a:bodyPr/>
                    <a:lstStyle/>
                    <a:p>
                      <a:r>
                        <a:rPr lang="en-US" sz="1800" b="1" dirty="0"/>
                        <a:t>Sustainability</a:t>
                      </a:r>
                    </a:p>
                  </a:txBody>
                  <a:tcPr marT="45729" marB="45729"/>
                </a:tc>
                <a:tc>
                  <a:txBody>
                    <a:bodyPr/>
                    <a:lstStyle/>
                    <a:p>
                      <a:pPr algn="ctr"/>
                      <a:r>
                        <a:rPr lang="en-US" sz="1800" b="1" dirty="0">
                          <a:solidFill>
                            <a:srgbClr val="FF0000"/>
                          </a:solidFill>
                        </a:rPr>
                        <a:t>x</a:t>
                      </a:r>
                    </a:p>
                  </a:txBody>
                  <a:tcPr marT="45729" marB="45729"/>
                </a:tc>
                <a:tc>
                  <a:txBody>
                    <a:bodyPr/>
                    <a:lstStyle/>
                    <a:p>
                      <a:pPr algn="ctr"/>
                      <a:r>
                        <a:rPr lang="en-US" sz="1800" b="1" dirty="0">
                          <a:solidFill>
                            <a:srgbClr val="0000FF"/>
                          </a:solidFill>
                        </a:rPr>
                        <a:t>x</a:t>
                      </a:r>
                    </a:p>
                  </a:txBody>
                  <a:tcPr marT="45729" marB="45729"/>
                </a:tc>
                <a:tc>
                  <a:txBody>
                    <a:bodyPr/>
                    <a:lstStyle/>
                    <a:p>
                      <a:pPr algn="ctr"/>
                      <a:r>
                        <a:rPr lang="en-US" sz="1800" b="1" dirty="0">
                          <a:solidFill>
                            <a:srgbClr val="0000FF"/>
                          </a:solidFill>
                        </a:rPr>
                        <a:t>x</a:t>
                      </a:r>
                    </a:p>
                  </a:txBody>
                  <a:tcPr marT="45729" marB="45729"/>
                </a:tc>
                <a:tc>
                  <a:txBody>
                    <a:bodyPr/>
                    <a:lstStyle/>
                    <a:p>
                      <a:pPr algn="ctr"/>
                      <a:r>
                        <a:rPr lang="en-US" sz="1800" b="1" dirty="0">
                          <a:solidFill>
                            <a:srgbClr val="0000FF"/>
                          </a:solidFill>
                        </a:rPr>
                        <a:t>X</a:t>
                      </a:r>
                    </a:p>
                  </a:txBody>
                  <a:tcPr marT="45729" marB="45729"/>
                </a:tc>
                <a:tc>
                  <a:txBody>
                    <a:bodyPr/>
                    <a:lstStyle/>
                    <a:p>
                      <a:pPr algn="ctr"/>
                      <a:r>
                        <a:rPr lang="en-US" sz="1800" b="1" dirty="0">
                          <a:solidFill>
                            <a:srgbClr val="0000FF"/>
                          </a:solidFill>
                        </a:rPr>
                        <a:t>x</a:t>
                      </a:r>
                    </a:p>
                  </a:txBody>
                  <a:tcPr marT="45729" marB="45729"/>
                </a:tc>
                <a:tc>
                  <a:txBody>
                    <a:bodyPr/>
                    <a:lstStyle/>
                    <a:p>
                      <a:pPr algn="ctr"/>
                      <a:r>
                        <a:rPr lang="en-US" sz="1800" b="1" dirty="0">
                          <a:solidFill>
                            <a:srgbClr val="0000FF"/>
                          </a:solidFill>
                        </a:rPr>
                        <a:t>X</a:t>
                      </a:r>
                    </a:p>
                  </a:txBody>
                  <a:tcPr marT="45729" marB="45729"/>
                </a:tc>
                <a:extLst>
                  <a:ext uri="{0D108BD9-81ED-4DB2-BD59-A6C34878D82A}">
                    <a16:rowId xmlns:a16="http://schemas.microsoft.com/office/drawing/2014/main" val="10003"/>
                  </a:ext>
                </a:extLst>
              </a:tr>
              <a:tr h="640208">
                <a:tc>
                  <a:txBody>
                    <a:bodyPr/>
                    <a:lstStyle/>
                    <a:p>
                      <a:r>
                        <a:rPr lang="en-US" sz="1800" dirty="0"/>
                        <a:t>4</a:t>
                      </a:r>
                    </a:p>
                  </a:txBody>
                  <a:tcPr marT="45729" marB="45729"/>
                </a:tc>
                <a:tc>
                  <a:txBody>
                    <a:bodyPr/>
                    <a:lstStyle/>
                    <a:p>
                      <a:r>
                        <a:rPr lang="en-US" sz="1800" b="1" dirty="0"/>
                        <a:t>Own Achievements</a:t>
                      </a:r>
                    </a:p>
                  </a:txBody>
                  <a:tcPr marT="45729" marB="45729"/>
                </a:tc>
                <a:tc>
                  <a:txBody>
                    <a:bodyPr/>
                    <a:lstStyle/>
                    <a:p>
                      <a:pPr algn="ctr"/>
                      <a:r>
                        <a:rPr lang="en-US" sz="1800" b="1" dirty="0">
                          <a:solidFill>
                            <a:srgbClr val="FF0000"/>
                          </a:solidFill>
                        </a:rPr>
                        <a:t>x</a:t>
                      </a:r>
                    </a:p>
                  </a:txBody>
                  <a:tcPr marT="45729" marB="45729"/>
                </a:tc>
                <a:tc>
                  <a:txBody>
                    <a:bodyPr/>
                    <a:lstStyle/>
                    <a:p>
                      <a:pPr algn="ctr"/>
                      <a:endParaRPr lang="en-US" sz="1800" b="1" dirty="0">
                        <a:solidFill>
                          <a:srgbClr val="0000FF"/>
                        </a:solidFill>
                      </a:endParaRPr>
                    </a:p>
                  </a:txBody>
                  <a:tcPr marT="45729" marB="45729"/>
                </a:tc>
                <a:tc>
                  <a:txBody>
                    <a:bodyPr/>
                    <a:lstStyle/>
                    <a:p>
                      <a:pPr algn="ctr"/>
                      <a:endParaRPr lang="en-US" sz="1800" b="1" dirty="0">
                        <a:solidFill>
                          <a:srgbClr val="0000FF"/>
                        </a:solidFill>
                      </a:endParaRPr>
                    </a:p>
                  </a:txBody>
                  <a:tcPr marT="45729" marB="45729"/>
                </a:tc>
                <a:tc>
                  <a:txBody>
                    <a:bodyPr/>
                    <a:lstStyle/>
                    <a:p>
                      <a:pPr algn="ctr"/>
                      <a:endParaRPr lang="en-US" sz="1800" b="1" dirty="0">
                        <a:solidFill>
                          <a:srgbClr val="0000FF"/>
                        </a:solidFill>
                      </a:endParaRPr>
                    </a:p>
                  </a:txBody>
                  <a:tcPr marT="45729" marB="45729"/>
                </a:tc>
                <a:tc>
                  <a:txBody>
                    <a:bodyPr/>
                    <a:lstStyle/>
                    <a:p>
                      <a:pPr algn="ctr"/>
                      <a:endParaRPr lang="en-US" sz="1800" b="1" dirty="0">
                        <a:solidFill>
                          <a:srgbClr val="0000FF"/>
                        </a:solidFill>
                      </a:endParaRP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extLst>
                  <a:ext uri="{0D108BD9-81ED-4DB2-BD59-A6C34878D82A}">
                    <a16:rowId xmlns:a16="http://schemas.microsoft.com/office/drawing/2014/main" val="10004"/>
                  </a:ext>
                </a:extLst>
              </a:tr>
              <a:tr h="370916">
                <a:tc>
                  <a:txBody>
                    <a:bodyPr/>
                    <a:lstStyle/>
                    <a:p>
                      <a:r>
                        <a:rPr lang="en-US" sz="1800" dirty="0"/>
                        <a:t>5</a:t>
                      </a:r>
                    </a:p>
                  </a:txBody>
                  <a:tcPr marT="45729" marB="45729"/>
                </a:tc>
                <a:tc>
                  <a:txBody>
                    <a:bodyPr/>
                    <a:lstStyle/>
                    <a:p>
                      <a:r>
                        <a:rPr lang="en-US" sz="1800" b="1" dirty="0"/>
                        <a:t>Specialization </a:t>
                      </a:r>
                    </a:p>
                  </a:txBody>
                  <a:tcPr marT="45729" marB="45729"/>
                </a:tc>
                <a:tc>
                  <a:txBody>
                    <a:bodyPr/>
                    <a:lstStyle/>
                    <a:p>
                      <a:pPr algn="ctr"/>
                      <a:r>
                        <a:rPr lang="en-US" sz="1800" b="1" dirty="0">
                          <a:solidFill>
                            <a:srgbClr val="FF0000"/>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extLst>
                  <a:ext uri="{0D108BD9-81ED-4DB2-BD59-A6C34878D82A}">
                    <a16:rowId xmlns:a16="http://schemas.microsoft.com/office/drawing/2014/main" val="10005"/>
                  </a:ext>
                </a:extLst>
              </a:tr>
              <a:tr h="370916">
                <a:tc>
                  <a:txBody>
                    <a:bodyPr/>
                    <a:lstStyle/>
                    <a:p>
                      <a:r>
                        <a:rPr lang="en-US" sz="1800" dirty="0"/>
                        <a:t>6</a:t>
                      </a:r>
                    </a:p>
                  </a:txBody>
                  <a:tcPr marT="45729" marB="45729"/>
                </a:tc>
                <a:tc>
                  <a:txBody>
                    <a:bodyPr/>
                    <a:lstStyle/>
                    <a:p>
                      <a:r>
                        <a:rPr lang="en-US" sz="1800" b="1" dirty="0"/>
                        <a:t>Loyalty</a:t>
                      </a:r>
                    </a:p>
                  </a:txBody>
                  <a:tcPr marT="45729" marB="45729"/>
                </a:tc>
                <a:tc>
                  <a:txBody>
                    <a:bodyPr/>
                    <a:lstStyle/>
                    <a:p>
                      <a:pPr algn="ctr"/>
                      <a:r>
                        <a:rPr lang="en-US" sz="1800" b="1" dirty="0">
                          <a:solidFill>
                            <a:srgbClr val="FF0000"/>
                          </a:solidFill>
                        </a:rPr>
                        <a:t>x</a:t>
                      </a:r>
                    </a:p>
                  </a:txBody>
                  <a:tcPr marT="45729" marB="45729"/>
                </a:tc>
                <a:tc>
                  <a:txBody>
                    <a:bodyPr/>
                    <a:lstStyle/>
                    <a:p>
                      <a:pPr algn="ctr"/>
                      <a:r>
                        <a:rPr lang="en-US" sz="1800" b="1" dirty="0">
                          <a:solidFill>
                            <a:srgbClr val="0000FF"/>
                          </a:solidFill>
                        </a:rPr>
                        <a:t>x</a:t>
                      </a:r>
                    </a:p>
                  </a:txBody>
                  <a:tcPr marT="45729" marB="45729"/>
                </a:tc>
                <a:tc>
                  <a:txBody>
                    <a:bodyPr/>
                    <a:lstStyle/>
                    <a:p>
                      <a:pPr algn="ctr"/>
                      <a:endParaRPr lang="en-US" sz="1800" b="1" dirty="0">
                        <a:solidFill>
                          <a:srgbClr val="0000FF"/>
                        </a:solidFill>
                      </a:endParaRPr>
                    </a:p>
                  </a:txBody>
                  <a:tcPr marT="45729" marB="45729"/>
                </a:tc>
                <a:tc>
                  <a:txBody>
                    <a:bodyPr/>
                    <a:lstStyle/>
                    <a:p>
                      <a:pPr algn="ctr"/>
                      <a:r>
                        <a:rPr lang="en-US" sz="1800" b="1">
                          <a:solidFill>
                            <a:srgbClr val="0000FF"/>
                          </a:solidFill>
                        </a:rPr>
                        <a:t>x</a:t>
                      </a:r>
                      <a:endParaRPr lang="en-US" sz="1800" b="1" dirty="0">
                        <a:solidFill>
                          <a:srgbClr val="0000FF"/>
                        </a:solidFill>
                      </a:endParaRP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tc>
                  <a:txBody>
                    <a:bodyPr/>
                    <a:lstStyle/>
                    <a:p>
                      <a:pPr algn="ctr"/>
                      <a:endParaRPr lang="en-US" sz="1800" b="1" dirty="0">
                        <a:solidFill>
                          <a:srgbClr val="0000FF"/>
                        </a:solidFill>
                      </a:endParaRPr>
                    </a:p>
                  </a:txBody>
                  <a:tcPr marT="45729" marB="45729"/>
                </a:tc>
                <a:extLst>
                  <a:ext uri="{0D108BD9-81ED-4DB2-BD59-A6C34878D82A}">
                    <a16:rowId xmlns:a16="http://schemas.microsoft.com/office/drawing/2014/main" val="10006"/>
                  </a:ext>
                </a:extLst>
              </a:tr>
              <a:tr h="370916">
                <a:tc>
                  <a:txBody>
                    <a:bodyPr/>
                    <a:lstStyle/>
                    <a:p>
                      <a:r>
                        <a:rPr lang="en-US" sz="1800" dirty="0"/>
                        <a:t>7</a:t>
                      </a:r>
                    </a:p>
                  </a:txBody>
                  <a:tcPr marT="45729" marB="45729"/>
                </a:tc>
                <a:tc>
                  <a:txBody>
                    <a:bodyPr/>
                    <a:lstStyle/>
                    <a:p>
                      <a:r>
                        <a:rPr lang="en-US" sz="1800" b="1" dirty="0"/>
                        <a:t>Truthfulness</a:t>
                      </a:r>
                    </a:p>
                  </a:txBody>
                  <a:tcPr marT="45729" marB="45729"/>
                </a:tc>
                <a:tc>
                  <a:txBody>
                    <a:bodyPr/>
                    <a:lstStyle/>
                    <a:p>
                      <a:pPr algn="ctr"/>
                      <a:r>
                        <a:rPr lang="en-US" sz="1800" b="1" dirty="0">
                          <a:solidFill>
                            <a:srgbClr val="FF0000"/>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b="1" dirty="0">
                        <a:solidFill>
                          <a:srgbClr val="0000FF"/>
                        </a:solidFill>
                      </a:endParaRP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b="1" dirty="0">
                        <a:solidFill>
                          <a:srgbClr val="0000FF"/>
                        </a:solidFill>
                      </a:endParaRPr>
                    </a:p>
                  </a:txBody>
                  <a:tcPr marT="45729" marB="45729"/>
                </a:tc>
                <a:extLst>
                  <a:ext uri="{0D108BD9-81ED-4DB2-BD59-A6C34878D82A}">
                    <a16:rowId xmlns:a16="http://schemas.microsoft.com/office/drawing/2014/main" val="10007"/>
                  </a:ext>
                </a:extLst>
              </a:tr>
              <a:tr h="640171">
                <a:tc>
                  <a:txBody>
                    <a:bodyPr/>
                    <a:lstStyle/>
                    <a:p>
                      <a:r>
                        <a:rPr lang="en-US" sz="1800" dirty="0"/>
                        <a:t>8</a:t>
                      </a:r>
                    </a:p>
                  </a:txBody>
                  <a:tcPr marT="45729" marB="45729"/>
                </a:tc>
                <a:tc>
                  <a:txBody>
                    <a:bodyPr/>
                    <a:lstStyle/>
                    <a:p>
                      <a:r>
                        <a:rPr lang="en-US" sz="1800" b="1" dirty="0"/>
                        <a:t>Lifelong Learning</a:t>
                      </a:r>
                    </a:p>
                  </a:txBody>
                  <a:tcPr marT="45729" marB="45729"/>
                </a:tc>
                <a:tc>
                  <a:txBody>
                    <a:bodyPr/>
                    <a:lstStyle/>
                    <a:p>
                      <a:pPr algn="ctr"/>
                      <a:r>
                        <a:rPr lang="en-US" sz="1800" b="1" dirty="0">
                          <a:solidFill>
                            <a:srgbClr val="FF0000"/>
                          </a:solidFill>
                        </a:rPr>
                        <a:t>x</a:t>
                      </a:r>
                    </a:p>
                  </a:txBody>
                  <a:tcPr marT="45729" marB="45729"/>
                </a:tc>
                <a:tc>
                  <a:txBody>
                    <a:bodyPr/>
                    <a:lstStyle/>
                    <a:p>
                      <a:pPr algn="ctr"/>
                      <a:r>
                        <a:rPr lang="en-US" sz="1800" b="1" dirty="0">
                          <a:solidFill>
                            <a:srgbClr val="0000FF"/>
                          </a:solidFill>
                        </a:rPr>
                        <a:t>x</a:t>
                      </a:r>
                    </a:p>
                  </a:txBody>
                  <a:tcPr marT="45729" marB="45729"/>
                </a:tc>
                <a:tc>
                  <a:txBody>
                    <a:bodyPr/>
                    <a:lstStyle/>
                    <a:p>
                      <a:pPr algn="ctr"/>
                      <a:r>
                        <a:rPr lang="en-US" sz="1800" b="1" dirty="0">
                          <a:solidFill>
                            <a:srgbClr val="0000FF"/>
                          </a:solidFill>
                        </a:rPr>
                        <a:t>x</a:t>
                      </a:r>
                    </a:p>
                  </a:txBody>
                  <a:tcPr marT="45729" marB="45729"/>
                </a:tc>
                <a:tc>
                  <a:txBody>
                    <a:bodyPr/>
                    <a:lstStyle/>
                    <a:p>
                      <a:pPr algn="ctr"/>
                      <a:r>
                        <a:rPr lang="en-US" sz="1800" b="1" dirty="0">
                          <a:solidFill>
                            <a:srgbClr val="0000FF"/>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00FF"/>
                          </a:solidFill>
                        </a:rPr>
                        <a:t>x</a:t>
                      </a:r>
                    </a:p>
                  </a:txBody>
                  <a:tcPr marT="45729" marB="45729"/>
                </a:tc>
                <a:extLst>
                  <a:ext uri="{0D108BD9-81ED-4DB2-BD59-A6C34878D82A}">
                    <a16:rowId xmlns:a16="http://schemas.microsoft.com/office/drawing/2014/main" val="10008"/>
                  </a:ext>
                </a:extLst>
              </a:tr>
              <a:tr h="370916">
                <a:tc>
                  <a:txBody>
                    <a:bodyPr/>
                    <a:lstStyle/>
                    <a:p>
                      <a:endParaRPr lang="en-US" sz="1800" dirty="0"/>
                    </a:p>
                  </a:txBody>
                  <a:tcPr marT="45729" marB="45729"/>
                </a:tc>
                <a:tc>
                  <a:txBody>
                    <a:bodyPr/>
                    <a:lstStyle/>
                    <a:p>
                      <a:endParaRPr lang="en-US" sz="1800" b="1" dirty="0"/>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b="1" dirty="0">
                        <a:solidFill>
                          <a:srgbClr val="FF0000"/>
                        </a:solidFill>
                      </a:endParaRPr>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9" marB="45729"/>
                </a:tc>
                <a:tc>
                  <a:txBody>
                    <a:bodyPr/>
                    <a:lstStyle/>
                    <a:p>
                      <a:pPr algn="ctr"/>
                      <a:endParaRPr lang="en-US" sz="1800"/>
                    </a:p>
                  </a:txBody>
                  <a:tcPr marT="45729" marB="4572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9" marB="45729"/>
                </a:tc>
                <a:extLst>
                  <a:ext uri="{0D108BD9-81ED-4DB2-BD59-A6C34878D82A}">
                    <a16:rowId xmlns:a16="http://schemas.microsoft.com/office/drawing/2014/main" val="10009"/>
                  </a:ext>
                </a:extLst>
              </a:tr>
              <a:tr h="370916">
                <a:tc>
                  <a:txBody>
                    <a:bodyPr/>
                    <a:lstStyle/>
                    <a:p>
                      <a:endParaRPr lang="en-US" sz="1800" dirty="0"/>
                    </a:p>
                  </a:txBody>
                  <a:tcPr marT="45729" marB="45729"/>
                </a:tc>
                <a:tc>
                  <a:txBody>
                    <a:bodyPr/>
                    <a:lstStyle/>
                    <a:p>
                      <a:endParaRPr lang="en-US" sz="1800" dirty="0"/>
                    </a:p>
                  </a:txBody>
                  <a:tcPr marT="45729" marB="45729"/>
                </a:tc>
                <a:tc>
                  <a:txBody>
                    <a:bodyPr/>
                    <a:lstStyle/>
                    <a:p>
                      <a:pPr algn="ctr"/>
                      <a:endParaRPr lang="en-US" sz="1800" dirty="0"/>
                    </a:p>
                  </a:txBody>
                  <a:tcPr marT="45729" marB="45729"/>
                </a:tc>
                <a:tc>
                  <a:txBody>
                    <a:bodyPr/>
                    <a:lstStyle/>
                    <a:p>
                      <a:pPr algn="ctr"/>
                      <a:endParaRPr lang="en-US" sz="1800" dirty="0"/>
                    </a:p>
                  </a:txBody>
                  <a:tcPr marT="45729" marB="45729"/>
                </a:tc>
                <a:tc>
                  <a:txBody>
                    <a:bodyPr/>
                    <a:lstStyle/>
                    <a:p>
                      <a:pPr algn="ctr"/>
                      <a:endParaRPr lang="en-US" sz="1800" dirty="0"/>
                    </a:p>
                  </a:txBody>
                  <a:tcPr marT="45729" marB="45729"/>
                </a:tc>
                <a:tc>
                  <a:txBody>
                    <a:bodyPr/>
                    <a:lstStyle/>
                    <a:p>
                      <a:pPr algn="ctr"/>
                      <a:endParaRPr lang="en-US" sz="1800" dirty="0"/>
                    </a:p>
                  </a:txBody>
                  <a:tcPr marT="45729" marB="45729"/>
                </a:tc>
                <a:tc>
                  <a:txBody>
                    <a:bodyPr/>
                    <a:lstStyle/>
                    <a:p>
                      <a:pPr algn="ctr"/>
                      <a:endParaRPr lang="en-US" sz="1800" dirty="0"/>
                    </a:p>
                  </a:txBody>
                  <a:tcPr marT="45729" marB="45729"/>
                </a:tc>
                <a:tc>
                  <a:txBody>
                    <a:bodyPr/>
                    <a:lstStyle/>
                    <a:p>
                      <a:pPr algn="ctr"/>
                      <a:endParaRPr lang="en-US" sz="1800" dirty="0"/>
                    </a:p>
                  </a:txBody>
                  <a:tcPr marT="45729" marB="45729"/>
                </a:tc>
                <a:extLst>
                  <a:ext uri="{0D108BD9-81ED-4DB2-BD59-A6C34878D82A}">
                    <a16:rowId xmlns:a16="http://schemas.microsoft.com/office/drawing/2014/main" val="1001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5F579B-A2F9-ED09-4576-CE8FD7D0087F}"/>
              </a:ext>
            </a:extLst>
          </p:cNvPr>
          <p:cNvSpPr>
            <a:spLocks noGrp="1"/>
          </p:cNvSpPr>
          <p:nvPr>
            <p:ph type="ctrTitle"/>
          </p:nvPr>
        </p:nvSpPr>
        <p:spPr>
          <a:xfrm>
            <a:off x="990600" y="1752600"/>
            <a:ext cx="6621463" cy="2133600"/>
          </a:xfrm>
        </p:spPr>
        <p:txBody>
          <a:bodyPr rtlCol="0">
            <a:noAutofit/>
          </a:bodyPr>
          <a:lstStyle/>
          <a:p>
            <a:pPr fontAlgn="auto">
              <a:spcAft>
                <a:spcPts val="0"/>
              </a:spcAft>
              <a:defRPr/>
            </a:pPr>
            <a:r>
              <a:rPr lang="en-US" sz="4800" b="1" dirty="0">
                <a:solidFill>
                  <a:schemeClr val="accent5">
                    <a:lumMod val="60000"/>
                    <a:lumOff val="40000"/>
                  </a:schemeClr>
                </a:solidFill>
              </a:rPr>
              <a:t>CODE OF CONDUCT </a:t>
            </a:r>
            <a:br>
              <a:rPr lang="en-US" sz="4800" b="1" dirty="0">
                <a:solidFill>
                  <a:schemeClr val="accent5">
                    <a:lumMod val="60000"/>
                    <a:lumOff val="40000"/>
                  </a:schemeClr>
                </a:solidFill>
              </a:rPr>
            </a:br>
            <a:r>
              <a:rPr lang="en-US" sz="4800" b="1" dirty="0">
                <a:solidFill>
                  <a:schemeClr val="accent5">
                    <a:lumMod val="60000"/>
                    <a:lumOff val="40000"/>
                  </a:schemeClr>
                </a:solidFill>
              </a:rPr>
              <a:t>OF INDUSTRIES</a:t>
            </a:r>
            <a:endParaRPr lang="en-US" sz="4800" dirty="0"/>
          </a:p>
        </p:txBody>
      </p:sp>
      <p:sp>
        <p:nvSpPr>
          <p:cNvPr id="6" name="Subtitle 5">
            <a:extLst>
              <a:ext uri="{FF2B5EF4-FFF2-40B4-BE49-F238E27FC236}">
                <a16:creationId xmlns:a16="http://schemas.microsoft.com/office/drawing/2014/main" id="{09481D69-8D2E-190B-D741-651EA5F90768}"/>
              </a:ext>
            </a:extLst>
          </p:cNvPr>
          <p:cNvSpPr>
            <a:spLocks noGrp="1"/>
          </p:cNvSpPr>
          <p:nvPr>
            <p:ph type="subTitle" idx="1"/>
          </p:nvPr>
        </p:nvSpPr>
        <p:spPr/>
        <p:txBody>
          <a:bodyPr rtlCol="0">
            <a:normAutofit/>
          </a:bodyPr>
          <a:lstStyle/>
          <a:p>
            <a:pPr fontAlgn="auto">
              <a:spcAft>
                <a:spcPts val="0"/>
              </a:spcAft>
              <a:buFont typeface="Wingdings 3" charset="2"/>
              <a:buNone/>
              <a:defRPr/>
            </a:pPr>
            <a:endParaRPr lang="en-US"/>
          </a:p>
        </p:txBody>
      </p:sp>
      <p:sp>
        <p:nvSpPr>
          <p:cNvPr id="70660" name="Slide Number Placeholder 3">
            <a:extLst>
              <a:ext uri="{FF2B5EF4-FFF2-40B4-BE49-F238E27FC236}">
                <a16:creationId xmlns:a16="http://schemas.microsoft.com/office/drawing/2014/main" id="{9F1417C8-C671-7CD4-10AB-06EC1A80809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38C6711B-4C67-4E20-942B-FDA7A548618E}" type="slidenum">
              <a:rPr lang="en-US" altLang="en-US" sz="2800">
                <a:solidFill>
                  <a:srgbClr val="FFFFFF"/>
                </a:solidFill>
                <a:latin typeface="Arial" panose="020B0604020202020204" pitchFamily="34" charset="0"/>
              </a:rPr>
              <a:pPr>
                <a:spcBef>
                  <a:spcPct val="0"/>
                </a:spcBef>
                <a:buClrTx/>
                <a:buSzTx/>
                <a:buFontTx/>
                <a:buNone/>
              </a:pPr>
              <a:t>25</a:t>
            </a:fld>
            <a:endParaRPr lang="en-US" altLang="en-US" sz="2800">
              <a:solidFill>
                <a:srgbClr val="FFFFFF"/>
              </a:solidFill>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2">
            <a:extLst>
              <a:ext uri="{FF2B5EF4-FFF2-40B4-BE49-F238E27FC236}">
                <a16:creationId xmlns:a16="http://schemas.microsoft.com/office/drawing/2014/main" id="{49D2B67F-8F18-CBE9-7A32-817ED505B396}"/>
              </a:ext>
            </a:extLst>
          </p:cNvPr>
          <p:cNvSpPr>
            <a:spLocks noGrp="1"/>
          </p:cNvSpPr>
          <p:nvPr>
            <p:ph type="title"/>
          </p:nvPr>
        </p:nvSpPr>
        <p:spPr>
          <a:xfrm>
            <a:off x="381000" y="457200"/>
            <a:ext cx="7364413" cy="919163"/>
          </a:xfrm>
        </p:spPr>
        <p:txBody>
          <a:bodyPr rtlCol="0">
            <a:noAutofit/>
          </a:bodyPr>
          <a:lstStyle/>
          <a:p>
            <a:pPr fontAlgn="auto">
              <a:spcAft>
                <a:spcPts val="0"/>
              </a:spcAft>
              <a:defRPr/>
            </a:pPr>
            <a:r>
              <a:rPr lang="en-US" b="1" dirty="0">
                <a:solidFill>
                  <a:schemeClr val="accent5">
                    <a:lumMod val="60000"/>
                    <a:lumOff val="40000"/>
                  </a:schemeClr>
                </a:solidFill>
              </a:rPr>
              <a:t>Industry – Code of Conduct</a:t>
            </a:r>
          </a:p>
        </p:txBody>
      </p:sp>
      <p:sp>
        <p:nvSpPr>
          <p:cNvPr id="4" name="Content Placeholder 3">
            <a:extLst>
              <a:ext uri="{FF2B5EF4-FFF2-40B4-BE49-F238E27FC236}">
                <a16:creationId xmlns:a16="http://schemas.microsoft.com/office/drawing/2014/main" id="{27F4B452-0608-4E4F-4561-159A27153F2B}"/>
              </a:ext>
            </a:extLst>
          </p:cNvPr>
          <p:cNvSpPr>
            <a:spLocks noGrp="1"/>
          </p:cNvSpPr>
          <p:nvPr>
            <p:ph idx="1"/>
          </p:nvPr>
        </p:nvSpPr>
        <p:spPr>
          <a:xfrm>
            <a:off x="762000" y="1905000"/>
            <a:ext cx="6711950" cy="4953000"/>
          </a:xfrm>
        </p:spPr>
        <p:txBody>
          <a:bodyPr rtlCol="0">
            <a:normAutofit/>
          </a:bodyPr>
          <a:lstStyle/>
          <a:p>
            <a:pPr fontAlgn="auto">
              <a:spcAft>
                <a:spcPts val="0"/>
              </a:spcAft>
              <a:buFont typeface="Wingdings 3" charset="2"/>
              <a:buChar char=""/>
              <a:defRPr/>
            </a:pPr>
            <a:r>
              <a:rPr lang="en-US" sz="2400" b="1" dirty="0">
                <a:solidFill>
                  <a:schemeClr val="bg2">
                    <a:lumMod val="60000"/>
                    <a:lumOff val="40000"/>
                  </a:schemeClr>
                </a:solidFill>
                <a:hlinkClick r:id="rId2" action="ppaction://hlinkfile"/>
              </a:rPr>
              <a:t>ROUGHTON INTERNATIONAL </a:t>
            </a:r>
          </a:p>
          <a:p>
            <a:pPr lvl="1" fontAlgn="auto">
              <a:spcAft>
                <a:spcPts val="0"/>
              </a:spcAft>
              <a:buFont typeface="Wingdings 3" charset="2"/>
              <a:buChar char=""/>
              <a:defRPr/>
            </a:pPr>
            <a:r>
              <a:rPr lang="en-US" sz="2200" b="1" dirty="0">
                <a:solidFill>
                  <a:schemeClr val="bg2">
                    <a:lumMod val="60000"/>
                    <a:lumOff val="40000"/>
                  </a:schemeClr>
                </a:solidFill>
                <a:hlinkClick r:id="rId2" action="ppaction://hlinkfile"/>
              </a:rPr>
              <a:t>Bribery Act  </a:t>
            </a:r>
          </a:p>
          <a:p>
            <a:pPr fontAlgn="auto">
              <a:spcAft>
                <a:spcPts val="0"/>
              </a:spcAft>
              <a:buFont typeface="Wingdings 3" charset="2"/>
              <a:buChar char=""/>
              <a:defRPr/>
            </a:pPr>
            <a:r>
              <a:rPr lang="en-US" sz="2400" b="1" dirty="0">
                <a:solidFill>
                  <a:schemeClr val="bg2">
                    <a:lumMod val="60000"/>
                    <a:lumOff val="40000"/>
                  </a:schemeClr>
                </a:solidFill>
                <a:hlinkClick r:id="rId2" action="ppaction://hlinkfile"/>
              </a:rPr>
              <a:t>IMC Worldwide</a:t>
            </a:r>
          </a:p>
          <a:p>
            <a:pPr lvl="1" fontAlgn="auto">
              <a:spcAft>
                <a:spcPts val="0"/>
              </a:spcAft>
              <a:buFont typeface="Wingdings 3" charset="2"/>
              <a:buChar char=""/>
              <a:defRPr/>
            </a:pPr>
            <a:r>
              <a:rPr lang="en-US" sz="2200" b="1" dirty="0">
                <a:solidFill>
                  <a:schemeClr val="bg2">
                    <a:lumMod val="60000"/>
                    <a:lumOff val="40000"/>
                  </a:schemeClr>
                </a:solidFill>
                <a:hlinkClick r:id="rId2" action="ppaction://hlinkfile"/>
              </a:rPr>
              <a:t>Business Ethics Policy    </a:t>
            </a:r>
          </a:p>
          <a:p>
            <a:pPr fontAlgn="auto">
              <a:spcAft>
                <a:spcPts val="0"/>
              </a:spcAft>
              <a:buFont typeface="Wingdings 3" charset="2"/>
              <a:buChar char=""/>
              <a:defRPr/>
            </a:pPr>
            <a:r>
              <a:rPr lang="en-US" sz="2400" b="1" dirty="0">
                <a:solidFill>
                  <a:schemeClr val="bg2">
                    <a:lumMod val="60000"/>
                    <a:lumOff val="40000"/>
                  </a:schemeClr>
                </a:solidFill>
                <a:hlinkClick r:id="rId2" action="ppaction://hlinkfile"/>
              </a:rPr>
              <a:t>Mitsubishi Corporation</a:t>
            </a:r>
          </a:p>
          <a:p>
            <a:pPr lvl="1" fontAlgn="auto">
              <a:spcAft>
                <a:spcPts val="0"/>
              </a:spcAft>
              <a:buFont typeface="Wingdings 3" charset="2"/>
              <a:buChar char=""/>
              <a:defRPr/>
            </a:pPr>
            <a:r>
              <a:rPr lang="en-US" sz="2200" b="1" dirty="0">
                <a:solidFill>
                  <a:srgbClr val="FF0000"/>
                </a:solidFill>
              </a:rPr>
              <a:t>Code of Conduct   </a:t>
            </a:r>
          </a:p>
          <a:p>
            <a:pPr fontAlgn="auto">
              <a:spcAft>
                <a:spcPts val="0"/>
              </a:spcAft>
              <a:buFont typeface="Wingdings 3" charset="2"/>
              <a:buChar char=""/>
              <a:defRPr/>
            </a:pPr>
            <a:r>
              <a:rPr lang="en-US" sz="2400" b="1" u="sng" dirty="0">
                <a:solidFill>
                  <a:srgbClr val="FF0000"/>
                </a:solidFill>
              </a:rPr>
              <a:t>Boeing</a:t>
            </a:r>
            <a:r>
              <a:rPr lang="en-US" sz="2400" b="1" u="sng" dirty="0">
                <a:solidFill>
                  <a:srgbClr val="FF0000"/>
                </a:solidFill>
                <a:hlinkClick r:id="rId2" action="ppaction://hlinkfile">
                  <a:extLst>
                    <a:ext uri="{A12FA001-AC4F-418D-AE19-62706E023703}">
                      <ahyp:hlinkClr xmlns:ahyp="http://schemas.microsoft.com/office/drawing/2018/hyperlinkcolor" val="tx"/>
                    </a:ext>
                  </a:extLst>
                </a:hlinkClick>
              </a:rPr>
              <a:t> C</a:t>
            </a:r>
            <a:r>
              <a:rPr lang="en-US" sz="2400" b="1" u="sng" dirty="0">
                <a:solidFill>
                  <a:srgbClr val="EF5285"/>
                </a:solidFill>
                <a:hlinkClick r:id="rId2" action="ppaction://hlinkfile">
                  <a:extLst>
                    <a:ext uri="{A12FA001-AC4F-418D-AE19-62706E023703}">
                      <ahyp:hlinkClr xmlns:ahyp="http://schemas.microsoft.com/office/drawing/2018/hyperlinkcolor" val="tx"/>
                    </a:ext>
                  </a:extLst>
                </a:hlinkClick>
              </a:rPr>
              <a:t>orporation</a:t>
            </a:r>
          </a:p>
          <a:p>
            <a:pPr lvl="1" fontAlgn="auto">
              <a:spcAft>
                <a:spcPts val="0"/>
              </a:spcAft>
              <a:buFont typeface="Wingdings 3" charset="2"/>
              <a:buChar char=""/>
              <a:defRPr/>
            </a:pPr>
            <a:r>
              <a:rPr lang="en-US" sz="2200" b="1" dirty="0">
                <a:solidFill>
                  <a:srgbClr val="EF5285"/>
                </a:solidFill>
                <a:hlinkClick r:id="rId2" action="ppaction://hlinkfile">
                  <a:extLst>
                    <a:ext uri="{A12FA001-AC4F-418D-AE19-62706E023703}">
                      <ahyp:hlinkClr xmlns:ahyp="http://schemas.microsoft.com/office/drawing/2018/hyperlinkcolor" val="tx"/>
                    </a:ext>
                  </a:extLst>
                </a:hlinkClick>
              </a:rPr>
              <a:t>Code of Conduct   </a:t>
            </a:r>
          </a:p>
          <a:p>
            <a:pPr fontAlgn="auto">
              <a:spcAft>
                <a:spcPts val="0"/>
              </a:spcAft>
              <a:buFont typeface="Wingdings 3" charset="2"/>
              <a:buChar char=""/>
              <a:defRPr/>
            </a:pPr>
            <a:r>
              <a:rPr lang="en-US" sz="2400" b="1" dirty="0">
                <a:solidFill>
                  <a:srgbClr val="EF5285"/>
                </a:solidFill>
                <a:hlinkClick r:id="rId2" action="ppaction://hlinkfile">
                  <a:extLst>
                    <a:ext uri="{A12FA001-AC4F-418D-AE19-62706E023703}">
                      <ahyp:hlinkClr xmlns:ahyp="http://schemas.microsoft.com/office/drawing/2018/hyperlinkcolor" val="tx"/>
                    </a:ext>
                  </a:extLst>
                </a:hlinkClick>
              </a:rPr>
              <a:t> Volkswagen </a:t>
            </a:r>
          </a:p>
          <a:p>
            <a:pPr lvl="1" fontAlgn="auto">
              <a:spcAft>
                <a:spcPts val="0"/>
              </a:spcAft>
              <a:buFont typeface="Wingdings 3" charset="2"/>
              <a:buChar char=""/>
              <a:defRPr/>
            </a:pPr>
            <a:r>
              <a:rPr lang="en-US" sz="2200" b="1" dirty="0">
                <a:solidFill>
                  <a:srgbClr val="EF5285"/>
                </a:solidFill>
                <a:hlinkClick r:id="rId2" action="ppaction://hlinkfile">
                  <a:extLst>
                    <a:ext uri="{A12FA001-AC4F-418D-AE19-62706E023703}">
                      <ahyp:hlinkClr xmlns:ahyp="http://schemas.microsoft.com/office/drawing/2018/hyperlinkcolor" val="tx"/>
                    </a:ext>
                  </a:extLst>
                </a:hlinkClick>
              </a:rPr>
              <a:t>Code of Conduct                                             </a:t>
            </a:r>
          </a:p>
        </p:txBody>
      </p:sp>
      <p:sp>
        <p:nvSpPr>
          <p:cNvPr id="71684" name="Slide Number Placeholder 1">
            <a:extLst>
              <a:ext uri="{FF2B5EF4-FFF2-40B4-BE49-F238E27FC236}">
                <a16:creationId xmlns:a16="http://schemas.microsoft.com/office/drawing/2014/main" id="{FEE73886-BE60-6CC5-0F5C-599293634FB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B1CD66E8-5229-4D8D-BC6E-F96FA5E98B12}" type="slidenum">
              <a:rPr lang="en-US" altLang="en-US" sz="2800">
                <a:solidFill>
                  <a:srgbClr val="FFFFFF"/>
                </a:solidFill>
                <a:latin typeface="Arial" panose="020B0604020202020204" pitchFamily="34" charset="0"/>
              </a:rPr>
              <a:pPr>
                <a:spcBef>
                  <a:spcPct val="0"/>
                </a:spcBef>
                <a:buClrTx/>
                <a:buSzTx/>
                <a:buFontTx/>
                <a:buNone/>
              </a:pPr>
              <a:t>26</a:t>
            </a:fld>
            <a:endParaRPr lang="en-US" altLang="en-US" sz="2800">
              <a:solidFill>
                <a:srgbClr val="FFFFFF"/>
              </a:solidFill>
              <a:latin typeface="Arial" panose="020B0604020202020204" pitchFamily="34" charset="0"/>
            </a:endParaRPr>
          </a:p>
        </p:txBody>
      </p:sp>
      <p:sp>
        <p:nvSpPr>
          <p:cNvPr id="5" name="Right Arrow 4">
            <a:hlinkClick r:id="rId3" action="ppaction://hlinkpres?slideindex=1&amp;slidetitle="/>
            <a:extLst>
              <a:ext uri="{FF2B5EF4-FFF2-40B4-BE49-F238E27FC236}">
                <a16:creationId xmlns:a16="http://schemas.microsoft.com/office/drawing/2014/main" id="{A041105F-D05F-BAEA-FA93-FE9D0935D9A0}"/>
              </a:ext>
            </a:extLst>
          </p:cNvPr>
          <p:cNvSpPr/>
          <p:nvPr/>
        </p:nvSpPr>
        <p:spPr>
          <a:xfrm>
            <a:off x="6096000" y="2514600"/>
            <a:ext cx="914400"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ight Arrow 5">
            <a:hlinkClick r:id="rId4" action="ppaction://hlinkfile"/>
            <a:extLst>
              <a:ext uri="{FF2B5EF4-FFF2-40B4-BE49-F238E27FC236}">
                <a16:creationId xmlns:a16="http://schemas.microsoft.com/office/drawing/2014/main" id="{F3C50002-C153-7E50-D237-EDFD0EB2619B}"/>
              </a:ext>
            </a:extLst>
          </p:cNvPr>
          <p:cNvSpPr/>
          <p:nvPr/>
        </p:nvSpPr>
        <p:spPr>
          <a:xfrm>
            <a:off x="6096000" y="3352800"/>
            <a:ext cx="914400" cy="533400"/>
          </a:xfrm>
          <a:prstGeom prst="right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ight Arrow 6">
            <a:hlinkClick r:id="rId5" action="ppaction://hlinkfile"/>
            <a:extLst>
              <a:ext uri="{FF2B5EF4-FFF2-40B4-BE49-F238E27FC236}">
                <a16:creationId xmlns:a16="http://schemas.microsoft.com/office/drawing/2014/main" id="{0C28E3D9-AD69-0623-7E40-B7FCE3EC5EFE}"/>
              </a:ext>
            </a:extLst>
          </p:cNvPr>
          <p:cNvSpPr/>
          <p:nvPr/>
        </p:nvSpPr>
        <p:spPr>
          <a:xfrm>
            <a:off x="6096000" y="4267200"/>
            <a:ext cx="914400" cy="533400"/>
          </a:xfrm>
          <a:prstGeom prst="rightArrow">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accent2">
                  <a:lumMod val="60000"/>
                  <a:lumOff val="40000"/>
                </a:schemeClr>
              </a:solidFill>
            </a:endParaRPr>
          </a:p>
        </p:txBody>
      </p:sp>
      <p:sp>
        <p:nvSpPr>
          <p:cNvPr id="8" name="Right Arrow 7">
            <a:hlinkClick r:id="rId6" action="ppaction://hlinkfile"/>
            <a:extLst>
              <a:ext uri="{FF2B5EF4-FFF2-40B4-BE49-F238E27FC236}">
                <a16:creationId xmlns:a16="http://schemas.microsoft.com/office/drawing/2014/main" id="{E8C33CBC-9575-034D-46AC-80C3E49F02E6}"/>
              </a:ext>
            </a:extLst>
          </p:cNvPr>
          <p:cNvSpPr/>
          <p:nvPr/>
        </p:nvSpPr>
        <p:spPr>
          <a:xfrm>
            <a:off x="6096000" y="5181600"/>
            <a:ext cx="914400" cy="533400"/>
          </a:xfrm>
          <a:prstGeom prst="rightArrow">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accent2">
                  <a:lumMod val="60000"/>
                  <a:lumOff val="40000"/>
                </a:schemeClr>
              </a:solidFill>
            </a:endParaRPr>
          </a:p>
        </p:txBody>
      </p:sp>
      <p:sp>
        <p:nvSpPr>
          <p:cNvPr id="9" name="Right Arrow 8">
            <a:hlinkClick r:id="rId7" action="ppaction://hlinkfile"/>
            <a:extLst>
              <a:ext uri="{FF2B5EF4-FFF2-40B4-BE49-F238E27FC236}">
                <a16:creationId xmlns:a16="http://schemas.microsoft.com/office/drawing/2014/main" id="{21D64F47-EB61-FE4C-A376-17E538C4B8F4}"/>
              </a:ext>
            </a:extLst>
          </p:cNvPr>
          <p:cNvSpPr/>
          <p:nvPr/>
        </p:nvSpPr>
        <p:spPr>
          <a:xfrm>
            <a:off x="6096000" y="6172200"/>
            <a:ext cx="914400" cy="533400"/>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accent2">
                  <a:lumMod val="60000"/>
                  <a:lumOff val="40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2">
            <a:extLst>
              <a:ext uri="{FF2B5EF4-FFF2-40B4-BE49-F238E27FC236}">
                <a16:creationId xmlns:a16="http://schemas.microsoft.com/office/drawing/2014/main" id="{0D34B828-D28F-52B7-B85F-36804545CD35}"/>
              </a:ext>
            </a:extLst>
          </p:cNvPr>
          <p:cNvSpPr>
            <a:spLocks noGrp="1" noChangeArrowheads="1"/>
          </p:cNvSpPr>
          <p:nvPr>
            <p:ph type="ctrTitle"/>
          </p:nvPr>
        </p:nvSpPr>
        <p:spPr>
          <a:xfrm>
            <a:off x="1066800" y="1981200"/>
            <a:ext cx="6621463" cy="1981200"/>
          </a:xfrm>
        </p:spPr>
        <p:txBody>
          <a:bodyPr/>
          <a:lstStyle/>
          <a:p>
            <a:r>
              <a:rPr lang="en-US" altLang="en-US" sz="4800" b="1"/>
              <a:t>CORPORATE SOCIAL RESPONSIBILITY</a:t>
            </a:r>
          </a:p>
        </p:txBody>
      </p:sp>
      <p:sp>
        <p:nvSpPr>
          <p:cNvPr id="4" name="Subtitle 3">
            <a:extLst>
              <a:ext uri="{FF2B5EF4-FFF2-40B4-BE49-F238E27FC236}">
                <a16:creationId xmlns:a16="http://schemas.microsoft.com/office/drawing/2014/main" id="{33493370-0048-95AF-DB7D-BB50DBFE12B5}"/>
              </a:ext>
            </a:extLst>
          </p:cNvPr>
          <p:cNvSpPr>
            <a:spLocks noGrp="1"/>
          </p:cNvSpPr>
          <p:nvPr>
            <p:ph type="subTitle" idx="1"/>
          </p:nvPr>
        </p:nvSpPr>
        <p:spPr/>
        <p:txBody>
          <a:bodyPr rtlCol="0">
            <a:normAutofit/>
          </a:bodyPr>
          <a:lstStyle/>
          <a:p>
            <a:pPr fontAlgn="auto">
              <a:spcAft>
                <a:spcPts val="0"/>
              </a:spcAft>
              <a:buFont typeface="Wingdings 3" charset="2"/>
              <a:buNone/>
              <a:defRPr/>
            </a:pPr>
            <a:endParaRPr lang="en-US" dirty="0"/>
          </a:p>
        </p:txBody>
      </p:sp>
      <p:sp>
        <p:nvSpPr>
          <p:cNvPr id="63492" name="Slide Number Placeholder 1">
            <a:extLst>
              <a:ext uri="{FF2B5EF4-FFF2-40B4-BE49-F238E27FC236}">
                <a16:creationId xmlns:a16="http://schemas.microsoft.com/office/drawing/2014/main" id="{789EE325-7899-78FB-75BA-FE3197B5309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84D06880-A8AD-4394-946C-2699223A6648}" type="slidenum">
              <a:rPr lang="en-US" altLang="en-US" sz="2800">
                <a:solidFill>
                  <a:srgbClr val="FFFFFF"/>
                </a:solidFill>
                <a:latin typeface="Arial" panose="020B0604020202020204" pitchFamily="34" charset="0"/>
              </a:rPr>
              <a:pPr>
                <a:spcBef>
                  <a:spcPct val="0"/>
                </a:spcBef>
                <a:buClrTx/>
                <a:buSzTx/>
                <a:buFontTx/>
                <a:buNone/>
              </a:pPr>
              <a:t>27</a:t>
            </a:fld>
            <a:endParaRPr lang="en-US" altLang="en-US" sz="2800">
              <a:solidFill>
                <a:srgbClr val="FFFFFF"/>
              </a:solidFill>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2">
            <a:extLst>
              <a:ext uri="{FF2B5EF4-FFF2-40B4-BE49-F238E27FC236}">
                <a16:creationId xmlns:a16="http://schemas.microsoft.com/office/drawing/2014/main" id="{D262BA28-50F7-79A5-1F2B-58F656A07D95}"/>
              </a:ext>
            </a:extLst>
          </p:cNvPr>
          <p:cNvSpPr>
            <a:spLocks noGrp="1" noChangeArrowheads="1"/>
          </p:cNvSpPr>
          <p:nvPr>
            <p:ph type="title"/>
          </p:nvPr>
        </p:nvSpPr>
        <p:spPr>
          <a:xfrm>
            <a:off x="381000" y="1066800"/>
            <a:ext cx="8534400" cy="990600"/>
          </a:xfrm>
        </p:spPr>
        <p:txBody>
          <a:bodyPr>
            <a:normAutofit fontScale="90000"/>
          </a:bodyPr>
          <a:lstStyle/>
          <a:p>
            <a:r>
              <a:rPr lang="en-US" altLang="en-US" b="1"/>
              <a:t>Corporate Social Responsibility</a:t>
            </a:r>
            <a:br>
              <a:rPr lang="en-US" altLang="en-US"/>
            </a:br>
            <a:endParaRPr lang="en-US" altLang="en-US"/>
          </a:p>
        </p:txBody>
      </p:sp>
      <p:sp>
        <p:nvSpPr>
          <p:cNvPr id="4" name="Content Placeholder 3">
            <a:extLst>
              <a:ext uri="{FF2B5EF4-FFF2-40B4-BE49-F238E27FC236}">
                <a16:creationId xmlns:a16="http://schemas.microsoft.com/office/drawing/2014/main" id="{EB643076-B3C3-7739-D69F-39DEDBB24F75}"/>
              </a:ext>
            </a:extLst>
          </p:cNvPr>
          <p:cNvSpPr>
            <a:spLocks noGrp="1" noChangeArrowheads="1"/>
          </p:cNvSpPr>
          <p:nvPr>
            <p:ph idx="1"/>
          </p:nvPr>
        </p:nvSpPr>
        <p:spPr>
          <a:xfrm>
            <a:off x="838200" y="2209800"/>
            <a:ext cx="7467600" cy="4195763"/>
          </a:xfrm>
        </p:spPr>
        <p:txBody>
          <a:bodyPr/>
          <a:lstStyle/>
          <a:p>
            <a:r>
              <a:rPr lang="en-US" altLang="en-US" sz="2800"/>
              <a:t>CSR aims to ensure that companies conduct their business in a way that is ethical. </a:t>
            </a:r>
          </a:p>
          <a:p>
            <a:endParaRPr lang="en-US" altLang="en-US" sz="2800"/>
          </a:p>
          <a:p>
            <a:r>
              <a:rPr lang="en-US" altLang="en-US" sz="2800"/>
              <a:t>This means taking account of their social, economic and environmental impact, and consideration of human rights.</a:t>
            </a:r>
          </a:p>
        </p:txBody>
      </p:sp>
      <p:sp>
        <p:nvSpPr>
          <p:cNvPr id="64516" name="Slide Number Placeholder 1">
            <a:extLst>
              <a:ext uri="{FF2B5EF4-FFF2-40B4-BE49-F238E27FC236}">
                <a16:creationId xmlns:a16="http://schemas.microsoft.com/office/drawing/2014/main" id="{1E89E29C-FF85-1D8F-75CE-B5810D3C87C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15359A20-3F32-4F3C-B1C9-A5C7FDED0455}" type="slidenum">
              <a:rPr lang="en-US" altLang="en-US" sz="2800">
                <a:solidFill>
                  <a:srgbClr val="FFFFFF"/>
                </a:solidFill>
                <a:latin typeface="Arial" panose="020B0604020202020204" pitchFamily="34" charset="0"/>
              </a:rPr>
              <a:pPr>
                <a:spcBef>
                  <a:spcPct val="0"/>
                </a:spcBef>
                <a:buClrTx/>
                <a:buSzTx/>
                <a:buFontTx/>
                <a:buNone/>
              </a:pPr>
              <a:t>28</a:t>
            </a:fld>
            <a:endParaRPr lang="en-US" altLang="en-US" sz="2800">
              <a:solidFill>
                <a:srgbClr val="FFFFFF"/>
              </a:solidFill>
              <a:latin typeface="Arial" panose="020B0604020202020204" pitchFamily="34" charset="0"/>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A2B74A57-BF8A-090D-EB9D-7EA4974EA9C7}"/>
              </a:ext>
            </a:extLst>
          </p:cNvPr>
          <p:cNvSpPr>
            <a:spLocks noGrp="1" noChangeArrowheads="1"/>
          </p:cNvSpPr>
          <p:nvPr>
            <p:ph type="title"/>
          </p:nvPr>
        </p:nvSpPr>
        <p:spPr>
          <a:xfrm>
            <a:off x="712788" y="914400"/>
            <a:ext cx="8431212" cy="914400"/>
          </a:xfrm>
        </p:spPr>
        <p:txBody>
          <a:bodyPr>
            <a:normAutofit fontScale="90000"/>
          </a:bodyPr>
          <a:lstStyle/>
          <a:p>
            <a:r>
              <a:rPr lang="en-US" altLang="en-US" b="1"/>
              <a:t>Corporate Social Responsibility</a:t>
            </a:r>
            <a:br>
              <a:rPr lang="en-US" altLang="en-US"/>
            </a:br>
            <a:endParaRPr lang="en-US" altLang="en-US"/>
          </a:p>
        </p:txBody>
      </p:sp>
      <p:sp>
        <p:nvSpPr>
          <p:cNvPr id="3" name="Content Placeholder 2">
            <a:extLst>
              <a:ext uri="{FF2B5EF4-FFF2-40B4-BE49-F238E27FC236}">
                <a16:creationId xmlns:a16="http://schemas.microsoft.com/office/drawing/2014/main" id="{49750FB1-FA8E-721C-02C9-93CFF3B1BD4C}"/>
              </a:ext>
            </a:extLst>
          </p:cNvPr>
          <p:cNvSpPr>
            <a:spLocks noGrp="1"/>
          </p:cNvSpPr>
          <p:nvPr>
            <p:ph idx="1"/>
          </p:nvPr>
        </p:nvSpPr>
        <p:spPr>
          <a:xfrm>
            <a:off x="827088" y="1828800"/>
            <a:ext cx="7859712" cy="4419600"/>
          </a:xfrm>
        </p:spPr>
        <p:txBody>
          <a:bodyPr rtlCol="0">
            <a:normAutofit/>
          </a:bodyPr>
          <a:lstStyle/>
          <a:p>
            <a:pPr fontAlgn="auto">
              <a:spcAft>
                <a:spcPts val="0"/>
              </a:spcAft>
              <a:buFont typeface="Wingdings 3" panose="05040102010807070707" pitchFamily="18" charset="2"/>
              <a:buNone/>
              <a:defRPr/>
            </a:pPr>
            <a:r>
              <a:rPr lang="en-US" altLang="en-US" sz="2400" dirty="0"/>
              <a:t>CSR can involve a range of activities such as:</a:t>
            </a:r>
          </a:p>
          <a:p>
            <a:pPr fontAlgn="auto">
              <a:spcAft>
                <a:spcPts val="0"/>
              </a:spcAft>
              <a:buFont typeface="Wingdings 3" charset="2"/>
              <a:buChar char=""/>
              <a:defRPr/>
            </a:pPr>
            <a:r>
              <a:rPr lang="en-US" altLang="en-US" sz="2400" b="1" dirty="0">
                <a:solidFill>
                  <a:srgbClr val="0000FF"/>
                </a:solidFill>
              </a:rPr>
              <a:t>Working in partnership with local communities</a:t>
            </a:r>
          </a:p>
          <a:p>
            <a:pPr marL="0" indent="0" fontAlgn="auto">
              <a:spcAft>
                <a:spcPts val="0"/>
              </a:spcAft>
              <a:buFont typeface="Wingdings 3" panose="05040102010807070707" pitchFamily="18" charset="2"/>
              <a:buNone/>
              <a:defRPr/>
            </a:pPr>
            <a:endParaRPr lang="en-US" altLang="en-US" sz="2400" b="1" dirty="0">
              <a:solidFill>
                <a:srgbClr val="00B0F0"/>
              </a:solidFill>
            </a:endParaRPr>
          </a:p>
          <a:p>
            <a:pPr fontAlgn="auto">
              <a:spcAft>
                <a:spcPts val="0"/>
              </a:spcAft>
              <a:buFont typeface="Wingdings 3" charset="2"/>
              <a:buChar char=""/>
              <a:defRPr/>
            </a:pPr>
            <a:r>
              <a:rPr lang="en-US" altLang="en-US" sz="2400" b="1" dirty="0">
                <a:solidFill>
                  <a:schemeClr val="accent1">
                    <a:lumMod val="75000"/>
                  </a:schemeClr>
                </a:solidFill>
              </a:rPr>
              <a:t>Socially responsible investment (SRI)</a:t>
            </a:r>
          </a:p>
          <a:p>
            <a:pPr marL="0" indent="0" fontAlgn="auto">
              <a:spcAft>
                <a:spcPts val="0"/>
              </a:spcAft>
              <a:buFont typeface="Wingdings 3" panose="05040102010807070707" pitchFamily="18" charset="2"/>
              <a:buNone/>
              <a:defRPr/>
            </a:pPr>
            <a:endParaRPr lang="en-US" altLang="en-US" sz="2400" dirty="0"/>
          </a:p>
          <a:p>
            <a:pPr fontAlgn="auto">
              <a:spcAft>
                <a:spcPts val="0"/>
              </a:spcAft>
              <a:buFont typeface="Wingdings 3" charset="2"/>
              <a:buChar char=""/>
              <a:defRPr/>
            </a:pPr>
            <a:r>
              <a:rPr lang="en-US" altLang="en-US" sz="2400" b="1" dirty="0">
                <a:solidFill>
                  <a:schemeClr val="accent4">
                    <a:lumMod val="75000"/>
                  </a:schemeClr>
                </a:solidFill>
              </a:rPr>
              <a:t>Developing relationships with employees and customers</a:t>
            </a:r>
          </a:p>
          <a:p>
            <a:pPr marL="0" indent="0" fontAlgn="auto">
              <a:spcAft>
                <a:spcPts val="0"/>
              </a:spcAft>
              <a:buFont typeface="Wingdings 3" panose="05040102010807070707" pitchFamily="18" charset="2"/>
              <a:buNone/>
              <a:defRPr/>
            </a:pPr>
            <a:endParaRPr lang="en-US" altLang="en-US" sz="2400" dirty="0"/>
          </a:p>
          <a:p>
            <a:pPr fontAlgn="auto">
              <a:spcAft>
                <a:spcPts val="0"/>
              </a:spcAft>
              <a:buFont typeface="Wingdings 3" charset="2"/>
              <a:buChar char=""/>
              <a:defRPr/>
            </a:pPr>
            <a:r>
              <a:rPr lang="en-US" altLang="en-US" sz="2400" b="1" dirty="0">
                <a:solidFill>
                  <a:schemeClr val="accent6">
                    <a:lumMod val="75000"/>
                  </a:schemeClr>
                </a:solidFill>
              </a:rPr>
              <a:t>Environmental protection and sustainability</a:t>
            </a:r>
          </a:p>
          <a:p>
            <a:pPr fontAlgn="auto">
              <a:spcAft>
                <a:spcPts val="0"/>
              </a:spcAft>
              <a:buFont typeface="Wingdings 3" charset="2"/>
              <a:buChar char=""/>
              <a:defRPr/>
            </a:pPr>
            <a:endParaRPr lang="en-US" altLang="en-US" sz="2400" dirty="0"/>
          </a:p>
          <a:p>
            <a:pPr fontAlgn="auto">
              <a:spcAft>
                <a:spcPts val="0"/>
              </a:spcAft>
              <a:buFont typeface="Wingdings 3" charset="2"/>
              <a:buChar char=""/>
              <a:defRPr/>
            </a:pPr>
            <a:endParaRPr lang="en-US" altLang="en-US" dirty="0"/>
          </a:p>
        </p:txBody>
      </p:sp>
      <p:sp>
        <p:nvSpPr>
          <p:cNvPr id="65540" name="Slide Number Placeholder 3">
            <a:extLst>
              <a:ext uri="{FF2B5EF4-FFF2-40B4-BE49-F238E27FC236}">
                <a16:creationId xmlns:a16="http://schemas.microsoft.com/office/drawing/2014/main" id="{7F8ACFF4-EEEF-9B66-31CF-1FAB97178A8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5458CE8E-B10E-47D6-910C-E83A8CDAEFF4}" type="slidenum">
              <a:rPr lang="en-US" altLang="en-US" sz="2800">
                <a:solidFill>
                  <a:srgbClr val="FFFFFF"/>
                </a:solidFill>
                <a:latin typeface="Arial" panose="020B0604020202020204" pitchFamily="34" charset="0"/>
              </a:rPr>
              <a:pPr>
                <a:spcBef>
                  <a:spcPct val="0"/>
                </a:spcBef>
                <a:buClrTx/>
                <a:buSzTx/>
                <a:buFontTx/>
                <a:buNone/>
              </a:pPr>
              <a:t>29</a:t>
            </a:fld>
            <a:endParaRPr lang="en-US" altLang="en-US" sz="2800">
              <a:solidFill>
                <a:srgbClr val="FFFFFF"/>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 calcmode="lin" valueType="num">
                                      <p:cBhvr additive="base">
                                        <p:cTn id="2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 calcmode="lin" valueType="num">
                                      <p:cBhvr additive="base">
                                        <p:cTn id="30"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3C70B1D0-A4C7-E64A-42CC-13AAA8718686}"/>
              </a:ext>
            </a:extLst>
          </p:cNvPr>
          <p:cNvSpPr>
            <a:spLocks noGrp="1" noChangeArrowheads="1"/>
          </p:cNvSpPr>
          <p:nvPr>
            <p:ph type="title"/>
          </p:nvPr>
        </p:nvSpPr>
        <p:spPr>
          <a:xfrm>
            <a:off x="484188" y="914400"/>
            <a:ext cx="8278812" cy="938213"/>
          </a:xfrm>
        </p:spPr>
        <p:txBody>
          <a:bodyPr>
            <a:normAutofit fontScale="90000"/>
          </a:bodyPr>
          <a:lstStyle/>
          <a:p>
            <a:r>
              <a:rPr lang="en-US" altLang="en-US" b="1"/>
              <a:t>Corporate Social Responsibility</a:t>
            </a:r>
            <a:br>
              <a:rPr lang="en-US" altLang="en-US"/>
            </a:br>
            <a:endParaRPr lang="en-US" altLang="en-US"/>
          </a:p>
        </p:txBody>
      </p:sp>
      <p:sp>
        <p:nvSpPr>
          <p:cNvPr id="66563" name="Content Placeholder 2">
            <a:extLst>
              <a:ext uri="{FF2B5EF4-FFF2-40B4-BE49-F238E27FC236}">
                <a16:creationId xmlns:a16="http://schemas.microsoft.com/office/drawing/2014/main" id="{65CC29EE-45E4-EE33-A0B8-6D82858AA776}"/>
              </a:ext>
            </a:extLst>
          </p:cNvPr>
          <p:cNvSpPr>
            <a:spLocks noGrp="1" noChangeArrowheads="1"/>
          </p:cNvSpPr>
          <p:nvPr>
            <p:ph idx="1"/>
          </p:nvPr>
        </p:nvSpPr>
        <p:spPr>
          <a:xfrm>
            <a:off x="827088" y="2052638"/>
            <a:ext cx="7859712" cy="4195762"/>
          </a:xfrm>
        </p:spPr>
        <p:txBody>
          <a:bodyPr/>
          <a:lstStyle/>
          <a:p>
            <a:endParaRPr lang="en-US" altLang="en-US"/>
          </a:p>
        </p:txBody>
      </p:sp>
      <p:sp>
        <p:nvSpPr>
          <p:cNvPr id="66564" name="Slide Number Placeholder 3">
            <a:extLst>
              <a:ext uri="{FF2B5EF4-FFF2-40B4-BE49-F238E27FC236}">
                <a16:creationId xmlns:a16="http://schemas.microsoft.com/office/drawing/2014/main" id="{3DC10034-4D09-CAE7-7EE6-7F72AA7E7D4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07BC7FF3-CF04-4230-8627-9BD2C22F3111}" type="slidenum">
              <a:rPr lang="en-US" altLang="en-US" sz="2800">
                <a:solidFill>
                  <a:srgbClr val="FFFFFF"/>
                </a:solidFill>
                <a:latin typeface="Arial" panose="020B0604020202020204" pitchFamily="34" charset="0"/>
              </a:rPr>
              <a:pPr>
                <a:spcBef>
                  <a:spcPct val="0"/>
                </a:spcBef>
                <a:buClrTx/>
                <a:buSzTx/>
                <a:buFontTx/>
                <a:buNone/>
              </a:pPr>
              <a:t>30</a:t>
            </a:fld>
            <a:endParaRPr lang="en-US" altLang="en-US" sz="2800">
              <a:solidFill>
                <a:srgbClr val="FFFFFF"/>
              </a:solidFill>
              <a:latin typeface="Arial" panose="020B0604020202020204" pitchFamily="34" charset="0"/>
            </a:endParaRPr>
          </a:p>
        </p:txBody>
      </p:sp>
      <p:sp>
        <p:nvSpPr>
          <p:cNvPr id="66565" name="Rectangle 4">
            <a:extLst>
              <a:ext uri="{FF2B5EF4-FFF2-40B4-BE49-F238E27FC236}">
                <a16:creationId xmlns:a16="http://schemas.microsoft.com/office/drawing/2014/main" id="{FC94EB35-A86C-A80F-A52B-59369A0FBF8E}"/>
              </a:ext>
            </a:extLst>
          </p:cNvPr>
          <p:cNvSpPr>
            <a:spLocks noChangeArrowheads="1"/>
          </p:cNvSpPr>
          <p:nvPr/>
        </p:nvSpPr>
        <p:spPr bwMode="auto">
          <a:xfrm>
            <a:off x="533400" y="2133600"/>
            <a:ext cx="8229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r>
              <a:rPr lang="en-US" altLang="en-US" sz="2400">
                <a:latin typeface="Arial" panose="020B0604020202020204" pitchFamily="34" charset="0"/>
              </a:rPr>
              <a:t>Some businesses have as their main purpose the fulfilment of social or environmental goals, as opposed to a business that tries to achieve its financial goals while minimising any negative impact on society or the environment. These businesses are called Social Enterprises.</a:t>
            </a:r>
          </a:p>
          <a:p>
            <a:pPr>
              <a:spcBef>
                <a:spcPct val="0"/>
              </a:spcBef>
              <a:buClrTx/>
              <a:buSzTx/>
              <a:buFontTx/>
              <a:buNone/>
            </a:pPr>
            <a:r>
              <a:rPr lang="en-US" altLang="en-US" sz="2400">
                <a:latin typeface="Arial" panose="020B0604020202020204" pitchFamily="34" charset="0"/>
              </a:rP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1B62FA87-8383-4108-432F-02C59C2DB5A9}"/>
              </a:ext>
            </a:extLst>
          </p:cNvPr>
          <p:cNvSpPr>
            <a:spLocks noGrp="1" noChangeArrowheads="1"/>
          </p:cNvSpPr>
          <p:nvPr>
            <p:ph type="title"/>
          </p:nvPr>
        </p:nvSpPr>
        <p:spPr>
          <a:xfrm>
            <a:off x="533400" y="228600"/>
            <a:ext cx="8610600" cy="1371600"/>
          </a:xfrm>
        </p:spPr>
        <p:txBody>
          <a:bodyPr>
            <a:normAutofit fontScale="90000"/>
          </a:bodyPr>
          <a:lstStyle/>
          <a:p>
            <a:r>
              <a:rPr lang="en-US" altLang="en-US" b="1"/>
              <a:t>Why is CSR important to organisations </a:t>
            </a:r>
            <a:r>
              <a:rPr lang="en-US" altLang="en-US"/>
              <a:t>??</a:t>
            </a:r>
            <a:br>
              <a:rPr lang="en-US" altLang="en-US"/>
            </a:br>
            <a:br>
              <a:rPr lang="en-US" altLang="en-US"/>
            </a:br>
            <a:endParaRPr lang="en-US" altLang="en-US"/>
          </a:p>
        </p:txBody>
      </p:sp>
      <p:sp>
        <p:nvSpPr>
          <p:cNvPr id="3" name="Content Placeholder 2">
            <a:extLst>
              <a:ext uri="{FF2B5EF4-FFF2-40B4-BE49-F238E27FC236}">
                <a16:creationId xmlns:a16="http://schemas.microsoft.com/office/drawing/2014/main" id="{615D4A71-9BF3-58FB-FAB5-2B3B11EBE25B}"/>
              </a:ext>
            </a:extLst>
          </p:cNvPr>
          <p:cNvSpPr>
            <a:spLocks noGrp="1" noChangeArrowheads="1"/>
          </p:cNvSpPr>
          <p:nvPr>
            <p:ph idx="1"/>
          </p:nvPr>
        </p:nvSpPr>
        <p:spPr>
          <a:xfrm>
            <a:off x="457200" y="2052638"/>
            <a:ext cx="8229600" cy="4195762"/>
          </a:xfrm>
        </p:spPr>
        <p:txBody>
          <a:bodyPr/>
          <a:lstStyle/>
          <a:p>
            <a:r>
              <a:rPr lang="en-US" altLang="en-US" sz="2400"/>
              <a:t>There have been increased demands from employees, customers and government bodies for businesses to be more open about their activities and to reach, and maintain, acceptable standards in their business practice</a:t>
            </a:r>
            <a:r>
              <a:rPr lang="en-US" altLang="en-US"/>
              <a:t>.</a:t>
            </a:r>
          </a:p>
          <a:p>
            <a:endParaRPr lang="en-US" altLang="en-US"/>
          </a:p>
          <a:p>
            <a:r>
              <a:rPr lang="en-US" altLang="en-US" sz="2400"/>
              <a:t>For employers, CSR is now seen as an important way to increase competitive advantage, protect and raise brand awareness and build trust with customers and employees</a:t>
            </a:r>
            <a:r>
              <a:rPr lang="en-US" altLang="en-US"/>
              <a:t>.</a:t>
            </a:r>
          </a:p>
        </p:txBody>
      </p:sp>
      <p:sp>
        <p:nvSpPr>
          <p:cNvPr id="67588" name="Slide Number Placeholder 3">
            <a:extLst>
              <a:ext uri="{FF2B5EF4-FFF2-40B4-BE49-F238E27FC236}">
                <a16:creationId xmlns:a16="http://schemas.microsoft.com/office/drawing/2014/main" id="{D572F349-8F87-F00D-A9C1-314439C081B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92898894-7BD0-4552-818A-F4CBCF4107A5}" type="slidenum">
              <a:rPr lang="en-US" altLang="en-US" sz="2800">
                <a:solidFill>
                  <a:srgbClr val="FFFFFF"/>
                </a:solidFill>
                <a:latin typeface="Arial" panose="020B0604020202020204" pitchFamily="34" charset="0"/>
              </a:rPr>
              <a:pPr>
                <a:spcBef>
                  <a:spcPct val="0"/>
                </a:spcBef>
                <a:buClrTx/>
                <a:buSzTx/>
                <a:buFontTx/>
                <a:buNone/>
              </a:pPr>
              <a:t>31</a:t>
            </a:fld>
            <a:endParaRPr lang="en-US" altLang="en-US" sz="2800">
              <a:solidFill>
                <a:srgbClr val="FFFFFF"/>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06AE57EA-B3A2-309F-E075-27E3EA514F7F}"/>
              </a:ext>
            </a:extLst>
          </p:cNvPr>
          <p:cNvSpPr>
            <a:spLocks noGrp="1" noChangeArrowheads="1"/>
          </p:cNvSpPr>
          <p:nvPr>
            <p:ph type="title"/>
          </p:nvPr>
        </p:nvSpPr>
        <p:spPr>
          <a:xfrm>
            <a:off x="484188" y="452438"/>
            <a:ext cx="7056437" cy="919162"/>
          </a:xfrm>
        </p:spPr>
        <p:txBody>
          <a:bodyPr>
            <a:normAutofit fontScale="90000"/>
          </a:bodyPr>
          <a:lstStyle/>
          <a:p>
            <a:r>
              <a:rPr lang="en-US" altLang="en-US" b="1" u="sng">
                <a:hlinkClick r:id="rId2"/>
              </a:rPr>
              <a:t>Carroll's CSR Pyramid</a:t>
            </a:r>
            <a:r>
              <a:rPr lang="en-US" altLang="en-US" u="sng">
                <a:hlinkClick r:id="rId2"/>
              </a:rPr>
              <a:t> </a:t>
            </a:r>
            <a:br>
              <a:rPr lang="en-US" altLang="en-US"/>
            </a:br>
            <a:endParaRPr lang="en-US" altLang="en-US"/>
          </a:p>
        </p:txBody>
      </p:sp>
      <p:pic>
        <p:nvPicPr>
          <p:cNvPr id="68611" name="Picture 2">
            <a:extLst>
              <a:ext uri="{FF2B5EF4-FFF2-40B4-BE49-F238E27FC236}">
                <a16:creationId xmlns:a16="http://schemas.microsoft.com/office/drawing/2014/main" id="{57EE5920-7885-3FAA-01C3-1E455EAFE6F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154113" y="1571625"/>
            <a:ext cx="6057900" cy="4552950"/>
          </a:xfrm>
          <a:noFill/>
        </p:spPr>
      </p:pic>
      <p:sp>
        <p:nvSpPr>
          <p:cNvPr id="68612" name="Slide Number Placeholder 3">
            <a:extLst>
              <a:ext uri="{FF2B5EF4-FFF2-40B4-BE49-F238E27FC236}">
                <a16:creationId xmlns:a16="http://schemas.microsoft.com/office/drawing/2014/main" id="{44B00098-29CC-02B7-BCF5-EB376B2BD42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F0E49A16-1C9D-49ED-BA89-CDFA82C51773}" type="slidenum">
              <a:rPr lang="en-US" altLang="en-US" sz="2800">
                <a:solidFill>
                  <a:srgbClr val="FFFFFF"/>
                </a:solidFill>
                <a:latin typeface="Arial" panose="020B0604020202020204" pitchFamily="34" charset="0"/>
              </a:rPr>
              <a:pPr>
                <a:spcBef>
                  <a:spcPct val="0"/>
                </a:spcBef>
                <a:buClrTx/>
                <a:buSzTx/>
                <a:buFontTx/>
                <a:buNone/>
              </a:pPr>
              <a:t>32</a:t>
            </a:fld>
            <a:endParaRPr lang="en-US" altLang="en-US" sz="2800">
              <a:solidFill>
                <a:srgbClr val="FFFFFF"/>
              </a:solidFill>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9465DE77-BD1A-8869-8955-BC3111844E45}"/>
              </a:ext>
            </a:extLst>
          </p:cNvPr>
          <p:cNvSpPr>
            <a:spLocks noGrp="1" noChangeArrowheads="1"/>
          </p:cNvSpPr>
          <p:nvPr>
            <p:ph type="title"/>
          </p:nvPr>
        </p:nvSpPr>
        <p:spPr>
          <a:xfrm>
            <a:off x="685800" y="0"/>
            <a:ext cx="7056438" cy="842963"/>
          </a:xfrm>
        </p:spPr>
        <p:txBody>
          <a:bodyPr/>
          <a:lstStyle/>
          <a:p>
            <a:r>
              <a:rPr lang="en-US" altLang="en-US" b="1" u="sng">
                <a:hlinkClick r:id="rId2"/>
              </a:rPr>
              <a:t>Carroll's CSR Pyramid</a:t>
            </a:r>
            <a:endParaRPr lang="en-US" altLang="en-US"/>
          </a:p>
        </p:txBody>
      </p:sp>
      <p:sp>
        <p:nvSpPr>
          <p:cNvPr id="3" name="Content Placeholder 2">
            <a:extLst>
              <a:ext uri="{FF2B5EF4-FFF2-40B4-BE49-F238E27FC236}">
                <a16:creationId xmlns:a16="http://schemas.microsoft.com/office/drawing/2014/main" id="{03D6FF31-1A78-0812-816D-3C09C0592A75}"/>
              </a:ext>
            </a:extLst>
          </p:cNvPr>
          <p:cNvSpPr>
            <a:spLocks noGrp="1"/>
          </p:cNvSpPr>
          <p:nvPr>
            <p:ph idx="1"/>
          </p:nvPr>
        </p:nvSpPr>
        <p:spPr>
          <a:xfrm>
            <a:off x="457200" y="914400"/>
            <a:ext cx="8229600" cy="5943600"/>
          </a:xfrm>
        </p:spPr>
        <p:txBody>
          <a:bodyPr rtlCol="0">
            <a:normAutofit/>
          </a:bodyPr>
          <a:lstStyle/>
          <a:p>
            <a:pPr fontAlgn="auto">
              <a:spcAft>
                <a:spcPts val="0"/>
              </a:spcAft>
              <a:buFont typeface="Wingdings 3" charset="2"/>
              <a:buChar char=""/>
              <a:defRPr/>
            </a:pPr>
            <a:r>
              <a:rPr lang="en-US" sz="2400" b="1" dirty="0"/>
              <a:t>The key features of Carroll's CSR Pyramid are that:</a:t>
            </a:r>
          </a:p>
          <a:p>
            <a:pPr fontAlgn="auto">
              <a:spcAft>
                <a:spcPts val="0"/>
              </a:spcAft>
              <a:buFont typeface="Wingdings 3" charset="2"/>
              <a:buChar char=""/>
              <a:defRPr/>
            </a:pPr>
            <a:r>
              <a:rPr lang="en-US" sz="2400" b="1" dirty="0">
                <a:solidFill>
                  <a:schemeClr val="accent6">
                    <a:lumMod val="75000"/>
                  </a:schemeClr>
                </a:solidFill>
              </a:rPr>
              <a:t>CSR is built on the foundation of profit – profit must come first</a:t>
            </a:r>
          </a:p>
          <a:p>
            <a:pPr fontAlgn="auto">
              <a:spcAft>
                <a:spcPts val="0"/>
              </a:spcAft>
              <a:buFont typeface="Wingdings 3" charset="2"/>
              <a:buChar char=""/>
              <a:defRPr/>
            </a:pPr>
            <a:r>
              <a:rPr lang="en-US" dirty="0"/>
              <a:t>This is the responsibility of business to be profitable</a:t>
            </a:r>
          </a:p>
          <a:p>
            <a:pPr fontAlgn="auto">
              <a:spcAft>
                <a:spcPts val="0"/>
              </a:spcAft>
              <a:buFont typeface="Wingdings 3" charset="2"/>
              <a:buChar char=""/>
              <a:defRPr/>
            </a:pPr>
            <a:r>
              <a:rPr lang="en-US" dirty="0"/>
              <a:t>Only way to survive and benefit society in long-term</a:t>
            </a:r>
          </a:p>
          <a:p>
            <a:pPr fontAlgn="auto">
              <a:spcAft>
                <a:spcPts val="0"/>
              </a:spcAft>
              <a:buFont typeface="Wingdings 3" charset="2"/>
              <a:buChar char=""/>
              <a:defRPr/>
            </a:pPr>
            <a:r>
              <a:rPr lang="en-US" sz="2400" b="1" dirty="0">
                <a:solidFill>
                  <a:schemeClr val="accent6">
                    <a:lumMod val="75000"/>
                  </a:schemeClr>
                </a:solidFill>
              </a:rPr>
              <a:t>Then comes the need for a business to ensure it complies with all laws &amp; regulations</a:t>
            </a:r>
          </a:p>
          <a:p>
            <a:pPr fontAlgn="auto">
              <a:spcAft>
                <a:spcPts val="0"/>
              </a:spcAft>
              <a:buFont typeface="Wingdings 3" charset="2"/>
              <a:buChar char=""/>
              <a:defRPr/>
            </a:pPr>
            <a:r>
              <a:rPr lang="en-US" dirty="0"/>
              <a:t>This is the responsibility to obey laws and other regulations</a:t>
            </a:r>
          </a:p>
          <a:p>
            <a:pPr fontAlgn="auto">
              <a:spcAft>
                <a:spcPts val="0"/>
              </a:spcAft>
              <a:buFont typeface="Wingdings 3" charset="2"/>
              <a:buChar char=""/>
              <a:defRPr/>
            </a:pPr>
            <a:r>
              <a:rPr lang="en-US" dirty="0"/>
              <a:t>e.g. Employment, Competition, Health &amp; Safety</a:t>
            </a:r>
            <a:endParaRPr lang="en-US" sz="2400" b="1" dirty="0"/>
          </a:p>
          <a:p>
            <a:pPr fontAlgn="auto">
              <a:spcAft>
                <a:spcPts val="0"/>
              </a:spcAft>
              <a:buFont typeface="Wingdings 3" charset="2"/>
              <a:buChar char=""/>
              <a:defRPr/>
            </a:pPr>
            <a:r>
              <a:rPr lang="en-US" sz="2400" b="1" dirty="0">
                <a:solidFill>
                  <a:schemeClr val="accent6">
                    <a:lumMod val="75000"/>
                  </a:schemeClr>
                </a:solidFill>
              </a:rPr>
              <a:t>Before a business considers its philanthropic options, it also needs to meet its ethical duties</a:t>
            </a:r>
          </a:p>
          <a:p>
            <a:pPr fontAlgn="auto">
              <a:spcAft>
                <a:spcPts val="0"/>
              </a:spcAft>
              <a:buFont typeface="Wingdings 3" charset="2"/>
              <a:buChar char=""/>
              <a:defRPr/>
            </a:pPr>
            <a:r>
              <a:rPr lang="en-US" dirty="0"/>
              <a:t>This is the responsibility to act morally and ethically</a:t>
            </a:r>
          </a:p>
          <a:p>
            <a:pPr fontAlgn="auto">
              <a:spcAft>
                <a:spcPts val="0"/>
              </a:spcAft>
              <a:buFont typeface="Wingdings 3" charset="2"/>
              <a:buChar char=""/>
              <a:defRPr/>
            </a:pPr>
            <a:r>
              <a:rPr lang="en-US" dirty="0"/>
              <a:t>With this responsibility, businesses should go beyond narrow requirements of the law</a:t>
            </a:r>
          </a:p>
          <a:p>
            <a:pPr fontAlgn="auto">
              <a:spcAft>
                <a:spcPts val="0"/>
              </a:spcAft>
              <a:buFont typeface="Wingdings 3" charset="2"/>
              <a:buChar char=""/>
              <a:defRPr/>
            </a:pPr>
            <a:endParaRPr lang="en-US" dirty="0"/>
          </a:p>
        </p:txBody>
      </p:sp>
      <p:sp>
        <p:nvSpPr>
          <p:cNvPr id="69636" name="Slide Number Placeholder 3">
            <a:extLst>
              <a:ext uri="{FF2B5EF4-FFF2-40B4-BE49-F238E27FC236}">
                <a16:creationId xmlns:a16="http://schemas.microsoft.com/office/drawing/2014/main" id="{9A5E091A-4BF1-2F2C-6D7B-F40720A253E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A434F18C-1783-4594-92F7-88D1C90092AC}" type="slidenum">
              <a:rPr lang="en-US" altLang="en-US" sz="2800">
                <a:solidFill>
                  <a:srgbClr val="FFFFFF"/>
                </a:solidFill>
                <a:latin typeface="Arial" panose="020B0604020202020204" pitchFamily="34" charset="0"/>
              </a:rPr>
              <a:pPr>
                <a:spcBef>
                  <a:spcPct val="0"/>
                </a:spcBef>
                <a:buClrTx/>
                <a:buSzTx/>
                <a:buFontTx/>
                <a:buNone/>
              </a:pPr>
              <a:t>33</a:t>
            </a:fld>
            <a:endParaRPr lang="en-US" altLang="en-US" sz="2800">
              <a:solidFill>
                <a:srgbClr val="FFFFFF"/>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 calcmode="lin" valueType="num">
                                      <p:cBhvr additive="base">
                                        <p:cTn id="4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4A04A-1624-D696-C99B-A532B0B3F320}"/>
              </a:ext>
            </a:extLst>
          </p:cNvPr>
          <p:cNvSpPr>
            <a:spLocks noGrp="1"/>
          </p:cNvSpPr>
          <p:nvPr>
            <p:ph type="title"/>
          </p:nvPr>
        </p:nvSpPr>
        <p:spPr>
          <a:xfrm>
            <a:off x="609600" y="0"/>
            <a:ext cx="7056438" cy="690563"/>
          </a:xfrm>
        </p:spPr>
        <p:txBody>
          <a:bodyPr rtlCol="0">
            <a:noAutofit/>
          </a:bodyPr>
          <a:lstStyle/>
          <a:p>
            <a:pPr fontAlgn="auto">
              <a:spcAft>
                <a:spcPts val="0"/>
              </a:spcAft>
              <a:defRPr/>
            </a:pPr>
            <a:r>
              <a:rPr lang="en-US" b="1" dirty="0">
                <a:solidFill>
                  <a:schemeClr val="accent3">
                    <a:lumMod val="60000"/>
                    <a:lumOff val="40000"/>
                  </a:schemeClr>
                </a:solidFill>
              </a:rPr>
              <a:t>ACKNOWLEDGEMENT</a:t>
            </a:r>
          </a:p>
        </p:txBody>
      </p:sp>
      <p:sp>
        <p:nvSpPr>
          <p:cNvPr id="72707" name="Content Placeholder 2">
            <a:extLst>
              <a:ext uri="{FF2B5EF4-FFF2-40B4-BE49-F238E27FC236}">
                <a16:creationId xmlns:a16="http://schemas.microsoft.com/office/drawing/2014/main" id="{8C2391D9-3C8D-CAD5-CECC-A4807A8707AE}"/>
              </a:ext>
            </a:extLst>
          </p:cNvPr>
          <p:cNvSpPr>
            <a:spLocks noGrp="1"/>
          </p:cNvSpPr>
          <p:nvPr>
            <p:ph idx="1"/>
          </p:nvPr>
        </p:nvSpPr>
        <p:spPr>
          <a:xfrm>
            <a:off x="457200" y="609600"/>
            <a:ext cx="8382000" cy="6096000"/>
          </a:xfrm>
        </p:spPr>
        <p:txBody>
          <a:bodyPr rtlCol="0">
            <a:normAutofit/>
          </a:bodyPr>
          <a:lstStyle/>
          <a:p>
            <a:pPr fontAlgn="auto">
              <a:spcAft>
                <a:spcPts val="0"/>
              </a:spcAft>
              <a:buFont typeface="Wingdings 3" charset="2"/>
              <a:buChar char=""/>
              <a:defRPr/>
            </a:pPr>
            <a:r>
              <a:rPr lang="en-US" altLang="en-US">
                <a:hlinkClick r:id="rId2"/>
              </a:rPr>
              <a:t>https://www.feani.org</a:t>
            </a:r>
            <a:endParaRPr lang="en-US" altLang="en-US"/>
          </a:p>
          <a:p>
            <a:pPr fontAlgn="auto">
              <a:spcAft>
                <a:spcPts val="0"/>
              </a:spcAft>
              <a:buFont typeface="Wingdings 3" charset="2"/>
              <a:buChar char=""/>
              <a:defRPr/>
            </a:pPr>
            <a:r>
              <a:rPr lang="en-US" altLang="en-US">
                <a:hlinkClick r:id="rId3"/>
              </a:rPr>
              <a:t>https://www.ice.org.uk/about-ice/who-runs-ice/how-we-work/conduct-policy</a:t>
            </a:r>
            <a:endParaRPr lang="en-US" altLang="en-US"/>
          </a:p>
          <a:p>
            <a:pPr fontAlgn="auto">
              <a:spcAft>
                <a:spcPts val="0"/>
              </a:spcAft>
              <a:buFont typeface="Wingdings 3" charset="2"/>
              <a:buChar char=""/>
              <a:defRPr/>
            </a:pPr>
            <a:r>
              <a:rPr lang="en-US" altLang="en-US">
                <a:hlinkClick r:id="rId4"/>
              </a:rPr>
              <a:t>https://www.ieee.org</a:t>
            </a:r>
            <a:endParaRPr lang="en-US" altLang="en-US"/>
          </a:p>
          <a:p>
            <a:pPr fontAlgn="auto">
              <a:spcAft>
                <a:spcPts val="0"/>
              </a:spcAft>
              <a:buFont typeface="Wingdings 3" charset="2"/>
              <a:buChar char=""/>
              <a:defRPr/>
            </a:pPr>
            <a:r>
              <a:rPr lang="en-US" altLang="en-US" b="1">
                <a:hlinkClick r:id="rId5"/>
              </a:rPr>
              <a:t>http://www.asce.org/codeofethics/</a:t>
            </a:r>
            <a:endParaRPr lang="en-US" altLang="en-US" b="1"/>
          </a:p>
          <a:p>
            <a:pPr fontAlgn="auto">
              <a:spcAft>
                <a:spcPts val="0"/>
              </a:spcAft>
              <a:buFont typeface="Wingdings 3" charset="2"/>
              <a:buChar char=""/>
              <a:defRPr/>
            </a:pPr>
            <a:r>
              <a:rPr lang="en-US" altLang="en-US" u="sng">
                <a:hlinkClick r:id="rId6"/>
              </a:rPr>
              <a:t>The University of Edinburgh</a:t>
            </a:r>
            <a:r>
              <a:rPr lang="en-US" altLang="en-US" u="sng"/>
              <a:t> - </a:t>
            </a:r>
            <a:r>
              <a:rPr lang="en-US" altLang="en-US"/>
              <a:t>ttps://www.ed.ac.uk/careers/your-future/options/occupations/csr/what-is-csr</a:t>
            </a:r>
          </a:p>
          <a:p>
            <a:pPr fontAlgn="auto">
              <a:spcAft>
                <a:spcPts val="0"/>
              </a:spcAft>
              <a:buFont typeface="Wingdings 3" charset="2"/>
              <a:buChar char=""/>
              <a:defRPr/>
            </a:pPr>
            <a:r>
              <a:rPr lang="en-US" altLang="en-US">
                <a:hlinkClick r:id="rId7"/>
              </a:rPr>
              <a:t>http://www.roughton.com/</a:t>
            </a:r>
            <a:endParaRPr lang="en-US" altLang="en-US"/>
          </a:p>
          <a:p>
            <a:pPr fontAlgn="auto">
              <a:spcAft>
                <a:spcPts val="0"/>
              </a:spcAft>
              <a:buFont typeface="Wingdings 3" charset="2"/>
              <a:buChar char=""/>
              <a:defRPr/>
            </a:pPr>
            <a:r>
              <a:rPr lang="en-US" altLang="en-US">
                <a:hlinkClick r:id="rId8"/>
              </a:rPr>
              <a:t>http://www.imcworldwide.com/</a:t>
            </a:r>
            <a:endParaRPr lang="en-US" altLang="en-US"/>
          </a:p>
          <a:p>
            <a:pPr fontAlgn="auto">
              <a:spcAft>
                <a:spcPts val="0"/>
              </a:spcAft>
              <a:buFont typeface="Wingdings 3" charset="2"/>
              <a:buChar char=""/>
              <a:defRPr/>
            </a:pPr>
            <a:r>
              <a:rPr lang="en-US" altLang="en-US">
                <a:hlinkClick r:id="rId9"/>
              </a:rPr>
              <a:t>https://www.mitsubishicorp.com/jp/en/about/philosophy/code.html</a:t>
            </a:r>
            <a:endParaRPr lang="en-US" altLang="en-US"/>
          </a:p>
          <a:p>
            <a:pPr fontAlgn="auto">
              <a:spcAft>
                <a:spcPts val="0"/>
              </a:spcAft>
              <a:buFont typeface="Wingdings 3" charset="2"/>
              <a:buChar char=""/>
              <a:defRPr/>
            </a:pPr>
            <a:r>
              <a:rPr lang="en-US" altLang="en-US">
                <a:hlinkClick r:id="rId10"/>
              </a:rPr>
              <a:t>http://www.boeing.com/principles/ethics-and-compliance.page#/conduct</a:t>
            </a:r>
            <a:endParaRPr lang="en-US" altLang="en-US"/>
          </a:p>
          <a:p>
            <a:pPr fontAlgn="auto">
              <a:spcAft>
                <a:spcPts val="0"/>
              </a:spcAft>
              <a:buFont typeface="Wingdings 3" charset="2"/>
              <a:buChar char=""/>
              <a:defRPr/>
            </a:pPr>
            <a:r>
              <a:rPr lang="en-US" altLang="en-US">
                <a:hlinkClick r:id="rId11"/>
              </a:rPr>
              <a:t>http://sustainabilityreport2015.volkswagenag.com/fileadmin/15_NB/pdf_en/The_Volkswagen_Group_Code_of_Conduct.pdf</a:t>
            </a:r>
            <a:endParaRPr lang="en-US" altLang="en-US"/>
          </a:p>
          <a:p>
            <a:pPr fontAlgn="auto">
              <a:spcAft>
                <a:spcPts val="0"/>
              </a:spcAft>
              <a:buFont typeface="Wingdings 3" charset="2"/>
              <a:buChar char=""/>
              <a:defRPr/>
            </a:pPr>
            <a:r>
              <a:rPr lang="en-US" altLang="en-US">
                <a:hlinkClick r:id="rId12"/>
              </a:rPr>
              <a:t>www.claybennett.com</a:t>
            </a:r>
            <a:endParaRPr lang="en-US" altLang="en-US"/>
          </a:p>
          <a:p>
            <a:pPr fontAlgn="auto">
              <a:spcAft>
                <a:spcPts val="0"/>
              </a:spcAft>
              <a:buFont typeface="Wingdings 3" charset="2"/>
              <a:buChar char=""/>
              <a:defRPr/>
            </a:pPr>
            <a:endParaRPr lang="en-US" altLang="en-US"/>
          </a:p>
          <a:p>
            <a:pPr fontAlgn="auto">
              <a:spcAft>
                <a:spcPts val="0"/>
              </a:spcAft>
              <a:buFont typeface="Wingdings 3" charset="2"/>
              <a:buChar char=""/>
              <a:defRPr/>
            </a:pPr>
            <a:endParaRPr lang="en-US" altLang="en-US"/>
          </a:p>
        </p:txBody>
      </p:sp>
      <p:sp>
        <p:nvSpPr>
          <p:cNvPr id="72708" name="Slide Number Placeholder 3">
            <a:extLst>
              <a:ext uri="{FF2B5EF4-FFF2-40B4-BE49-F238E27FC236}">
                <a16:creationId xmlns:a16="http://schemas.microsoft.com/office/drawing/2014/main" id="{49F0EF36-54D5-8AEA-AF44-C40820D71C7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24F9CB4C-B886-4C1F-87C4-98594900A3E0}" type="slidenum">
              <a:rPr lang="en-US" altLang="en-US" sz="2800">
                <a:solidFill>
                  <a:srgbClr val="FFFFFF"/>
                </a:solidFill>
                <a:latin typeface="Arial" panose="020B0604020202020204" pitchFamily="34" charset="0"/>
              </a:rPr>
              <a:pPr>
                <a:spcBef>
                  <a:spcPct val="0"/>
                </a:spcBef>
                <a:buClrTx/>
                <a:buSzTx/>
                <a:buFontTx/>
                <a:buNone/>
              </a:pPr>
              <a:t>34</a:t>
            </a:fld>
            <a:endParaRPr lang="en-US" altLang="en-US" sz="2800">
              <a:solidFill>
                <a:srgbClr val="FFFFFF"/>
              </a:solidFill>
              <a:latin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1">
            <a:extLst>
              <a:ext uri="{FF2B5EF4-FFF2-40B4-BE49-F238E27FC236}">
                <a16:creationId xmlns:a16="http://schemas.microsoft.com/office/drawing/2014/main" id="{50CF50FE-30ED-D215-E5EF-19CC7167E8F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sz="2000">
                <a:solidFill>
                  <a:schemeClr val="tx1"/>
                </a:solidFill>
                <a:latin typeface="Century Gothic" panose="020B0502020202020204" pitchFamily="34" charset="0"/>
              </a:defRPr>
            </a:lvl1pPr>
            <a:lvl2pPr marL="742950" indent="-285750">
              <a:spcBef>
                <a:spcPts val="1000"/>
              </a:spcBef>
              <a:buClr>
                <a:schemeClr val="accent1"/>
              </a:buClr>
              <a:buSzPct val="80000"/>
              <a:buFont typeface="Wingdings 3" panose="05040102010807070707" pitchFamily="18" charset="2"/>
              <a:buChar char=""/>
              <a:defRPr>
                <a:solidFill>
                  <a:schemeClr val="tx1"/>
                </a:solidFill>
                <a:latin typeface="Century Gothic" panose="020B0502020202020204" pitchFamily="34" charset="0"/>
              </a:defRPr>
            </a:lvl2pPr>
            <a:lvl3pPr marL="1143000" indent="-228600">
              <a:spcBef>
                <a:spcPts val="1000"/>
              </a:spcBef>
              <a:buClr>
                <a:schemeClr val="accent1"/>
              </a:buClr>
              <a:buSzPct val="80000"/>
              <a:buFont typeface="Wingdings 3" panose="05040102010807070707" pitchFamily="18" charset="2"/>
              <a:buChar char=""/>
              <a:defRPr sz="1600">
                <a:solidFill>
                  <a:schemeClr val="tx1"/>
                </a:solidFill>
                <a:latin typeface="Century Gothic" panose="020B0502020202020204" pitchFamily="34" charset="0"/>
              </a:defRPr>
            </a:lvl3pPr>
            <a:lvl4pPr marL="16002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4pPr>
            <a:lvl5pPr marL="2057400" indent="-228600">
              <a:spcBef>
                <a:spcPts val="1000"/>
              </a:spcBef>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buChar char=""/>
              <a:defRPr sz="1400">
                <a:solidFill>
                  <a:schemeClr val="tx1"/>
                </a:solidFill>
                <a:latin typeface="Century Gothic" panose="020B0502020202020204" pitchFamily="34" charset="0"/>
              </a:defRPr>
            </a:lvl9pPr>
          </a:lstStyle>
          <a:p>
            <a:pPr>
              <a:spcBef>
                <a:spcPct val="0"/>
              </a:spcBef>
              <a:buClrTx/>
              <a:buSzTx/>
              <a:buFontTx/>
              <a:buNone/>
            </a:pPr>
            <a:fld id="{7113805C-33AB-4458-951D-AF4F87415A8A}" type="slidenum">
              <a:rPr lang="en-US" altLang="en-US" sz="2800">
                <a:solidFill>
                  <a:srgbClr val="FFFFFF"/>
                </a:solidFill>
                <a:latin typeface="Arial" panose="020B0604020202020204" pitchFamily="34" charset="0"/>
              </a:rPr>
              <a:pPr>
                <a:spcBef>
                  <a:spcPct val="0"/>
                </a:spcBef>
                <a:buClrTx/>
                <a:buSzTx/>
                <a:buFontTx/>
                <a:buNone/>
              </a:pPr>
              <a:t>35</a:t>
            </a:fld>
            <a:endParaRPr lang="en-US" altLang="en-US" sz="2800">
              <a:solidFill>
                <a:srgbClr val="FFFFFF"/>
              </a:solidFill>
              <a:latin typeface="Arial" panose="020B0604020202020204" pitchFamily="34" charset="0"/>
            </a:endParaRPr>
          </a:p>
        </p:txBody>
      </p:sp>
      <p:pic>
        <p:nvPicPr>
          <p:cNvPr id="73731" name="Picture 2" descr="https://media2.picsearch.com/is?id_wEbemeg9c6STJsD123nLf2rXTsbaMbD-qQlmYdAY&amp;height=239">
            <a:extLst>
              <a:ext uri="{FF2B5EF4-FFF2-40B4-BE49-F238E27FC236}">
                <a16:creationId xmlns:a16="http://schemas.microsoft.com/office/drawing/2014/main" id="{1C3CC1A8-C343-8833-C2C8-AADCC9BE47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295400"/>
            <a:ext cx="65532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WordArt 4">
            <a:extLst>
              <a:ext uri="{FF2B5EF4-FFF2-40B4-BE49-F238E27FC236}">
                <a16:creationId xmlns:a16="http://schemas.microsoft.com/office/drawing/2014/main" id="{EE156BF2-B8AF-8D10-89DC-5BEBCE93B9BF}"/>
              </a:ext>
            </a:extLst>
          </p:cNvPr>
          <p:cNvSpPr>
            <a:spLocks noChangeArrowheads="1" noChangeShapeType="1" noTextEdit="1"/>
          </p:cNvSpPr>
          <p:nvPr/>
        </p:nvSpPr>
        <p:spPr bwMode="auto">
          <a:xfrm>
            <a:off x="1790700" y="1371600"/>
            <a:ext cx="5715000" cy="2971800"/>
          </a:xfrm>
          <a:prstGeom prst="rect">
            <a:avLst/>
          </a:prstGeom>
        </p:spPr>
        <p:txBody>
          <a:bodyPr wrap="none" fromWordArt="1">
            <a:prstTxWarp prst="textDeflate">
              <a:avLst>
                <a:gd name="adj" fmla="val 26227"/>
              </a:avLst>
            </a:prstTxWarp>
          </a:bodyPr>
          <a:lstStyle/>
          <a:p>
            <a:pPr algn="ctr"/>
            <a:r>
              <a:rPr lang="en-US" sz="8000" kern="10">
                <a:ln w="9525">
                  <a:solidFill>
                    <a:srgbClr val="000000"/>
                  </a:solidFill>
                  <a:round/>
                  <a:headEnd/>
                  <a:tailEnd/>
                </a:ln>
                <a:solidFill>
                  <a:srgbClr val="CC99FF"/>
                </a:solidFill>
                <a:latin typeface="Impact" panose="020B0806030902050204" pitchFamily="34" charset="0"/>
              </a:rPr>
              <a:t>THANK YOU</a:t>
            </a:r>
          </a:p>
        </p:txBody>
      </p:sp>
      <p:sp>
        <p:nvSpPr>
          <p:cNvPr id="74755" name="Slide Number Placeholder 2">
            <a:extLst>
              <a:ext uri="{FF2B5EF4-FFF2-40B4-BE49-F238E27FC236}">
                <a16:creationId xmlns:a16="http://schemas.microsoft.com/office/drawing/2014/main" id="{055B2071-3978-D390-304C-D9BD9E0DC3A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Char char="•"/>
              <a:defRPr sz="3200">
                <a:solidFill>
                  <a:schemeClr val="tx1"/>
                </a:solidFill>
                <a:latin typeface="Arial Black" panose="020B0A04020102020204" pitchFamily="34" charset="0"/>
              </a:defRPr>
            </a:lvl1pPr>
            <a:lvl2pPr marL="742950" indent="-285750">
              <a:spcBef>
                <a:spcPct val="20000"/>
              </a:spcBef>
              <a:buClr>
                <a:schemeClr val="folHlink"/>
              </a:buClr>
              <a:buChar char="•"/>
              <a:defRPr sz="2800">
                <a:solidFill>
                  <a:schemeClr val="tx1"/>
                </a:solidFill>
                <a:latin typeface="Arial Black" panose="020B0A04020102020204" pitchFamily="34" charset="0"/>
              </a:defRPr>
            </a:lvl2pPr>
            <a:lvl3pPr marL="1143000" indent="-228600">
              <a:spcBef>
                <a:spcPct val="20000"/>
              </a:spcBef>
              <a:buChar char="•"/>
              <a:defRPr sz="2400">
                <a:solidFill>
                  <a:schemeClr val="tx1"/>
                </a:solidFill>
                <a:latin typeface="Arial Black" panose="020B0A04020102020204" pitchFamily="34" charset="0"/>
              </a:defRPr>
            </a:lvl3pPr>
            <a:lvl4pPr marL="1600200" indent="-228600">
              <a:spcBef>
                <a:spcPct val="20000"/>
              </a:spcBef>
              <a:buFont typeface="Times New Roman" panose="02020603050405020304" pitchFamily="18" charset="0"/>
              <a:buChar char="−"/>
              <a:defRPr sz="2000">
                <a:solidFill>
                  <a:schemeClr val="tx1"/>
                </a:solidFill>
                <a:latin typeface="Arial Black" panose="020B0A04020102020204" pitchFamily="34" charset="0"/>
              </a:defRPr>
            </a:lvl4pPr>
            <a:lvl5pPr marL="2057400" indent="-228600">
              <a:spcBef>
                <a:spcPct val="20000"/>
              </a:spcBef>
              <a:buFont typeface="Times New Roman" panose="02020603050405020304" pitchFamily="18" charset="0"/>
              <a:buChar char="–"/>
              <a:defRPr sz="2000">
                <a:solidFill>
                  <a:schemeClr val="tx1"/>
                </a:solidFill>
                <a:latin typeface="Arial Black" panose="020B0A04020102020204" pitchFamily="34" charset="0"/>
              </a:defRPr>
            </a:lvl5pPr>
            <a:lvl6pPr marL="2514600" indent="-228600" eaLnBrk="0" fontAlgn="base" hangingPunct="0">
              <a:spcBef>
                <a:spcPct val="20000"/>
              </a:spcBef>
              <a:spcAft>
                <a:spcPct val="0"/>
              </a:spcAft>
              <a:buFont typeface="Times New Roman" panose="02020603050405020304" pitchFamily="18" charset="0"/>
              <a:buChar char="–"/>
              <a:defRPr sz="2000">
                <a:solidFill>
                  <a:schemeClr val="tx1"/>
                </a:solidFill>
                <a:latin typeface="Arial Black" panose="020B0A04020102020204" pitchFamily="34" charset="0"/>
              </a:defRPr>
            </a:lvl6pPr>
            <a:lvl7pPr marL="2971800" indent="-228600" eaLnBrk="0" fontAlgn="base" hangingPunct="0">
              <a:spcBef>
                <a:spcPct val="20000"/>
              </a:spcBef>
              <a:spcAft>
                <a:spcPct val="0"/>
              </a:spcAft>
              <a:buFont typeface="Times New Roman" panose="02020603050405020304" pitchFamily="18" charset="0"/>
              <a:buChar char="–"/>
              <a:defRPr sz="2000">
                <a:solidFill>
                  <a:schemeClr val="tx1"/>
                </a:solidFill>
                <a:latin typeface="Arial Black" panose="020B0A04020102020204" pitchFamily="34" charset="0"/>
              </a:defRPr>
            </a:lvl7pPr>
            <a:lvl8pPr marL="3429000" indent="-228600" eaLnBrk="0" fontAlgn="base" hangingPunct="0">
              <a:spcBef>
                <a:spcPct val="20000"/>
              </a:spcBef>
              <a:spcAft>
                <a:spcPct val="0"/>
              </a:spcAft>
              <a:buFont typeface="Times New Roman" panose="02020603050405020304" pitchFamily="18" charset="0"/>
              <a:buChar char="–"/>
              <a:defRPr sz="2000">
                <a:solidFill>
                  <a:schemeClr val="tx1"/>
                </a:solidFill>
                <a:latin typeface="Arial Black" panose="020B0A04020102020204" pitchFamily="34" charset="0"/>
              </a:defRPr>
            </a:lvl8pPr>
            <a:lvl9pPr marL="3886200" indent="-228600" eaLnBrk="0" fontAlgn="base" hangingPunct="0">
              <a:spcBef>
                <a:spcPct val="20000"/>
              </a:spcBef>
              <a:spcAft>
                <a:spcPct val="0"/>
              </a:spcAft>
              <a:buFont typeface="Times New Roman" panose="02020603050405020304" pitchFamily="18" charset="0"/>
              <a:buChar char="–"/>
              <a:defRPr sz="2000">
                <a:solidFill>
                  <a:schemeClr val="tx1"/>
                </a:solidFill>
                <a:latin typeface="Arial Black" panose="020B0A04020102020204" pitchFamily="34" charset="0"/>
              </a:defRPr>
            </a:lvl9pPr>
          </a:lstStyle>
          <a:p>
            <a:pPr>
              <a:spcBef>
                <a:spcPct val="0"/>
              </a:spcBef>
              <a:buClrTx/>
              <a:buFontTx/>
              <a:buNone/>
            </a:pPr>
            <a:fld id="{C647DD8C-2418-4581-A981-5487734FF61D}" type="slidenum">
              <a:rPr lang="en-GB" altLang="en-US" sz="1400" smtClean="0"/>
              <a:pPr>
                <a:spcBef>
                  <a:spcPct val="0"/>
                </a:spcBef>
                <a:buClrTx/>
                <a:buFontTx/>
                <a:buNone/>
              </a:pPr>
              <a:t>36</a:t>
            </a:fld>
            <a:endParaRPr lang="en-GB" altLang="en-US" sz="1400"/>
          </a:p>
        </p:txBody>
      </p:sp>
      <p:pic>
        <p:nvPicPr>
          <p:cNvPr id="74756" name="Picture 3">
            <a:extLst>
              <a:ext uri="{FF2B5EF4-FFF2-40B4-BE49-F238E27FC236}">
                <a16:creationId xmlns:a16="http://schemas.microsoft.com/office/drawing/2014/main" id="{A77AB4A0-0100-23EF-72B0-FA3345A44A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813" y="4495800"/>
            <a:ext cx="3000375" cy="220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Fireworks">
  <a:themeElements>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fontScheme name="Fireworks">
      <a:majorFont>
        <a:latin typeface="Arial Black"/>
        <a:ea typeface=""/>
        <a:cs typeface=""/>
      </a:majorFont>
      <a:minorFont>
        <a:latin typeface="Arial Blac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clrMap bg1="dk2" tx1="lt1" bg2="dk1" tx2="lt2" accent1="accent1" accent2="accent2" accent3="accent3" accent4="accent4" accent5="accent5" accent6="accent6" hlink="hlink" folHlink="folHlink"/>
    </a:extraClrScheme>
    <a:extraClrScheme>
      <a:clrScheme name="Fireworks 2">
        <a:dk1>
          <a:srgbClr val="0000A4"/>
        </a:dk1>
        <a:lt1>
          <a:srgbClr val="CCFFFF"/>
        </a:lt1>
        <a:dk2>
          <a:srgbClr val="000066"/>
        </a:dk2>
        <a:lt2>
          <a:srgbClr val="00FFFF"/>
        </a:lt2>
        <a:accent1>
          <a:srgbClr val="51B2E3"/>
        </a:accent1>
        <a:accent2>
          <a:srgbClr val="04E8AC"/>
        </a:accent2>
        <a:accent3>
          <a:srgbClr val="AAAAB8"/>
        </a:accent3>
        <a:accent4>
          <a:srgbClr val="AEDADA"/>
        </a:accent4>
        <a:accent5>
          <a:srgbClr val="B3D5EF"/>
        </a:accent5>
        <a:accent6>
          <a:srgbClr val="03D29B"/>
        </a:accent6>
        <a:hlink>
          <a:srgbClr val="FF3399"/>
        </a:hlink>
        <a:folHlink>
          <a:srgbClr val="8F5FD5"/>
        </a:folHlink>
      </a:clrScheme>
      <a:clrMap bg1="dk2" tx1="lt1" bg2="dk1" tx2="lt2" accent1="accent1" accent2="accent2" accent3="accent3" accent4="accent4" accent5="accent5" accent6="accent6" hlink="hlink" folHlink="folHlink"/>
    </a:extraClrScheme>
    <a:extraClrScheme>
      <a:clrScheme name="Fireworks 3">
        <a:dk1>
          <a:srgbClr val="9F237F"/>
        </a:dk1>
        <a:lt1>
          <a:srgbClr val="FFCC00"/>
        </a:lt1>
        <a:dk2>
          <a:srgbClr val="000000"/>
        </a:dk2>
        <a:lt2>
          <a:srgbClr val="FFFFFF"/>
        </a:lt2>
        <a:accent1>
          <a:srgbClr val="39A6DD"/>
        </a:accent1>
        <a:accent2>
          <a:srgbClr val="FF03E7"/>
        </a:accent2>
        <a:accent3>
          <a:srgbClr val="AAAAAA"/>
        </a:accent3>
        <a:accent4>
          <a:srgbClr val="DAAE00"/>
        </a:accent4>
        <a:accent5>
          <a:srgbClr val="AED0EB"/>
        </a:accent5>
        <a:accent6>
          <a:srgbClr val="E702D1"/>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4">
        <a:dk1>
          <a:srgbClr val="00603B"/>
        </a:dk1>
        <a:lt1>
          <a:srgbClr val="FFCC00"/>
        </a:lt1>
        <a:dk2>
          <a:srgbClr val="000000"/>
        </a:dk2>
        <a:lt2>
          <a:srgbClr val="FFFFFF"/>
        </a:lt2>
        <a:accent1>
          <a:srgbClr val="39A6DD"/>
        </a:accent1>
        <a:accent2>
          <a:srgbClr val="07FB18"/>
        </a:accent2>
        <a:accent3>
          <a:srgbClr val="AAAAAA"/>
        </a:accent3>
        <a:accent4>
          <a:srgbClr val="DAAE00"/>
        </a:accent4>
        <a:accent5>
          <a:srgbClr val="AED0EB"/>
        </a:accent5>
        <a:accent6>
          <a:srgbClr val="06E315"/>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5">
        <a:dk1>
          <a:srgbClr val="FF6600"/>
        </a:dk1>
        <a:lt1>
          <a:srgbClr val="FFFFFF"/>
        </a:lt1>
        <a:dk2>
          <a:srgbClr val="003366"/>
        </a:dk2>
        <a:lt2>
          <a:srgbClr val="FFFFFF"/>
        </a:lt2>
        <a:accent1>
          <a:srgbClr val="FF99FF"/>
        </a:accent1>
        <a:accent2>
          <a:srgbClr val="FFFF99"/>
        </a:accent2>
        <a:accent3>
          <a:srgbClr val="AAADB8"/>
        </a:accent3>
        <a:accent4>
          <a:srgbClr val="DADADA"/>
        </a:accent4>
        <a:accent5>
          <a:srgbClr val="FFCAFF"/>
        </a:accent5>
        <a:accent6>
          <a:srgbClr val="E7E78A"/>
        </a:accent6>
        <a:hlink>
          <a:srgbClr val="FF3399"/>
        </a:hlink>
        <a:folHlink>
          <a:srgbClr val="FF9966"/>
        </a:folHlink>
      </a:clrScheme>
      <a:clrMap bg1="dk2" tx1="lt1" bg2="dk1" tx2="lt2" accent1="accent1" accent2="accent2" accent3="accent3" accent4="accent4" accent5="accent5" accent6="accent6" hlink="hlink" folHlink="folHlink"/>
    </a:extraClrScheme>
    <a:extraClrScheme>
      <a:clrScheme name="Fireworks 6">
        <a:dk1>
          <a:srgbClr val="000000"/>
        </a:dk1>
        <a:lt1>
          <a:srgbClr val="FFFFFF"/>
        </a:lt1>
        <a:dk2>
          <a:srgbClr val="993366"/>
        </a:dk2>
        <a:lt2>
          <a:srgbClr val="CCFFFF"/>
        </a:lt2>
        <a:accent1>
          <a:srgbClr val="CCECFF"/>
        </a:accent1>
        <a:accent2>
          <a:srgbClr val="FFFF99"/>
        </a:accent2>
        <a:accent3>
          <a:srgbClr val="FFFFFF"/>
        </a:accent3>
        <a:accent4>
          <a:srgbClr val="000000"/>
        </a:accent4>
        <a:accent5>
          <a:srgbClr val="E2F4FF"/>
        </a:accent5>
        <a:accent6>
          <a:srgbClr val="E7E78A"/>
        </a:accent6>
        <a:hlink>
          <a:srgbClr val="FFCCFF"/>
        </a:hlink>
        <a:folHlink>
          <a:srgbClr val="FFCC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
  <TotalTime>4859</TotalTime>
  <Words>2391</Words>
  <Application>Microsoft Office PowerPoint</Application>
  <PresentationFormat>On-screen Show (4:3)</PresentationFormat>
  <Paragraphs>323</Paragraphs>
  <Slides>36</Slides>
  <Notes>17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36</vt:i4>
      </vt:variant>
    </vt:vector>
  </HeadingPairs>
  <TitlesOfParts>
    <vt:vector size="45" baseType="lpstr">
      <vt:lpstr>Arial</vt:lpstr>
      <vt:lpstr>Arial Black</vt:lpstr>
      <vt:lpstr>Impact</vt:lpstr>
      <vt:lpstr>Times New Roman</vt:lpstr>
      <vt:lpstr>Trebuchet MS</vt:lpstr>
      <vt:lpstr>Wingdings</vt:lpstr>
      <vt:lpstr>Wingdings 3</vt:lpstr>
      <vt:lpstr>Fireworks</vt:lpstr>
      <vt:lpstr>Facet</vt:lpstr>
      <vt:lpstr>PROFESSIONAL ETHICS CE 3142   Social responsibility of the Profession / Organization</vt:lpstr>
      <vt:lpstr>Topics</vt:lpstr>
      <vt:lpstr>Why have a Code of Ethics?  </vt:lpstr>
      <vt:lpstr>CODE OF ETHICS/CONDUCT OF  ENGINEERING INSTITUTIONS</vt:lpstr>
      <vt:lpstr>Some Engineering Codes of  Ethics / Conduct</vt:lpstr>
      <vt:lpstr>FEANI* Code of Conduct</vt:lpstr>
      <vt:lpstr>FEANI Code of Conduct</vt:lpstr>
      <vt:lpstr>FEANI Code of Conduct</vt:lpstr>
      <vt:lpstr>ICE Code of Professional Conduct</vt:lpstr>
      <vt:lpstr>ICE Code of Professional Conduct</vt:lpstr>
      <vt:lpstr>ICE Code of Professional Conduct</vt:lpstr>
      <vt:lpstr>ENGINEERS AUSTRALIA  - CODE OF ETHTCS</vt:lpstr>
      <vt:lpstr>ENGINEERS AUSTRALIA  - CODE OF ETHTCS</vt:lpstr>
      <vt:lpstr>ENGINEERS AUSTRALIA  - CODE OF ETHTCS</vt:lpstr>
      <vt:lpstr>ENGINEERS AUSTRALIA  - CODE OF ETHTCS</vt:lpstr>
      <vt:lpstr>ENGINEERS AUSTRALIA  - CODE OF ETHTCS</vt:lpstr>
      <vt:lpstr>    </vt:lpstr>
      <vt:lpstr>IEEE Code of Ethics </vt:lpstr>
      <vt:lpstr>American Society of Civil Engineers</vt:lpstr>
      <vt:lpstr>American Society of Civil Engineers</vt:lpstr>
      <vt:lpstr>IESL CODE OF ETHICS</vt:lpstr>
      <vt:lpstr>IESL CODE OF ETHICS (contd.)</vt:lpstr>
      <vt:lpstr>IESL CODE OF ETHICS (contd.)</vt:lpstr>
      <vt:lpstr>Comparison between IESL CoE and other Engineering Institutions</vt:lpstr>
      <vt:lpstr>CODE OF CONDUCT  OF INDUSTRIES</vt:lpstr>
      <vt:lpstr>Industry – Code of Conduct</vt:lpstr>
      <vt:lpstr>CORPORATE SOCIAL RESPONSIBILITY</vt:lpstr>
      <vt:lpstr>Corporate Social Responsibility </vt:lpstr>
      <vt:lpstr>Corporate Social Responsibility </vt:lpstr>
      <vt:lpstr>Corporate Social Responsibility </vt:lpstr>
      <vt:lpstr>Why is CSR important to organisations ??  </vt:lpstr>
      <vt:lpstr>Carroll's CSR Pyramid  </vt:lpstr>
      <vt:lpstr>Carroll's CSR Pyramid</vt:lpstr>
      <vt:lpstr>ACKNOWLEDGEMENT</vt:lpstr>
      <vt:lpstr>PowerPoint Presentation</vt:lpstr>
      <vt:lpstr>PowerPoint Presentation</vt:lpstr>
    </vt:vector>
  </TitlesOfParts>
  <Company>IESL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OF ETHICS</dc:title>
  <dc:creator>Executive Secretary</dc:creator>
  <cp:lastModifiedBy>Russel De Zilwa</cp:lastModifiedBy>
  <cp:revision>217</cp:revision>
  <dcterms:created xsi:type="dcterms:W3CDTF">2007-03-09T11:04:42Z</dcterms:created>
  <dcterms:modified xsi:type="dcterms:W3CDTF">2024-02-11T15:23:17Z</dcterms:modified>
</cp:coreProperties>
</file>