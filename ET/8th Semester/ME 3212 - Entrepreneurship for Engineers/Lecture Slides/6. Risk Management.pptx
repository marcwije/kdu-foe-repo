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media/image5.jpg" ContentType="image/jpg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media/image6.jpg" ContentType="image/jpg"/>
  <Override PartName="/ppt/media/image8.jpg" ContentType="image/jpg"/>
  <Override PartName="/ppt/media/image9.jpg" ContentType="image/jpg"/>
  <Override PartName="/ppt/media/image10.jpg" ContentType="image/jpg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media/image11.jpg" ContentType="image/jpg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media/image12.jpg" ContentType="image/jpg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sldIdLst>
    <p:sldId id="303" r:id="rId2"/>
    <p:sldId id="258" r:id="rId3"/>
    <p:sldId id="304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1" r:id="rId12"/>
    <p:sldId id="272" r:id="rId13"/>
    <p:sldId id="273" r:id="rId14"/>
    <p:sldId id="275" r:id="rId15"/>
    <p:sldId id="277" r:id="rId16"/>
    <p:sldId id="278" r:id="rId17"/>
    <p:sldId id="279" r:id="rId18"/>
    <p:sldId id="280" r:id="rId19"/>
    <p:sldId id="281" r:id="rId20"/>
    <p:sldId id="305" r:id="rId21"/>
    <p:sldId id="285" r:id="rId22"/>
    <p:sldId id="286" r:id="rId23"/>
    <p:sldId id="287" r:id="rId24"/>
    <p:sldId id="288" r:id="rId25"/>
    <p:sldId id="289" r:id="rId26"/>
    <p:sldId id="291" r:id="rId27"/>
    <p:sldId id="292" r:id="rId28"/>
    <p:sldId id="294" r:id="rId29"/>
    <p:sldId id="295" r:id="rId30"/>
    <p:sldId id="297" r:id="rId31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lpana" userId="6f3f43f3f0224ce4" providerId="LiveId" clId="{BD5A5808-8327-480B-B263-17591785BAE9}"/>
    <pc:docChg chg="custSel addSld modSld">
      <pc:chgData name="kalpana" userId="6f3f43f3f0224ce4" providerId="LiveId" clId="{BD5A5808-8327-480B-B263-17591785BAE9}" dt="2020-11-05T14:56:24.027" v="57" actId="20577"/>
      <pc:docMkLst>
        <pc:docMk/>
      </pc:docMkLst>
      <pc:sldChg chg="modSp new mod">
        <pc:chgData name="kalpana" userId="6f3f43f3f0224ce4" providerId="LiveId" clId="{BD5A5808-8327-480B-B263-17591785BAE9}" dt="2020-11-05T14:56:24.027" v="57" actId="20577"/>
        <pc:sldMkLst>
          <pc:docMk/>
          <pc:sldMk cId="2636626848" sldId="306"/>
        </pc:sldMkLst>
        <pc:spChg chg="mod">
          <ac:chgData name="kalpana" userId="6f3f43f3f0224ce4" providerId="LiveId" clId="{BD5A5808-8327-480B-B263-17591785BAE9}" dt="2020-11-05T14:56:24.027" v="57" actId="20577"/>
          <ac:spMkLst>
            <pc:docMk/>
            <pc:sldMk cId="2636626848" sldId="306"/>
            <ac:spMk id="3" creationId="{C5B946A2-FD29-458F-BA93-310B76610DB5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E98064-AFFB-4EBC-883A-F0292343CAA2}" type="doc">
      <dgm:prSet loTypeId="urn:microsoft.com/office/officeart/2005/8/layout/process4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999900A-1712-43B0-9BCF-23962CDDB15B}">
      <dgm:prSet/>
      <dgm:spPr/>
      <dgm:t>
        <a:bodyPr/>
        <a:lstStyle/>
        <a:p>
          <a:r>
            <a:rPr lang="en-US"/>
            <a:t>Identify the common risks associated with a  small business</a:t>
          </a:r>
        </a:p>
      </dgm:t>
    </dgm:pt>
    <dgm:pt modelId="{8C161CC1-5509-45B5-B6F0-A0C9E5F8FE90}" type="parTrans" cxnId="{30ED8E3F-10F1-4FDF-B188-FB8F6116D712}">
      <dgm:prSet/>
      <dgm:spPr/>
      <dgm:t>
        <a:bodyPr/>
        <a:lstStyle/>
        <a:p>
          <a:endParaRPr lang="en-US"/>
        </a:p>
      </dgm:t>
    </dgm:pt>
    <dgm:pt modelId="{6CC7D75A-CD8B-4D3C-907D-D3408CC018C7}" type="sibTrans" cxnId="{30ED8E3F-10F1-4FDF-B188-FB8F6116D712}">
      <dgm:prSet/>
      <dgm:spPr/>
      <dgm:t>
        <a:bodyPr/>
        <a:lstStyle/>
        <a:p>
          <a:endParaRPr lang="en-US"/>
        </a:p>
      </dgm:t>
    </dgm:pt>
    <dgm:pt modelId="{1C2F905F-3030-460A-97C0-DC41D1BB65C6}">
      <dgm:prSet/>
      <dgm:spPr/>
      <dgm:t>
        <a:bodyPr/>
        <a:lstStyle/>
        <a:p>
          <a:r>
            <a:rPr lang="en-US"/>
            <a:t>Identify the external and internal factors which  affect risk for a small business</a:t>
          </a:r>
        </a:p>
      </dgm:t>
    </dgm:pt>
    <dgm:pt modelId="{7081954E-70FB-415A-BB62-84876380CC46}" type="parTrans" cxnId="{A7D88F53-5A59-430F-A332-6E9A6C96CE15}">
      <dgm:prSet/>
      <dgm:spPr/>
      <dgm:t>
        <a:bodyPr/>
        <a:lstStyle/>
        <a:p>
          <a:endParaRPr lang="en-US"/>
        </a:p>
      </dgm:t>
    </dgm:pt>
    <dgm:pt modelId="{3714B3C8-5281-4C6D-997F-DB725F943039}" type="sibTrans" cxnId="{A7D88F53-5A59-430F-A332-6E9A6C96CE15}">
      <dgm:prSet/>
      <dgm:spPr/>
      <dgm:t>
        <a:bodyPr/>
        <a:lstStyle/>
        <a:p>
          <a:endParaRPr lang="en-US"/>
        </a:p>
      </dgm:t>
    </dgm:pt>
    <dgm:pt modelId="{1B3E0265-E065-47BE-9BC9-16681D6CB210}">
      <dgm:prSet/>
      <dgm:spPr/>
      <dgm:t>
        <a:bodyPr/>
        <a:lstStyle/>
        <a:p>
          <a:r>
            <a:rPr lang="en-US"/>
            <a:t>Identify situations which may cause risk for a  small business</a:t>
          </a:r>
        </a:p>
      </dgm:t>
    </dgm:pt>
    <dgm:pt modelId="{CE4F0ABE-BDDA-447B-903E-B2A5C5362CA5}" type="parTrans" cxnId="{2DE1605A-9A1E-4EF5-8AF1-F1A9D00B9D16}">
      <dgm:prSet/>
      <dgm:spPr/>
      <dgm:t>
        <a:bodyPr/>
        <a:lstStyle/>
        <a:p>
          <a:endParaRPr lang="en-US"/>
        </a:p>
      </dgm:t>
    </dgm:pt>
    <dgm:pt modelId="{07B3AB90-4936-49BD-B700-DBD478B751C5}" type="sibTrans" cxnId="{2DE1605A-9A1E-4EF5-8AF1-F1A9D00B9D16}">
      <dgm:prSet/>
      <dgm:spPr/>
      <dgm:t>
        <a:bodyPr/>
        <a:lstStyle/>
        <a:p>
          <a:endParaRPr lang="en-US"/>
        </a:p>
      </dgm:t>
    </dgm:pt>
    <dgm:pt modelId="{26BC3471-71E7-48A4-AD62-2A7FB9661F55}">
      <dgm:prSet/>
      <dgm:spPr/>
      <dgm:t>
        <a:bodyPr/>
        <a:lstStyle/>
        <a:p>
          <a:r>
            <a:rPr lang="en-US"/>
            <a:t>Indentify the common warning signs of risk for  a small business</a:t>
          </a:r>
        </a:p>
      </dgm:t>
    </dgm:pt>
    <dgm:pt modelId="{30441058-A77A-4EAD-8D53-5F092ECA8A9C}" type="parTrans" cxnId="{4121818C-A025-48B9-AD8F-EF61FA0ECB59}">
      <dgm:prSet/>
      <dgm:spPr/>
      <dgm:t>
        <a:bodyPr/>
        <a:lstStyle/>
        <a:p>
          <a:endParaRPr lang="en-US"/>
        </a:p>
      </dgm:t>
    </dgm:pt>
    <dgm:pt modelId="{E1F61225-B8A2-41C6-AAA9-254A6C523D0D}" type="sibTrans" cxnId="{4121818C-A025-48B9-AD8F-EF61FA0ECB59}">
      <dgm:prSet/>
      <dgm:spPr/>
      <dgm:t>
        <a:bodyPr/>
        <a:lstStyle/>
        <a:p>
          <a:endParaRPr lang="en-US"/>
        </a:p>
      </dgm:t>
    </dgm:pt>
    <dgm:pt modelId="{2AAA2CAA-BFF0-4CF0-9D9A-78C5364C7997}">
      <dgm:prSet/>
      <dgm:spPr/>
      <dgm:t>
        <a:bodyPr/>
        <a:lstStyle/>
        <a:p>
          <a:r>
            <a:rPr lang="en-US"/>
            <a:t>Implement, monitor, and evaluate a risk  management plan for a small business</a:t>
          </a:r>
        </a:p>
      </dgm:t>
    </dgm:pt>
    <dgm:pt modelId="{1C019651-CF62-4BDF-AAE6-40C911C027E7}" type="parTrans" cxnId="{6088F2E2-C199-4716-AC81-99969A7BA208}">
      <dgm:prSet/>
      <dgm:spPr/>
      <dgm:t>
        <a:bodyPr/>
        <a:lstStyle/>
        <a:p>
          <a:endParaRPr lang="en-US"/>
        </a:p>
      </dgm:t>
    </dgm:pt>
    <dgm:pt modelId="{0F60C61E-A9E8-4E84-9FA1-5937F30C4E8C}" type="sibTrans" cxnId="{6088F2E2-C199-4716-AC81-99969A7BA208}">
      <dgm:prSet/>
      <dgm:spPr/>
      <dgm:t>
        <a:bodyPr/>
        <a:lstStyle/>
        <a:p>
          <a:endParaRPr lang="en-US"/>
        </a:p>
      </dgm:t>
    </dgm:pt>
    <dgm:pt modelId="{30513AC8-CC62-473C-9D66-DC82BBB860C4}" type="pres">
      <dgm:prSet presAssocID="{69E98064-AFFB-4EBC-883A-F0292343CAA2}" presName="Name0" presStyleCnt="0">
        <dgm:presLayoutVars>
          <dgm:dir/>
          <dgm:animLvl val="lvl"/>
          <dgm:resizeHandles val="exact"/>
        </dgm:presLayoutVars>
      </dgm:prSet>
      <dgm:spPr/>
    </dgm:pt>
    <dgm:pt modelId="{43FD714E-484A-4B52-BB1E-D83D7B64EBD0}" type="pres">
      <dgm:prSet presAssocID="{2AAA2CAA-BFF0-4CF0-9D9A-78C5364C7997}" presName="boxAndChildren" presStyleCnt="0"/>
      <dgm:spPr/>
    </dgm:pt>
    <dgm:pt modelId="{BE67A517-7080-4DBD-A36E-EF75C1A54256}" type="pres">
      <dgm:prSet presAssocID="{2AAA2CAA-BFF0-4CF0-9D9A-78C5364C7997}" presName="parentTextBox" presStyleLbl="node1" presStyleIdx="0" presStyleCnt="5"/>
      <dgm:spPr/>
    </dgm:pt>
    <dgm:pt modelId="{9DF8171D-1540-4A78-85BD-EF4BA4EA7FEB}" type="pres">
      <dgm:prSet presAssocID="{E1F61225-B8A2-41C6-AAA9-254A6C523D0D}" presName="sp" presStyleCnt="0"/>
      <dgm:spPr/>
    </dgm:pt>
    <dgm:pt modelId="{B3B01393-51A5-4498-8AFC-38061EB456BF}" type="pres">
      <dgm:prSet presAssocID="{26BC3471-71E7-48A4-AD62-2A7FB9661F55}" presName="arrowAndChildren" presStyleCnt="0"/>
      <dgm:spPr/>
    </dgm:pt>
    <dgm:pt modelId="{6EEFD403-9831-4AC0-AF33-D43C920A2C7E}" type="pres">
      <dgm:prSet presAssocID="{26BC3471-71E7-48A4-AD62-2A7FB9661F55}" presName="parentTextArrow" presStyleLbl="node1" presStyleIdx="1" presStyleCnt="5"/>
      <dgm:spPr/>
    </dgm:pt>
    <dgm:pt modelId="{E6DD4745-63C5-4747-BDFF-32802A8D6C37}" type="pres">
      <dgm:prSet presAssocID="{07B3AB90-4936-49BD-B700-DBD478B751C5}" presName="sp" presStyleCnt="0"/>
      <dgm:spPr/>
    </dgm:pt>
    <dgm:pt modelId="{21DB74AF-47A8-4FF7-8611-6C6BF74FCEB5}" type="pres">
      <dgm:prSet presAssocID="{1B3E0265-E065-47BE-9BC9-16681D6CB210}" presName="arrowAndChildren" presStyleCnt="0"/>
      <dgm:spPr/>
    </dgm:pt>
    <dgm:pt modelId="{2E3DEB5B-2A8E-481A-8173-EB5B2F333DF5}" type="pres">
      <dgm:prSet presAssocID="{1B3E0265-E065-47BE-9BC9-16681D6CB210}" presName="parentTextArrow" presStyleLbl="node1" presStyleIdx="2" presStyleCnt="5"/>
      <dgm:spPr/>
    </dgm:pt>
    <dgm:pt modelId="{4180D1ED-DA59-4A07-8108-466018DA51E2}" type="pres">
      <dgm:prSet presAssocID="{3714B3C8-5281-4C6D-997F-DB725F943039}" presName="sp" presStyleCnt="0"/>
      <dgm:spPr/>
    </dgm:pt>
    <dgm:pt modelId="{71B8EBA5-0593-4F1E-96FE-51CD663A4BF2}" type="pres">
      <dgm:prSet presAssocID="{1C2F905F-3030-460A-97C0-DC41D1BB65C6}" presName="arrowAndChildren" presStyleCnt="0"/>
      <dgm:spPr/>
    </dgm:pt>
    <dgm:pt modelId="{DA97339C-A9CB-456B-AC4B-4E65BABBCAEC}" type="pres">
      <dgm:prSet presAssocID="{1C2F905F-3030-460A-97C0-DC41D1BB65C6}" presName="parentTextArrow" presStyleLbl="node1" presStyleIdx="3" presStyleCnt="5"/>
      <dgm:spPr/>
    </dgm:pt>
    <dgm:pt modelId="{0C236C41-4CC4-4D99-B454-D90A3A2AC2A3}" type="pres">
      <dgm:prSet presAssocID="{6CC7D75A-CD8B-4D3C-907D-D3408CC018C7}" presName="sp" presStyleCnt="0"/>
      <dgm:spPr/>
    </dgm:pt>
    <dgm:pt modelId="{9F495316-B4E4-4211-AED9-8A56A1971AB0}" type="pres">
      <dgm:prSet presAssocID="{B999900A-1712-43B0-9BCF-23962CDDB15B}" presName="arrowAndChildren" presStyleCnt="0"/>
      <dgm:spPr/>
    </dgm:pt>
    <dgm:pt modelId="{AFE5CE23-CD73-46C5-9419-A4A8D03523DA}" type="pres">
      <dgm:prSet presAssocID="{B999900A-1712-43B0-9BCF-23962CDDB15B}" presName="parentTextArrow" presStyleLbl="node1" presStyleIdx="4" presStyleCnt="5"/>
      <dgm:spPr/>
    </dgm:pt>
  </dgm:ptLst>
  <dgm:cxnLst>
    <dgm:cxn modelId="{D5B15B11-5221-45DF-BDBE-BC9303B16843}" type="presOf" srcId="{2AAA2CAA-BFF0-4CF0-9D9A-78C5364C7997}" destId="{BE67A517-7080-4DBD-A36E-EF75C1A54256}" srcOrd="0" destOrd="0" presId="urn:microsoft.com/office/officeart/2005/8/layout/process4"/>
    <dgm:cxn modelId="{30ED8E3F-10F1-4FDF-B188-FB8F6116D712}" srcId="{69E98064-AFFB-4EBC-883A-F0292343CAA2}" destId="{B999900A-1712-43B0-9BCF-23962CDDB15B}" srcOrd="0" destOrd="0" parTransId="{8C161CC1-5509-45B5-B6F0-A0C9E5F8FE90}" sibTransId="{6CC7D75A-CD8B-4D3C-907D-D3408CC018C7}"/>
    <dgm:cxn modelId="{80549643-2DF7-4B99-A049-C69390E4C5E4}" type="presOf" srcId="{26BC3471-71E7-48A4-AD62-2A7FB9661F55}" destId="{6EEFD403-9831-4AC0-AF33-D43C920A2C7E}" srcOrd="0" destOrd="0" presId="urn:microsoft.com/office/officeart/2005/8/layout/process4"/>
    <dgm:cxn modelId="{4878404D-F1BA-427C-96C3-4EE5ACE91A97}" type="presOf" srcId="{1C2F905F-3030-460A-97C0-DC41D1BB65C6}" destId="{DA97339C-A9CB-456B-AC4B-4E65BABBCAEC}" srcOrd="0" destOrd="0" presId="urn:microsoft.com/office/officeart/2005/8/layout/process4"/>
    <dgm:cxn modelId="{A7D88F53-5A59-430F-A332-6E9A6C96CE15}" srcId="{69E98064-AFFB-4EBC-883A-F0292343CAA2}" destId="{1C2F905F-3030-460A-97C0-DC41D1BB65C6}" srcOrd="1" destOrd="0" parTransId="{7081954E-70FB-415A-BB62-84876380CC46}" sibTransId="{3714B3C8-5281-4C6D-997F-DB725F943039}"/>
    <dgm:cxn modelId="{2DE1605A-9A1E-4EF5-8AF1-F1A9D00B9D16}" srcId="{69E98064-AFFB-4EBC-883A-F0292343CAA2}" destId="{1B3E0265-E065-47BE-9BC9-16681D6CB210}" srcOrd="2" destOrd="0" parTransId="{CE4F0ABE-BDDA-447B-903E-B2A5C5362CA5}" sibTransId="{07B3AB90-4936-49BD-B700-DBD478B751C5}"/>
    <dgm:cxn modelId="{50E0228A-68E4-44FD-AAC7-E7B805336C30}" type="presOf" srcId="{69E98064-AFFB-4EBC-883A-F0292343CAA2}" destId="{30513AC8-CC62-473C-9D66-DC82BBB860C4}" srcOrd="0" destOrd="0" presId="urn:microsoft.com/office/officeart/2005/8/layout/process4"/>
    <dgm:cxn modelId="{4121818C-A025-48B9-AD8F-EF61FA0ECB59}" srcId="{69E98064-AFFB-4EBC-883A-F0292343CAA2}" destId="{26BC3471-71E7-48A4-AD62-2A7FB9661F55}" srcOrd="3" destOrd="0" parTransId="{30441058-A77A-4EAD-8D53-5F092ECA8A9C}" sibTransId="{E1F61225-B8A2-41C6-AAA9-254A6C523D0D}"/>
    <dgm:cxn modelId="{0EF4C08D-5575-4D4C-8C81-9B10DD5B28B9}" type="presOf" srcId="{B999900A-1712-43B0-9BCF-23962CDDB15B}" destId="{AFE5CE23-CD73-46C5-9419-A4A8D03523DA}" srcOrd="0" destOrd="0" presId="urn:microsoft.com/office/officeart/2005/8/layout/process4"/>
    <dgm:cxn modelId="{61D36AB1-716D-4F90-B1D9-229B07CC3342}" type="presOf" srcId="{1B3E0265-E065-47BE-9BC9-16681D6CB210}" destId="{2E3DEB5B-2A8E-481A-8173-EB5B2F333DF5}" srcOrd="0" destOrd="0" presId="urn:microsoft.com/office/officeart/2005/8/layout/process4"/>
    <dgm:cxn modelId="{6088F2E2-C199-4716-AC81-99969A7BA208}" srcId="{69E98064-AFFB-4EBC-883A-F0292343CAA2}" destId="{2AAA2CAA-BFF0-4CF0-9D9A-78C5364C7997}" srcOrd="4" destOrd="0" parTransId="{1C019651-CF62-4BDF-AAE6-40C911C027E7}" sibTransId="{0F60C61E-A9E8-4E84-9FA1-5937F30C4E8C}"/>
    <dgm:cxn modelId="{3511683B-4095-4C84-AAF0-DDAE03A02056}" type="presParOf" srcId="{30513AC8-CC62-473C-9D66-DC82BBB860C4}" destId="{43FD714E-484A-4B52-BB1E-D83D7B64EBD0}" srcOrd="0" destOrd="0" presId="urn:microsoft.com/office/officeart/2005/8/layout/process4"/>
    <dgm:cxn modelId="{6E24A579-FB8C-4301-A0A7-A2A46DED344E}" type="presParOf" srcId="{43FD714E-484A-4B52-BB1E-D83D7B64EBD0}" destId="{BE67A517-7080-4DBD-A36E-EF75C1A54256}" srcOrd="0" destOrd="0" presId="urn:microsoft.com/office/officeart/2005/8/layout/process4"/>
    <dgm:cxn modelId="{C98F3BBC-F394-43B4-A5B4-19F56C3FCBEC}" type="presParOf" srcId="{30513AC8-CC62-473C-9D66-DC82BBB860C4}" destId="{9DF8171D-1540-4A78-85BD-EF4BA4EA7FEB}" srcOrd="1" destOrd="0" presId="urn:microsoft.com/office/officeart/2005/8/layout/process4"/>
    <dgm:cxn modelId="{4C5BC45E-3000-40C9-8B09-A64D69FBD862}" type="presParOf" srcId="{30513AC8-CC62-473C-9D66-DC82BBB860C4}" destId="{B3B01393-51A5-4498-8AFC-38061EB456BF}" srcOrd="2" destOrd="0" presId="urn:microsoft.com/office/officeart/2005/8/layout/process4"/>
    <dgm:cxn modelId="{34EB68AD-0637-4992-A8A0-C5614DF9703C}" type="presParOf" srcId="{B3B01393-51A5-4498-8AFC-38061EB456BF}" destId="{6EEFD403-9831-4AC0-AF33-D43C920A2C7E}" srcOrd="0" destOrd="0" presId="urn:microsoft.com/office/officeart/2005/8/layout/process4"/>
    <dgm:cxn modelId="{257DBD0E-FF8B-433D-9B50-B8D08B79B9D3}" type="presParOf" srcId="{30513AC8-CC62-473C-9D66-DC82BBB860C4}" destId="{E6DD4745-63C5-4747-BDFF-32802A8D6C37}" srcOrd="3" destOrd="0" presId="urn:microsoft.com/office/officeart/2005/8/layout/process4"/>
    <dgm:cxn modelId="{8596BDD6-79AA-4166-95E9-F7BE1F06F127}" type="presParOf" srcId="{30513AC8-CC62-473C-9D66-DC82BBB860C4}" destId="{21DB74AF-47A8-4FF7-8611-6C6BF74FCEB5}" srcOrd="4" destOrd="0" presId="urn:microsoft.com/office/officeart/2005/8/layout/process4"/>
    <dgm:cxn modelId="{8C5A5F47-AE02-4977-BB17-2F5E6E6B227E}" type="presParOf" srcId="{21DB74AF-47A8-4FF7-8611-6C6BF74FCEB5}" destId="{2E3DEB5B-2A8E-481A-8173-EB5B2F333DF5}" srcOrd="0" destOrd="0" presId="urn:microsoft.com/office/officeart/2005/8/layout/process4"/>
    <dgm:cxn modelId="{C7762032-F64C-446F-81B9-23872875EFAA}" type="presParOf" srcId="{30513AC8-CC62-473C-9D66-DC82BBB860C4}" destId="{4180D1ED-DA59-4A07-8108-466018DA51E2}" srcOrd="5" destOrd="0" presId="urn:microsoft.com/office/officeart/2005/8/layout/process4"/>
    <dgm:cxn modelId="{B22BC2D8-D812-417C-B973-71EF3B23D0C3}" type="presParOf" srcId="{30513AC8-CC62-473C-9D66-DC82BBB860C4}" destId="{71B8EBA5-0593-4F1E-96FE-51CD663A4BF2}" srcOrd="6" destOrd="0" presId="urn:microsoft.com/office/officeart/2005/8/layout/process4"/>
    <dgm:cxn modelId="{74466181-4C66-40C5-9BD7-040CD8BC9916}" type="presParOf" srcId="{71B8EBA5-0593-4F1E-96FE-51CD663A4BF2}" destId="{DA97339C-A9CB-456B-AC4B-4E65BABBCAEC}" srcOrd="0" destOrd="0" presId="urn:microsoft.com/office/officeart/2005/8/layout/process4"/>
    <dgm:cxn modelId="{8B9A3FC6-52B0-440F-9534-DC7E691AEFB6}" type="presParOf" srcId="{30513AC8-CC62-473C-9D66-DC82BBB860C4}" destId="{0C236C41-4CC4-4D99-B454-D90A3A2AC2A3}" srcOrd="7" destOrd="0" presId="urn:microsoft.com/office/officeart/2005/8/layout/process4"/>
    <dgm:cxn modelId="{647628F5-3A31-46F3-98C6-B7E0B3E9F04E}" type="presParOf" srcId="{30513AC8-CC62-473C-9D66-DC82BBB860C4}" destId="{9F495316-B4E4-4211-AED9-8A56A1971AB0}" srcOrd="8" destOrd="0" presId="urn:microsoft.com/office/officeart/2005/8/layout/process4"/>
    <dgm:cxn modelId="{6360C928-FBFE-4178-AC7E-2C0EF256C367}" type="presParOf" srcId="{9F495316-B4E4-4211-AED9-8A56A1971AB0}" destId="{AFE5CE23-CD73-46C5-9419-A4A8D03523DA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48C367E-FAE0-4E35-9451-AA7CA272B62B}" type="doc">
      <dgm:prSet loTypeId="urn:microsoft.com/office/officeart/2005/8/layout/list1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E96243CD-8403-41E0-B42D-C8E6240FAE3C}">
      <dgm:prSet/>
      <dgm:spPr/>
      <dgm:t>
        <a:bodyPr/>
        <a:lstStyle/>
        <a:p>
          <a:r>
            <a:rPr lang="en-US"/>
            <a:t>Death</a:t>
          </a:r>
        </a:p>
      </dgm:t>
    </dgm:pt>
    <dgm:pt modelId="{FF9A5065-8DE9-46AA-B1F3-9BA55C5F4F99}" type="parTrans" cxnId="{4F7EE824-41C7-4645-BBB1-7959A6629555}">
      <dgm:prSet/>
      <dgm:spPr/>
      <dgm:t>
        <a:bodyPr/>
        <a:lstStyle/>
        <a:p>
          <a:endParaRPr lang="en-US"/>
        </a:p>
      </dgm:t>
    </dgm:pt>
    <dgm:pt modelId="{F599573B-61E5-4CBE-89D3-7D0027ACCD57}" type="sibTrans" cxnId="{4F7EE824-41C7-4645-BBB1-7959A6629555}">
      <dgm:prSet/>
      <dgm:spPr/>
      <dgm:t>
        <a:bodyPr/>
        <a:lstStyle/>
        <a:p>
          <a:endParaRPr lang="en-US"/>
        </a:p>
      </dgm:t>
    </dgm:pt>
    <dgm:pt modelId="{92C7E99E-9AE9-4F06-BF5D-011BEE330BB4}">
      <dgm:prSet/>
      <dgm:spPr/>
      <dgm:t>
        <a:bodyPr/>
        <a:lstStyle/>
        <a:p>
          <a:r>
            <a:rPr lang="en-US"/>
            <a:t>Owner</a:t>
          </a:r>
        </a:p>
      </dgm:t>
    </dgm:pt>
    <dgm:pt modelId="{D89BBBF6-4FCD-4278-8D14-54E863649CAA}" type="parTrans" cxnId="{B5CC4A70-FE62-48E6-9CB5-0B755F14E5BA}">
      <dgm:prSet/>
      <dgm:spPr/>
      <dgm:t>
        <a:bodyPr/>
        <a:lstStyle/>
        <a:p>
          <a:endParaRPr lang="en-US"/>
        </a:p>
      </dgm:t>
    </dgm:pt>
    <dgm:pt modelId="{A522A6E8-4B10-4F1B-8240-80193C3EAF0A}" type="sibTrans" cxnId="{B5CC4A70-FE62-48E6-9CB5-0B755F14E5BA}">
      <dgm:prSet/>
      <dgm:spPr/>
      <dgm:t>
        <a:bodyPr/>
        <a:lstStyle/>
        <a:p>
          <a:endParaRPr lang="en-US"/>
        </a:p>
      </dgm:t>
    </dgm:pt>
    <dgm:pt modelId="{9BEB4956-BCA8-4C35-9E06-A20A993C5F2F}">
      <dgm:prSet/>
      <dgm:spPr/>
      <dgm:t>
        <a:bodyPr/>
        <a:lstStyle/>
        <a:p>
          <a:r>
            <a:rPr lang="en-US"/>
            <a:t>Employee</a:t>
          </a:r>
        </a:p>
      </dgm:t>
    </dgm:pt>
    <dgm:pt modelId="{0AA34513-43EE-4A4B-AB86-4F0C13CAC313}" type="parTrans" cxnId="{74F7CF5C-B28A-4527-BE00-5376EFF0ED5D}">
      <dgm:prSet/>
      <dgm:spPr/>
      <dgm:t>
        <a:bodyPr/>
        <a:lstStyle/>
        <a:p>
          <a:endParaRPr lang="en-US"/>
        </a:p>
      </dgm:t>
    </dgm:pt>
    <dgm:pt modelId="{6013F1E5-9E9B-4882-BC0B-06FC6CBB0DA0}" type="sibTrans" cxnId="{74F7CF5C-B28A-4527-BE00-5376EFF0ED5D}">
      <dgm:prSet/>
      <dgm:spPr/>
      <dgm:t>
        <a:bodyPr/>
        <a:lstStyle/>
        <a:p>
          <a:endParaRPr lang="en-US"/>
        </a:p>
      </dgm:t>
    </dgm:pt>
    <dgm:pt modelId="{0274C70F-8EEE-4681-A83F-741A54CD820D}">
      <dgm:prSet/>
      <dgm:spPr/>
      <dgm:t>
        <a:bodyPr/>
        <a:lstStyle/>
        <a:p>
          <a:r>
            <a:rPr lang="en-US"/>
            <a:t>Illness</a:t>
          </a:r>
        </a:p>
      </dgm:t>
    </dgm:pt>
    <dgm:pt modelId="{A9C97F4E-FC20-4134-95A2-4954403027D2}" type="parTrans" cxnId="{793E2136-7790-4E40-B29F-6AA1CEE5E790}">
      <dgm:prSet/>
      <dgm:spPr/>
      <dgm:t>
        <a:bodyPr/>
        <a:lstStyle/>
        <a:p>
          <a:endParaRPr lang="en-US"/>
        </a:p>
      </dgm:t>
    </dgm:pt>
    <dgm:pt modelId="{BAB9E132-91A1-4D52-AA34-EDA4DDB1E28E}" type="sibTrans" cxnId="{793E2136-7790-4E40-B29F-6AA1CEE5E790}">
      <dgm:prSet/>
      <dgm:spPr/>
      <dgm:t>
        <a:bodyPr/>
        <a:lstStyle/>
        <a:p>
          <a:endParaRPr lang="en-US"/>
        </a:p>
      </dgm:t>
    </dgm:pt>
    <dgm:pt modelId="{33607B48-8B24-4C9D-A9D3-82D21C8F0916}">
      <dgm:prSet/>
      <dgm:spPr/>
      <dgm:t>
        <a:bodyPr/>
        <a:lstStyle/>
        <a:p>
          <a:r>
            <a:rPr lang="en-US"/>
            <a:t>Short term</a:t>
          </a:r>
        </a:p>
      </dgm:t>
    </dgm:pt>
    <dgm:pt modelId="{3D76A494-8A63-417A-B82B-A48F2F0CE706}" type="parTrans" cxnId="{4D2E992D-745D-47DE-9FF0-29FBFCBFFA50}">
      <dgm:prSet/>
      <dgm:spPr/>
      <dgm:t>
        <a:bodyPr/>
        <a:lstStyle/>
        <a:p>
          <a:endParaRPr lang="en-US"/>
        </a:p>
      </dgm:t>
    </dgm:pt>
    <dgm:pt modelId="{7751C438-D1A9-4BF2-99A7-B5EF57BB7855}" type="sibTrans" cxnId="{4D2E992D-745D-47DE-9FF0-29FBFCBFFA50}">
      <dgm:prSet/>
      <dgm:spPr/>
      <dgm:t>
        <a:bodyPr/>
        <a:lstStyle/>
        <a:p>
          <a:endParaRPr lang="en-US"/>
        </a:p>
      </dgm:t>
    </dgm:pt>
    <dgm:pt modelId="{92A3E7C5-ADCD-48C6-B647-C406A4D53BA4}">
      <dgm:prSet/>
      <dgm:spPr/>
      <dgm:t>
        <a:bodyPr/>
        <a:lstStyle/>
        <a:p>
          <a:r>
            <a:rPr lang="en-US"/>
            <a:t>Long term</a:t>
          </a:r>
        </a:p>
      </dgm:t>
    </dgm:pt>
    <dgm:pt modelId="{E512FB4B-8572-47A6-BEDE-0DDE1A518C26}" type="parTrans" cxnId="{EF89493A-8FF7-4379-BEB7-CDD3660FB4CD}">
      <dgm:prSet/>
      <dgm:spPr/>
      <dgm:t>
        <a:bodyPr/>
        <a:lstStyle/>
        <a:p>
          <a:endParaRPr lang="en-US"/>
        </a:p>
      </dgm:t>
    </dgm:pt>
    <dgm:pt modelId="{520FDF86-2291-4FAD-AEC5-71BF3DF19BBB}" type="sibTrans" cxnId="{EF89493A-8FF7-4379-BEB7-CDD3660FB4CD}">
      <dgm:prSet/>
      <dgm:spPr/>
      <dgm:t>
        <a:bodyPr/>
        <a:lstStyle/>
        <a:p>
          <a:endParaRPr lang="en-US"/>
        </a:p>
      </dgm:t>
    </dgm:pt>
    <dgm:pt modelId="{A1409199-E619-4ED0-8E70-077010ABDE94}">
      <dgm:prSet/>
      <dgm:spPr/>
      <dgm:t>
        <a:bodyPr/>
        <a:lstStyle/>
        <a:p>
          <a:r>
            <a:rPr lang="en-US"/>
            <a:t>Indefinite</a:t>
          </a:r>
        </a:p>
      </dgm:t>
    </dgm:pt>
    <dgm:pt modelId="{DDCD71C1-2A04-4D8B-80CA-614259D8CF08}" type="parTrans" cxnId="{852E2910-6E9C-49B7-AF2F-F3CD99EF3689}">
      <dgm:prSet/>
      <dgm:spPr/>
      <dgm:t>
        <a:bodyPr/>
        <a:lstStyle/>
        <a:p>
          <a:endParaRPr lang="en-US"/>
        </a:p>
      </dgm:t>
    </dgm:pt>
    <dgm:pt modelId="{882F56F0-CA6B-4524-9A4B-66EF948E0C3E}" type="sibTrans" cxnId="{852E2910-6E9C-49B7-AF2F-F3CD99EF3689}">
      <dgm:prSet/>
      <dgm:spPr/>
      <dgm:t>
        <a:bodyPr/>
        <a:lstStyle/>
        <a:p>
          <a:endParaRPr lang="en-US"/>
        </a:p>
      </dgm:t>
    </dgm:pt>
    <dgm:pt modelId="{33874F5C-01C6-4160-9362-41DD53E53994}" type="pres">
      <dgm:prSet presAssocID="{848C367E-FAE0-4E35-9451-AA7CA272B62B}" presName="linear" presStyleCnt="0">
        <dgm:presLayoutVars>
          <dgm:dir/>
          <dgm:animLvl val="lvl"/>
          <dgm:resizeHandles val="exact"/>
        </dgm:presLayoutVars>
      </dgm:prSet>
      <dgm:spPr/>
    </dgm:pt>
    <dgm:pt modelId="{0951D7C3-DFF8-4CC5-8BF7-62BC823A2692}" type="pres">
      <dgm:prSet presAssocID="{E96243CD-8403-41E0-B42D-C8E6240FAE3C}" presName="parentLin" presStyleCnt="0"/>
      <dgm:spPr/>
    </dgm:pt>
    <dgm:pt modelId="{07A86218-BA2D-4DDC-B638-EC2F73674750}" type="pres">
      <dgm:prSet presAssocID="{E96243CD-8403-41E0-B42D-C8E6240FAE3C}" presName="parentLeftMargin" presStyleLbl="node1" presStyleIdx="0" presStyleCnt="2"/>
      <dgm:spPr/>
    </dgm:pt>
    <dgm:pt modelId="{D786FB5A-1354-4A34-BCA1-BF3CE8D9B573}" type="pres">
      <dgm:prSet presAssocID="{E96243CD-8403-41E0-B42D-C8E6240FAE3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FA9449D-4FD9-4348-800E-C40B5FDE7303}" type="pres">
      <dgm:prSet presAssocID="{E96243CD-8403-41E0-B42D-C8E6240FAE3C}" presName="negativeSpace" presStyleCnt="0"/>
      <dgm:spPr/>
    </dgm:pt>
    <dgm:pt modelId="{6838F9D5-119A-4B02-A79A-C0F27ADEA4BB}" type="pres">
      <dgm:prSet presAssocID="{E96243CD-8403-41E0-B42D-C8E6240FAE3C}" presName="childText" presStyleLbl="conFgAcc1" presStyleIdx="0" presStyleCnt="2">
        <dgm:presLayoutVars>
          <dgm:bulletEnabled val="1"/>
        </dgm:presLayoutVars>
      </dgm:prSet>
      <dgm:spPr/>
    </dgm:pt>
    <dgm:pt modelId="{D8842A0E-E7BE-4A15-905B-4B1C5A83EBB3}" type="pres">
      <dgm:prSet presAssocID="{F599573B-61E5-4CBE-89D3-7D0027ACCD57}" presName="spaceBetweenRectangles" presStyleCnt="0"/>
      <dgm:spPr/>
    </dgm:pt>
    <dgm:pt modelId="{C94359A3-06E6-4831-8BE3-635771A83F94}" type="pres">
      <dgm:prSet presAssocID="{0274C70F-8EEE-4681-A83F-741A54CD820D}" presName="parentLin" presStyleCnt="0"/>
      <dgm:spPr/>
    </dgm:pt>
    <dgm:pt modelId="{EAAAA66B-905D-41DA-8A58-025BD74AF8DD}" type="pres">
      <dgm:prSet presAssocID="{0274C70F-8EEE-4681-A83F-741A54CD820D}" presName="parentLeftMargin" presStyleLbl="node1" presStyleIdx="0" presStyleCnt="2"/>
      <dgm:spPr/>
    </dgm:pt>
    <dgm:pt modelId="{B035BA78-7A2C-44E0-BE1D-782D3841A4EF}" type="pres">
      <dgm:prSet presAssocID="{0274C70F-8EEE-4681-A83F-741A54CD820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DAC50FC-D9CF-4F64-B72F-D8908EF74E5C}" type="pres">
      <dgm:prSet presAssocID="{0274C70F-8EEE-4681-A83F-741A54CD820D}" presName="negativeSpace" presStyleCnt="0"/>
      <dgm:spPr/>
    </dgm:pt>
    <dgm:pt modelId="{4E05B0F3-6A1F-4E91-87B2-8037CA2C4D22}" type="pres">
      <dgm:prSet presAssocID="{0274C70F-8EEE-4681-A83F-741A54CD820D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E2DA1D0A-41D9-44E5-AD4D-6B1E599F2979}" type="presOf" srcId="{33607B48-8B24-4C9D-A9D3-82D21C8F0916}" destId="{4E05B0F3-6A1F-4E91-87B2-8037CA2C4D22}" srcOrd="0" destOrd="0" presId="urn:microsoft.com/office/officeart/2005/8/layout/list1"/>
    <dgm:cxn modelId="{852E2910-6E9C-49B7-AF2F-F3CD99EF3689}" srcId="{0274C70F-8EEE-4681-A83F-741A54CD820D}" destId="{A1409199-E619-4ED0-8E70-077010ABDE94}" srcOrd="2" destOrd="0" parTransId="{DDCD71C1-2A04-4D8B-80CA-614259D8CF08}" sibTransId="{882F56F0-CA6B-4524-9A4B-66EF948E0C3E}"/>
    <dgm:cxn modelId="{4F7EE824-41C7-4645-BBB1-7959A6629555}" srcId="{848C367E-FAE0-4E35-9451-AA7CA272B62B}" destId="{E96243CD-8403-41E0-B42D-C8E6240FAE3C}" srcOrd="0" destOrd="0" parTransId="{FF9A5065-8DE9-46AA-B1F3-9BA55C5F4F99}" sibTransId="{F599573B-61E5-4CBE-89D3-7D0027ACCD57}"/>
    <dgm:cxn modelId="{4D2E992D-745D-47DE-9FF0-29FBFCBFFA50}" srcId="{0274C70F-8EEE-4681-A83F-741A54CD820D}" destId="{33607B48-8B24-4C9D-A9D3-82D21C8F0916}" srcOrd="0" destOrd="0" parTransId="{3D76A494-8A63-417A-B82B-A48F2F0CE706}" sibTransId="{7751C438-D1A9-4BF2-99A7-B5EF57BB7855}"/>
    <dgm:cxn modelId="{793E2136-7790-4E40-B29F-6AA1CEE5E790}" srcId="{848C367E-FAE0-4E35-9451-AA7CA272B62B}" destId="{0274C70F-8EEE-4681-A83F-741A54CD820D}" srcOrd="1" destOrd="0" parTransId="{A9C97F4E-FC20-4134-95A2-4954403027D2}" sibTransId="{BAB9E132-91A1-4D52-AA34-EDA4DDB1E28E}"/>
    <dgm:cxn modelId="{EF89493A-8FF7-4379-BEB7-CDD3660FB4CD}" srcId="{0274C70F-8EEE-4681-A83F-741A54CD820D}" destId="{92A3E7C5-ADCD-48C6-B647-C406A4D53BA4}" srcOrd="1" destOrd="0" parTransId="{E512FB4B-8572-47A6-BEDE-0DDE1A518C26}" sibTransId="{520FDF86-2291-4FAD-AEC5-71BF3DF19BBB}"/>
    <dgm:cxn modelId="{74F7CF5C-B28A-4527-BE00-5376EFF0ED5D}" srcId="{E96243CD-8403-41E0-B42D-C8E6240FAE3C}" destId="{9BEB4956-BCA8-4C35-9E06-A20A993C5F2F}" srcOrd="1" destOrd="0" parTransId="{0AA34513-43EE-4A4B-AB86-4F0C13CAC313}" sibTransId="{6013F1E5-9E9B-4882-BC0B-06FC6CBB0DA0}"/>
    <dgm:cxn modelId="{8CB87A4B-5618-4A1A-A321-617ECBAEB3C6}" type="presOf" srcId="{0274C70F-8EEE-4681-A83F-741A54CD820D}" destId="{EAAAA66B-905D-41DA-8A58-025BD74AF8DD}" srcOrd="0" destOrd="0" presId="urn:microsoft.com/office/officeart/2005/8/layout/list1"/>
    <dgm:cxn modelId="{B5CC4A70-FE62-48E6-9CB5-0B755F14E5BA}" srcId="{E96243CD-8403-41E0-B42D-C8E6240FAE3C}" destId="{92C7E99E-9AE9-4F06-BF5D-011BEE330BB4}" srcOrd="0" destOrd="0" parTransId="{D89BBBF6-4FCD-4278-8D14-54E863649CAA}" sibTransId="{A522A6E8-4B10-4F1B-8240-80193C3EAF0A}"/>
    <dgm:cxn modelId="{CEB94A54-66B7-4ECC-9FEE-16044FF22985}" type="presOf" srcId="{92A3E7C5-ADCD-48C6-B647-C406A4D53BA4}" destId="{4E05B0F3-6A1F-4E91-87B2-8037CA2C4D22}" srcOrd="0" destOrd="1" presId="urn:microsoft.com/office/officeart/2005/8/layout/list1"/>
    <dgm:cxn modelId="{565EFFA1-906C-4B94-BDE3-E168F7FB06A7}" type="presOf" srcId="{92C7E99E-9AE9-4F06-BF5D-011BEE330BB4}" destId="{6838F9D5-119A-4B02-A79A-C0F27ADEA4BB}" srcOrd="0" destOrd="0" presId="urn:microsoft.com/office/officeart/2005/8/layout/list1"/>
    <dgm:cxn modelId="{C46D15BE-D2AC-4E77-AD6A-B682BA1F0372}" type="presOf" srcId="{E96243CD-8403-41E0-B42D-C8E6240FAE3C}" destId="{D786FB5A-1354-4A34-BCA1-BF3CE8D9B573}" srcOrd="1" destOrd="0" presId="urn:microsoft.com/office/officeart/2005/8/layout/list1"/>
    <dgm:cxn modelId="{0D712DC3-3EAF-4C3B-9AF1-B067E4A46C32}" type="presOf" srcId="{848C367E-FAE0-4E35-9451-AA7CA272B62B}" destId="{33874F5C-01C6-4160-9362-41DD53E53994}" srcOrd="0" destOrd="0" presId="urn:microsoft.com/office/officeart/2005/8/layout/list1"/>
    <dgm:cxn modelId="{90539DDA-A291-4685-81CC-755C699F9DCA}" type="presOf" srcId="{0274C70F-8EEE-4681-A83F-741A54CD820D}" destId="{B035BA78-7A2C-44E0-BE1D-782D3841A4EF}" srcOrd="1" destOrd="0" presId="urn:microsoft.com/office/officeart/2005/8/layout/list1"/>
    <dgm:cxn modelId="{4040E0E9-84EE-427F-B405-8B3F3E4CAC31}" type="presOf" srcId="{A1409199-E619-4ED0-8E70-077010ABDE94}" destId="{4E05B0F3-6A1F-4E91-87B2-8037CA2C4D22}" srcOrd="0" destOrd="2" presId="urn:microsoft.com/office/officeart/2005/8/layout/list1"/>
    <dgm:cxn modelId="{1DADFFE9-D9AD-47AD-9D67-5ED368E81C5B}" type="presOf" srcId="{E96243CD-8403-41E0-B42D-C8E6240FAE3C}" destId="{07A86218-BA2D-4DDC-B638-EC2F73674750}" srcOrd="0" destOrd="0" presId="urn:microsoft.com/office/officeart/2005/8/layout/list1"/>
    <dgm:cxn modelId="{FCDAA2F5-1C62-41F8-AFE9-E3917B2E822A}" type="presOf" srcId="{9BEB4956-BCA8-4C35-9E06-A20A993C5F2F}" destId="{6838F9D5-119A-4B02-A79A-C0F27ADEA4BB}" srcOrd="0" destOrd="1" presId="urn:microsoft.com/office/officeart/2005/8/layout/list1"/>
    <dgm:cxn modelId="{8AFEFFD3-E73D-4149-9A5D-D6D74AB5EF5D}" type="presParOf" srcId="{33874F5C-01C6-4160-9362-41DD53E53994}" destId="{0951D7C3-DFF8-4CC5-8BF7-62BC823A2692}" srcOrd="0" destOrd="0" presId="urn:microsoft.com/office/officeart/2005/8/layout/list1"/>
    <dgm:cxn modelId="{C315945B-FA67-461F-80AB-ECC013D2136D}" type="presParOf" srcId="{0951D7C3-DFF8-4CC5-8BF7-62BC823A2692}" destId="{07A86218-BA2D-4DDC-B638-EC2F73674750}" srcOrd="0" destOrd="0" presId="urn:microsoft.com/office/officeart/2005/8/layout/list1"/>
    <dgm:cxn modelId="{339F165E-F50F-489C-9DD7-39E84FA409A6}" type="presParOf" srcId="{0951D7C3-DFF8-4CC5-8BF7-62BC823A2692}" destId="{D786FB5A-1354-4A34-BCA1-BF3CE8D9B573}" srcOrd="1" destOrd="0" presId="urn:microsoft.com/office/officeart/2005/8/layout/list1"/>
    <dgm:cxn modelId="{25E0FA83-8DD2-499D-827A-FDB0C18F750D}" type="presParOf" srcId="{33874F5C-01C6-4160-9362-41DD53E53994}" destId="{4FA9449D-4FD9-4348-800E-C40B5FDE7303}" srcOrd="1" destOrd="0" presId="urn:microsoft.com/office/officeart/2005/8/layout/list1"/>
    <dgm:cxn modelId="{9B35333D-B328-4F5F-B984-568BE4B5E318}" type="presParOf" srcId="{33874F5C-01C6-4160-9362-41DD53E53994}" destId="{6838F9D5-119A-4B02-A79A-C0F27ADEA4BB}" srcOrd="2" destOrd="0" presId="urn:microsoft.com/office/officeart/2005/8/layout/list1"/>
    <dgm:cxn modelId="{44EE6DC4-2B09-4572-ACF5-41B3C8EEF2D3}" type="presParOf" srcId="{33874F5C-01C6-4160-9362-41DD53E53994}" destId="{D8842A0E-E7BE-4A15-905B-4B1C5A83EBB3}" srcOrd="3" destOrd="0" presId="urn:microsoft.com/office/officeart/2005/8/layout/list1"/>
    <dgm:cxn modelId="{15708ACA-832A-4D60-ABEC-81B8FAC17098}" type="presParOf" srcId="{33874F5C-01C6-4160-9362-41DD53E53994}" destId="{C94359A3-06E6-4831-8BE3-635771A83F94}" srcOrd="4" destOrd="0" presId="urn:microsoft.com/office/officeart/2005/8/layout/list1"/>
    <dgm:cxn modelId="{88A59BDB-935E-4E2D-9376-E9B17106ADAD}" type="presParOf" srcId="{C94359A3-06E6-4831-8BE3-635771A83F94}" destId="{EAAAA66B-905D-41DA-8A58-025BD74AF8DD}" srcOrd="0" destOrd="0" presId="urn:microsoft.com/office/officeart/2005/8/layout/list1"/>
    <dgm:cxn modelId="{D774BACB-32FC-4365-8355-794A6840A177}" type="presParOf" srcId="{C94359A3-06E6-4831-8BE3-635771A83F94}" destId="{B035BA78-7A2C-44E0-BE1D-782D3841A4EF}" srcOrd="1" destOrd="0" presId="urn:microsoft.com/office/officeart/2005/8/layout/list1"/>
    <dgm:cxn modelId="{40EDA666-52CF-4FFA-8840-A12E2CBAD10F}" type="presParOf" srcId="{33874F5C-01C6-4160-9362-41DD53E53994}" destId="{ADAC50FC-D9CF-4F64-B72F-D8908EF74E5C}" srcOrd="5" destOrd="0" presId="urn:microsoft.com/office/officeart/2005/8/layout/list1"/>
    <dgm:cxn modelId="{23802674-FC42-46D7-87A7-432D0CD59186}" type="presParOf" srcId="{33874F5C-01C6-4160-9362-41DD53E53994}" destId="{4E05B0F3-6A1F-4E91-87B2-8037CA2C4D22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934B08A-00B9-4F3F-B7C8-242104A04638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54C0608-C6E6-4C83-8A9F-2B6E710BC0A1}">
      <dgm:prSet/>
      <dgm:spPr/>
      <dgm:t>
        <a:bodyPr/>
        <a:lstStyle/>
        <a:p>
          <a:r>
            <a:rPr lang="en-US"/>
            <a:t>Loss of clients or customers</a:t>
          </a:r>
        </a:p>
      </dgm:t>
    </dgm:pt>
    <dgm:pt modelId="{905D1BD4-E8A8-44AA-AFB0-207609A78DD7}" type="parTrans" cxnId="{D24A0844-9781-466B-9EB6-6A168CBD965C}">
      <dgm:prSet/>
      <dgm:spPr/>
      <dgm:t>
        <a:bodyPr/>
        <a:lstStyle/>
        <a:p>
          <a:endParaRPr lang="en-US"/>
        </a:p>
      </dgm:t>
    </dgm:pt>
    <dgm:pt modelId="{94ACAE65-9AE7-4598-BEE6-EF7757D4DDDF}" type="sibTrans" cxnId="{D24A0844-9781-466B-9EB6-6A168CBD965C}">
      <dgm:prSet/>
      <dgm:spPr/>
      <dgm:t>
        <a:bodyPr/>
        <a:lstStyle/>
        <a:p>
          <a:endParaRPr lang="en-US"/>
        </a:p>
      </dgm:t>
    </dgm:pt>
    <dgm:pt modelId="{6B71BC87-D81A-4FD9-AF7E-9DEB2A1147EF}">
      <dgm:prSet/>
      <dgm:spPr/>
      <dgm:t>
        <a:bodyPr/>
        <a:lstStyle/>
        <a:p>
          <a:r>
            <a:rPr lang="en-US"/>
            <a:t>Loss of employees</a:t>
          </a:r>
        </a:p>
      </dgm:t>
    </dgm:pt>
    <dgm:pt modelId="{F4E396B7-8D9D-42D4-8CD5-D733039F2FA5}" type="parTrans" cxnId="{C7DDBDD3-A919-4E4D-B6FC-4164BF9C82E0}">
      <dgm:prSet/>
      <dgm:spPr/>
      <dgm:t>
        <a:bodyPr/>
        <a:lstStyle/>
        <a:p>
          <a:endParaRPr lang="en-US"/>
        </a:p>
      </dgm:t>
    </dgm:pt>
    <dgm:pt modelId="{D1F8FFB6-D101-4DD1-A0E5-06B2D8C4865C}" type="sibTrans" cxnId="{C7DDBDD3-A919-4E4D-B6FC-4164BF9C82E0}">
      <dgm:prSet/>
      <dgm:spPr/>
      <dgm:t>
        <a:bodyPr/>
        <a:lstStyle/>
        <a:p>
          <a:endParaRPr lang="en-US"/>
        </a:p>
      </dgm:t>
    </dgm:pt>
    <dgm:pt modelId="{A35FB314-A1A5-4716-AA6C-AA4D9CF1105C}">
      <dgm:prSet/>
      <dgm:spPr/>
      <dgm:t>
        <a:bodyPr/>
        <a:lstStyle/>
        <a:p>
          <a:r>
            <a:rPr lang="en-US"/>
            <a:t>Decrease in sales prices/fluctuating markets</a:t>
          </a:r>
        </a:p>
      </dgm:t>
    </dgm:pt>
    <dgm:pt modelId="{4F443DF3-DDF6-4421-B2D8-F7F893586A5B}" type="parTrans" cxnId="{D5E70BD4-7BA8-48D3-8DDC-550DFE800A4A}">
      <dgm:prSet/>
      <dgm:spPr/>
      <dgm:t>
        <a:bodyPr/>
        <a:lstStyle/>
        <a:p>
          <a:endParaRPr lang="en-US"/>
        </a:p>
      </dgm:t>
    </dgm:pt>
    <dgm:pt modelId="{A7E36D54-F1F5-43C6-BAA9-0208838895C8}" type="sibTrans" cxnId="{D5E70BD4-7BA8-48D3-8DDC-550DFE800A4A}">
      <dgm:prSet/>
      <dgm:spPr/>
      <dgm:t>
        <a:bodyPr/>
        <a:lstStyle/>
        <a:p>
          <a:endParaRPr lang="en-US"/>
        </a:p>
      </dgm:t>
    </dgm:pt>
    <dgm:pt modelId="{3D20491F-2FA7-4D1D-BB09-A8DABFDB0359}">
      <dgm:prSet/>
      <dgm:spPr/>
      <dgm:t>
        <a:bodyPr/>
        <a:lstStyle/>
        <a:p>
          <a:r>
            <a:rPr lang="en-US"/>
            <a:t>Increases in vendor costs</a:t>
          </a:r>
        </a:p>
      </dgm:t>
    </dgm:pt>
    <dgm:pt modelId="{7F724BFF-D026-473F-82CB-3E749633CABE}" type="parTrans" cxnId="{CA026EA0-EF63-471F-A773-C7AF2B21AEEF}">
      <dgm:prSet/>
      <dgm:spPr/>
      <dgm:t>
        <a:bodyPr/>
        <a:lstStyle/>
        <a:p>
          <a:endParaRPr lang="en-US"/>
        </a:p>
      </dgm:t>
    </dgm:pt>
    <dgm:pt modelId="{734EAC14-3902-419F-B320-10DABC83753B}" type="sibTrans" cxnId="{CA026EA0-EF63-471F-A773-C7AF2B21AEEF}">
      <dgm:prSet/>
      <dgm:spPr/>
      <dgm:t>
        <a:bodyPr/>
        <a:lstStyle/>
        <a:p>
          <a:endParaRPr lang="en-US"/>
        </a:p>
      </dgm:t>
    </dgm:pt>
    <dgm:pt modelId="{4605FFE4-9708-42C4-8475-4433A9F051B7}">
      <dgm:prSet/>
      <dgm:spPr/>
      <dgm:t>
        <a:bodyPr/>
        <a:lstStyle/>
        <a:p>
          <a:r>
            <a:rPr lang="en-US"/>
            <a:t>Oil or gasoline price increases</a:t>
          </a:r>
        </a:p>
      </dgm:t>
    </dgm:pt>
    <dgm:pt modelId="{BC96A4AD-03BE-4BDD-B470-13C78B340435}" type="parTrans" cxnId="{39A4ABCF-6BED-4D56-90AD-85411AC59952}">
      <dgm:prSet/>
      <dgm:spPr/>
      <dgm:t>
        <a:bodyPr/>
        <a:lstStyle/>
        <a:p>
          <a:endParaRPr lang="en-US"/>
        </a:p>
      </dgm:t>
    </dgm:pt>
    <dgm:pt modelId="{FFD20FDA-8424-48E4-875A-EABDFC9258A7}" type="sibTrans" cxnId="{39A4ABCF-6BED-4D56-90AD-85411AC59952}">
      <dgm:prSet/>
      <dgm:spPr/>
      <dgm:t>
        <a:bodyPr/>
        <a:lstStyle/>
        <a:p>
          <a:endParaRPr lang="en-US"/>
        </a:p>
      </dgm:t>
    </dgm:pt>
    <dgm:pt modelId="{A0BFA78D-7C24-42BA-A077-3299905FC131}">
      <dgm:prSet/>
      <dgm:spPr/>
      <dgm:t>
        <a:bodyPr/>
        <a:lstStyle/>
        <a:p>
          <a:r>
            <a:rPr lang="en-US"/>
            <a:t>Fixed cost changes (e.g., rent)</a:t>
          </a:r>
        </a:p>
      </dgm:t>
    </dgm:pt>
    <dgm:pt modelId="{CAA3CC10-3675-45B3-A564-40795EFA1434}" type="parTrans" cxnId="{93EA6C6E-FA74-4076-9CEC-BBFFA8C68038}">
      <dgm:prSet/>
      <dgm:spPr/>
      <dgm:t>
        <a:bodyPr/>
        <a:lstStyle/>
        <a:p>
          <a:endParaRPr lang="en-US"/>
        </a:p>
      </dgm:t>
    </dgm:pt>
    <dgm:pt modelId="{23A5DF05-182F-468E-AC3B-74970D4D6143}" type="sibTrans" cxnId="{93EA6C6E-FA74-4076-9CEC-BBFFA8C68038}">
      <dgm:prSet/>
      <dgm:spPr/>
      <dgm:t>
        <a:bodyPr/>
        <a:lstStyle/>
        <a:p>
          <a:endParaRPr lang="en-US"/>
        </a:p>
      </dgm:t>
    </dgm:pt>
    <dgm:pt modelId="{8CDDC05D-491E-4251-A7E5-00BA6EC88E3C}" type="pres">
      <dgm:prSet presAssocID="{7934B08A-00B9-4F3F-B7C8-242104A04638}" presName="diagram" presStyleCnt="0">
        <dgm:presLayoutVars>
          <dgm:dir/>
          <dgm:resizeHandles val="exact"/>
        </dgm:presLayoutVars>
      </dgm:prSet>
      <dgm:spPr/>
    </dgm:pt>
    <dgm:pt modelId="{6A2BB21A-E783-44EC-BEC8-07326EA9E201}" type="pres">
      <dgm:prSet presAssocID="{254C0608-C6E6-4C83-8A9F-2B6E710BC0A1}" presName="arrow" presStyleLbl="node1" presStyleIdx="0" presStyleCnt="6">
        <dgm:presLayoutVars>
          <dgm:bulletEnabled val="1"/>
        </dgm:presLayoutVars>
      </dgm:prSet>
      <dgm:spPr/>
    </dgm:pt>
    <dgm:pt modelId="{2A52F8E6-3CE8-427D-991E-82590B1859F3}" type="pres">
      <dgm:prSet presAssocID="{6B71BC87-D81A-4FD9-AF7E-9DEB2A1147EF}" presName="arrow" presStyleLbl="node1" presStyleIdx="1" presStyleCnt="6">
        <dgm:presLayoutVars>
          <dgm:bulletEnabled val="1"/>
        </dgm:presLayoutVars>
      </dgm:prSet>
      <dgm:spPr/>
    </dgm:pt>
    <dgm:pt modelId="{94ABBADF-FA62-46DE-B307-33314C9E8D40}" type="pres">
      <dgm:prSet presAssocID="{A35FB314-A1A5-4716-AA6C-AA4D9CF1105C}" presName="arrow" presStyleLbl="node1" presStyleIdx="2" presStyleCnt="6">
        <dgm:presLayoutVars>
          <dgm:bulletEnabled val="1"/>
        </dgm:presLayoutVars>
      </dgm:prSet>
      <dgm:spPr/>
    </dgm:pt>
    <dgm:pt modelId="{AD686173-922F-4045-9C67-6F28FEFEBFB5}" type="pres">
      <dgm:prSet presAssocID="{3D20491F-2FA7-4D1D-BB09-A8DABFDB0359}" presName="arrow" presStyleLbl="node1" presStyleIdx="3" presStyleCnt="6">
        <dgm:presLayoutVars>
          <dgm:bulletEnabled val="1"/>
        </dgm:presLayoutVars>
      </dgm:prSet>
      <dgm:spPr/>
    </dgm:pt>
    <dgm:pt modelId="{D60F21E4-DCE9-4220-B036-C85AB98D537B}" type="pres">
      <dgm:prSet presAssocID="{4605FFE4-9708-42C4-8475-4433A9F051B7}" presName="arrow" presStyleLbl="node1" presStyleIdx="4" presStyleCnt="6">
        <dgm:presLayoutVars>
          <dgm:bulletEnabled val="1"/>
        </dgm:presLayoutVars>
      </dgm:prSet>
      <dgm:spPr/>
    </dgm:pt>
    <dgm:pt modelId="{260B319E-959F-4FAD-90E8-F667D6BE25C2}" type="pres">
      <dgm:prSet presAssocID="{A0BFA78D-7C24-42BA-A077-3299905FC131}" presName="arrow" presStyleLbl="node1" presStyleIdx="5" presStyleCnt="6">
        <dgm:presLayoutVars>
          <dgm:bulletEnabled val="1"/>
        </dgm:presLayoutVars>
      </dgm:prSet>
      <dgm:spPr/>
    </dgm:pt>
  </dgm:ptLst>
  <dgm:cxnLst>
    <dgm:cxn modelId="{D24A0844-9781-466B-9EB6-6A168CBD965C}" srcId="{7934B08A-00B9-4F3F-B7C8-242104A04638}" destId="{254C0608-C6E6-4C83-8A9F-2B6E710BC0A1}" srcOrd="0" destOrd="0" parTransId="{905D1BD4-E8A8-44AA-AFB0-207609A78DD7}" sibTransId="{94ACAE65-9AE7-4598-BEE6-EF7757D4DDDF}"/>
    <dgm:cxn modelId="{93EA6C6E-FA74-4076-9CEC-BBFFA8C68038}" srcId="{7934B08A-00B9-4F3F-B7C8-242104A04638}" destId="{A0BFA78D-7C24-42BA-A077-3299905FC131}" srcOrd="5" destOrd="0" parTransId="{CAA3CC10-3675-45B3-A564-40795EFA1434}" sibTransId="{23A5DF05-182F-468E-AC3B-74970D4D6143}"/>
    <dgm:cxn modelId="{792F1F52-756F-4CCA-8E37-084B306B74A6}" type="presOf" srcId="{6B71BC87-D81A-4FD9-AF7E-9DEB2A1147EF}" destId="{2A52F8E6-3CE8-427D-991E-82590B1859F3}" srcOrd="0" destOrd="0" presId="urn:microsoft.com/office/officeart/2005/8/layout/arrow5"/>
    <dgm:cxn modelId="{C0937677-FCC2-42B0-AB98-8F52176F2C18}" type="presOf" srcId="{254C0608-C6E6-4C83-8A9F-2B6E710BC0A1}" destId="{6A2BB21A-E783-44EC-BEC8-07326EA9E201}" srcOrd="0" destOrd="0" presId="urn:microsoft.com/office/officeart/2005/8/layout/arrow5"/>
    <dgm:cxn modelId="{CA026EA0-EF63-471F-A773-C7AF2B21AEEF}" srcId="{7934B08A-00B9-4F3F-B7C8-242104A04638}" destId="{3D20491F-2FA7-4D1D-BB09-A8DABFDB0359}" srcOrd="3" destOrd="0" parTransId="{7F724BFF-D026-473F-82CB-3E749633CABE}" sibTransId="{734EAC14-3902-419F-B320-10DABC83753B}"/>
    <dgm:cxn modelId="{E7E7C6A2-B4AC-401B-A21E-3D8578F6CFC5}" type="presOf" srcId="{A35FB314-A1A5-4716-AA6C-AA4D9CF1105C}" destId="{94ABBADF-FA62-46DE-B307-33314C9E8D40}" srcOrd="0" destOrd="0" presId="urn:microsoft.com/office/officeart/2005/8/layout/arrow5"/>
    <dgm:cxn modelId="{BD06EEA9-2AE0-466D-99F2-A2A76A183660}" type="presOf" srcId="{A0BFA78D-7C24-42BA-A077-3299905FC131}" destId="{260B319E-959F-4FAD-90E8-F667D6BE25C2}" srcOrd="0" destOrd="0" presId="urn:microsoft.com/office/officeart/2005/8/layout/arrow5"/>
    <dgm:cxn modelId="{50A31DBC-B520-407D-A14E-43F482EBA69E}" type="presOf" srcId="{7934B08A-00B9-4F3F-B7C8-242104A04638}" destId="{8CDDC05D-491E-4251-A7E5-00BA6EC88E3C}" srcOrd="0" destOrd="0" presId="urn:microsoft.com/office/officeart/2005/8/layout/arrow5"/>
    <dgm:cxn modelId="{2796BDC8-D601-46AA-8B64-01D950BE212C}" type="presOf" srcId="{3D20491F-2FA7-4D1D-BB09-A8DABFDB0359}" destId="{AD686173-922F-4045-9C67-6F28FEFEBFB5}" srcOrd="0" destOrd="0" presId="urn:microsoft.com/office/officeart/2005/8/layout/arrow5"/>
    <dgm:cxn modelId="{39A4ABCF-6BED-4D56-90AD-85411AC59952}" srcId="{7934B08A-00B9-4F3F-B7C8-242104A04638}" destId="{4605FFE4-9708-42C4-8475-4433A9F051B7}" srcOrd="4" destOrd="0" parTransId="{BC96A4AD-03BE-4BDD-B470-13C78B340435}" sibTransId="{FFD20FDA-8424-48E4-875A-EABDFC9258A7}"/>
    <dgm:cxn modelId="{C7DDBDD3-A919-4E4D-B6FC-4164BF9C82E0}" srcId="{7934B08A-00B9-4F3F-B7C8-242104A04638}" destId="{6B71BC87-D81A-4FD9-AF7E-9DEB2A1147EF}" srcOrd="1" destOrd="0" parTransId="{F4E396B7-8D9D-42D4-8CD5-D733039F2FA5}" sibTransId="{D1F8FFB6-D101-4DD1-A0E5-06B2D8C4865C}"/>
    <dgm:cxn modelId="{D5E70BD4-7BA8-48D3-8DDC-550DFE800A4A}" srcId="{7934B08A-00B9-4F3F-B7C8-242104A04638}" destId="{A35FB314-A1A5-4716-AA6C-AA4D9CF1105C}" srcOrd="2" destOrd="0" parTransId="{4F443DF3-DDF6-4421-B2D8-F7F893586A5B}" sibTransId="{A7E36D54-F1F5-43C6-BAA9-0208838895C8}"/>
    <dgm:cxn modelId="{A81807E5-AF0C-41AF-B0EA-60A78D672EE8}" type="presOf" srcId="{4605FFE4-9708-42C4-8475-4433A9F051B7}" destId="{D60F21E4-DCE9-4220-B036-C85AB98D537B}" srcOrd="0" destOrd="0" presId="urn:microsoft.com/office/officeart/2005/8/layout/arrow5"/>
    <dgm:cxn modelId="{62290804-C744-4106-A817-01F3098624D7}" type="presParOf" srcId="{8CDDC05D-491E-4251-A7E5-00BA6EC88E3C}" destId="{6A2BB21A-E783-44EC-BEC8-07326EA9E201}" srcOrd="0" destOrd="0" presId="urn:microsoft.com/office/officeart/2005/8/layout/arrow5"/>
    <dgm:cxn modelId="{FF2CEB42-511A-4050-87A2-6A6EFF35D35E}" type="presParOf" srcId="{8CDDC05D-491E-4251-A7E5-00BA6EC88E3C}" destId="{2A52F8E6-3CE8-427D-991E-82590B1859F3}" srcOrd="1" destOrd="0" presId="urn:microsoft.com/office/officeart/2005/8/layout/arrow5"/>
    <dgm:cxn modelId="{C8192ADF-1EBF-4E5E-8C2F-E3FEFC88159F}" type="presParOf" srcId="{8CDDC05D-491E-4251-A7E5-00BA6EC88E3C}" destId="{94ABBADF-FA62-46DE-B307-33314C9E8D40}" srcOrd="2" destOrd="0" presId="urn:microsoft.com/office/officeart/2005/8/layout/arrow5"/>
    <dgm:cxn modelId="{89E5E832-525C-48E4-9775-B54B5A396121}" type="presParOf" srcId="{8CDDC05D-491E-4251-A7E5-00BA6EC88E3C}" destId="{AD686173-922F-4045-9C67-6F28FEFEBFB5}" srcOrd="3" destOrd="0" presId="urn:microsoft.com/office/officeart/2005/8/layout/arrow5"/>
    <dgm:cxn modelId="{A4664ADF-5289-4B08-AA34-E633DB68E268}" type="presParOf" srcId="{8CDDC05D-491E-4251-A7E5-00BA6EC88E3C}" destId="{D60F21E4-DCE9-4220-B036-C85AB98D537B}" srcOrd="4" destOrd="0" presId="urn:microsoft.com/office/officeart/2005/8/layout/arrow5"/>
    <dgm:cxn modelId="{81644A55-5CB4-4973-97BC-E228F17D0491}" type="presParOf" srcId="{8CDDC05D-491E-4251-A7E5-00BA6EC88E3C}" destId="{260B319E-959F-4FAD-90E8-F667D6BE25C2}" srcOrd="5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FB33303-7858-48B5-A06F-79EBABFF8D67}" type="doc">
      <dgm:prSet loTypeId="urn:microsoft.com/office/officeart/2005/8/layout/list1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7CD84C5-A970-47C1-80C8-964A503234FC}">
      <dgm:prSet/>
      <dgm:spPr/>
      <dgm:t>
        <a:bodyPr/>
        <a:lstStyle/>
        <a:p>
          <a:r>
            <a:rPr lang="en-US"/>
            <a:t>Written business plan</a:t>
          </a:r>
        </a:p>
      </dgm:t>
    </dgm:pt>
    <dgm:pt modelId="{BE8CF1F7-8F27-4C69-90A5-663356541E6F}" type="parTrans" cxnId="{8D97C3E0-BBB8-4C1F-91A2-1F9CF98CD493}">
      <dgm:prSet/>
      <dgm:spPr/>
      <dgm:t>
        <a:bodyPr/>
        <a:lstStyle/>
        <a:p>
          <a:endParaRPr lang="en-US"/>
        </a:p>
      </dgm:t>
    </dgm:pt>
    <dgm:pt modelId="{51788145-2574-47EC-8D3B-B30A70F89949}" type="sibTrans" cxnId="{8D97C3E0-BBB8-4C1F-91A2-1F9CF98CD493}">
      <dgm:prSet/>
      <dgm:spPr/>
      <dgm:t>
        <a:bodyPr/>
        <a:lstStyle/>
        <a:p>
          <a:endParaRPr lang="en-US"/>
        </a:p>
      </dgm:t>
    </dgm:pt>
    <dgm:pt modelId="{D31D3404-D4E8-4B10-A78C-B3BE1C478167}">
      <dgm:prSet/>
      <dgm:spPr/>
      <dgm:t>
        <a:bodyPr/>
        <a:lstStyle/>
        <a:p>
          <a:r>
            <a:rPr lang="en-US" dirty="0"/>
            <a:t>Outside sources to assist in identifying</a:t>
          </a:r>
        </a:p>
      </dgm:t>
    </dgm:pt>
    <dgm:pt modelId="{CA0E383C-3A26-48AB-8D50-F0965B65CFAD}" type="parTrans" cxnId="{C91CA036-4739-4DE7-8CE0-96EB4361120E}">
      <dgm:prSet/>
      <dgm:spPr/>
      <dgm:t>
        <a:bodyPr/>
        <a:lstStyle/>
        <a:p>
          <a:endParaRPr lang="en-US"/>
        </a:p>
      </dgm:t>
    </dgm:pt>
    <dgm:pt modelId="{D06FE607-075D-4736-89C1-DB05024A0066}" type="sibTrans" cxnId="{C91CA036-4739-4DE7-8CE0-96EB4361120E}">
      <dgm:prSet/>
      <dgm:spPr/>
      <dgm:t>
        <a:bodyPr/>
        <a:lstStyle/>
        <a:p>
          <a:endParaRPr lang="en-US"/>
        </a:p>
      </dgm:t>
    </dgm:pt>
    <dgm:pt modelId="{A9D54EF8-9372-4F63-903E-4A5E31F27380}">
      <dgm:prSet/>
      <dgm:spPr/>
      <dgm:t>
        <a:bodyPr/>
        <a:lstStyle/>
        <a:p>
          <a:r>
            <a:rPr lang="en-US"/>
            <a:t>Risks of your vendors or supplier</a:t>
          </a:r>
        </a:p>
      </dgm:t>
    </dgm:pt>
    <dgm:pt modelId="{7468FEA7-BB0E-4332-93BE-42AC03C79A00}" type="parTrans" cxnId="{B2A3B3E2-ABA9-4AFD-939C-30395ABEF47D}">
      <dgm:prSet/>
      <dgm:spPr/>
      <dgm:t>
        <a:bodyPr/>
        <a:lstStyle/>
        <a:p>
          <a:endParaRPr lang="en-US"/>
        </a:p>
      </dgm:t>
    </dgm:pt>
    <dgm:pt modelId="{E8FF72AE-999F-4837-8A09-37AA7A5A599D}" type="sibTrans" cxnId="{B2A3B3E2-ABA9-4AFD-939C-30395ABEF47D}">
      <dgm:prSet/>
      <dgm:spPr/>
      <dgm:t>
        <a:bodyPr/>
        <a:lstStyle/>
        <a:p>
          <a:endParaRPr lang="en-US"/>
        </a:p>
      </dgm:t>
    </dgm:pt>
    <dgm:pt modelId="{1F6FCF93-75FA-4B8F-BC99-015B174737D3}">
      <dgm:prSet/>
      <dgm:spPr/>
      <dgm:t>
        <a:bodyPr/>
        <a:lstStyle/>
        <a:p>
          <a:r>
            <a:rPr lang="en-US"/>
            <a:t>Business continuity assessment</a:t>
          </a:r>
        </a:p>
      </dgm:t>
    </dgm:pt>
    <dgm:pt modelId="{664CB102-B90F-47F1-B95E-0B91D9E5F342}" type="parTrans" cxnId="{F53C8681-B84D-4DF7-BAB2-B0DB63EA5937}">
      <dgm:prSet/>
      <dgm:spPr/>
      <dgm:t>
        <a:bodyPr/>
        <a:lstStyle/>
        <a:p>
          <a:endParaRPr lang="en-US"/>
        </a:p>
      </dgm:t>
    </dgm:pt>
    <dgm:pt modelId="{9B5CA391-0E80-4739-980D-A9ED3BE8FBD5}" type="sibTrans" cxnId="{F53C8681-B84D-4DF7-BAB2-B0DB63EA5937}">
      <dgm:prSet/>
      <dgm:spPr/>
      <dgm:t>
        <a:bodyPr/>
        <a:lstStyle/>
        <a:p>
          <a:endParaRPr lang="en-US"/>
        </a:p>
      </dgm:t>
    </dgm:pt>
    <dgm:pt modelId="{49AD453C-CDC8-446C-88E1-9F30CA21E04E}" type="pres">
      <dgm:prSet presAssocID="{AFB33303-7858-48B5-A06F-79EBABFF8D67}" presName="linear" presStyleCnt="0">
        <dgm:presLayoutVars>
          <dgm:dir/>
          <dgm:animLvl val="lvl"/>
          <dgm:resizeHandles val="exact"/>
        </dgm:presLayoutVars>
      </dgm:prSet>
      <dgm:spPr/>
    </dgm:pt>
    <dgm:pt modelId="{ACEF5C5A-8A1B-417D-9FF2-973EBED6FD0B}" type="pres">
      <dgm:prSet presAssocID="{27CD84C5-A970-47C1-80C8-964A503234FC}" presName="parentLin" presStyleCnt="0"/>
      <dgm:spPr/>
    </dgm:pt>
    <dgm:pt modelId="{AB3A6550-0E0C-4728-88BC-40FED4128DD2}" type="pres">
      <dgm:prSet presAssocID="{27CD84C5-A970-47C1-80C8-964A503234FC}" presName="parentLeftMargin" presStyleLbl="node1" presStyleIdx="0" presStyleCnt="4"/>
      <dgm:spPr/>
    </dgm:pt>
    <dgm:pt modelId="{3EB48981-4B71-4D8A-A703-E8E47E14B47C}" type="pres">
      <dgm:prSet presAssocID="{27CD84C5-A970-47C1-80C8-964A503234F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6E44B07-CB57-4EF7-92E9-C0620758DF92}" type="pres">
      <dgm:prSet presAssocID="{27CD84C5-A970-47C1-80C8-964A503234FC}" presName="negativeSpace" presStyleCnt="0"/>
      <dgm:spPr/>
    </dgm:pt>
    <dgm:pt modelId="{F416B2B5-7280-4577-A26D-7BD777F6D1AB}" type="pres">
      <dgm:prSet presAssocID="{27CD84C5-A970-47C1-80C8-964A503234FC}" presName="childText" presStyleLbl="conFgAcc1" presStyleIdx="0" presStyleCnt="4">
        <dgm:presLayoutVars>
          <dgm:bulletEnabled val="1"/>
        </dgm:presLayoutVars>
      </dgm:prSet>
      <dgm:spPr/>
    </dgm:pt>
    <dgm:pt modelId="{40A3BA09-495E-4449-9BB9-941D095FEE17}" type="pres">
      <dgm:prSet presAssocID="{51788145-2574-47EC-8D3B-B30A70F89949}" presName="spaceBetweenRectangles" presStyleCnt="0"/>
      <dgm:spPr/>
    </dgm:pt>
    <dgm:pt modelId="{35BF458E-0F17-4F66-AB22-C40497C60F34}" type="pres">
      <dgm:prSet presAssocID="{D31D3404-D4E8-4B10-A78C-B3BE1C478167}" presName="parentLin" presStyleCnt="0"/>
      <dgm:spPr/>
    </dgm:pt>
    <dgm:pt modelId="{791AD18A-9C7B-4183-85B8-5C3205E5AFEC}" type="pres">
      <dgm:prSet presAssocID="{D31D3404-D4E8-4B10-A78C-B3BE1C478167}" presName="parentLeftMargin" presStyleLbl="node1" presStyleIdx="0" presStyleCnt="4"/>
      <dgm:spPr/>
    </dgm:pt>
    <dgm:pt modelId="{08D3C560-B7E0-42DE-A882-9FA690FFB60F}" type="pres">
      <dgm:prSet presAssocID="{D31D3404-D4E8-4B10-A78C-B3BE1C47816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7DF5DD8-C13D-4BB4-A21C-69EC8A3B6135}" type="pres">
      <dgm:prSet presAssocID="{D31D3404-D4E8-4B10-A78C-B3BE1C478167}" presName="negativeSpace" presStyleCnt="0"/>
      <dgm:spPr/>
    </dgm:pt>
    <dgm:pt modelId="{27C63D00-8392-48F7-8180-DE365BAD92A2}" type="pres">
      <dgm:prSet presAssocID="{D31D3404-D4E8-4B10-A78C-B3BE1C478167}" presName="childText" presStyleLbl="conFgAcc1" presStyleIdx="1" presStyleCnt="4">
        <dgm:presLayoutVars>
          <dgm:bulletEnabled val="1"/>
        </dgm:presLayoutVars>
      </dgm:prSet>
      <dgm:spPr/>
    </dgm:pt>
    <dgm:pt modelId="{18FAECB2-461B-43A5-BDA6-91ED6528CDF0}" type="pres">
      <dgm:prSet presAssocID="{D06FE607-075D-4736-89C1-DB05024A0066}" presName="spaceBetweenRectangles" presStyleCnt="0"/>
      <dgm:spPr/>
    </dgm:pt>
    <dgm:pt modelId="{11E0CFF6-5589-4A0C-BADD-B002B4DD0A55}" type="pres">
      <dgm:prSet presAssocID="{A9D54EF8-9372-4F63-903E-4A5E31F27380}" presName="parentLin" presStyleCnt="0"/>
      <dgm:spPr/>
    </dgm:pt>
    <dgm:pt modelId="{3829F9C8-0360-4608-A364-4B30FF6CB28B}" type="pres">
      <dgm:prSet presAssocID="{A9D54EF8-9372-4F63-903E-4A5E31F27380}" presName="parentLeftMargin" presStyleLbl="node1" presStyleIdx="1" presStyleCnt="4"/>
      <dgm:spPr/>
    </dgm:pt>
    <dgm:pt modelId="{17400487-7764-471E-8728-13AAA1228BA7}" type="pres">
      <dgm:prSet presAssocID="{A9D54EF8-9372-4F63-903E-4A5E31F2738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20BB262-671F-4914-9E0C-3CDE24FD68C8}" type="pres">
      <dgm:prSet presAssocID="{A9D54EF8-9372-4F63-903E-4A5E31F27380}" presName="negativeSpace" presStyleCnt="0"/>
      <dgm:spPr/>
    </dgm:pt>
    <dgm:pt modelId="{6D859D43-8F30-4A00-A92B-55C54F2DDEC8}" type="pres">
      <dgm:prSet presAssocID="{A9D54EF8-9372-4F63-903E-4A5E31F27380}" presName="childText" presStyleLbl="conFgAcc1" presStyleIdx="2" presStyleCnt="4">
        <dgm:presLayoutVars>
          <dgm:bulletEnabled val="1"/>
        </dgm:presLayoutVars>
      </dgm:prSet>
      <dgm:spPr/>
    </dgm:pt>
    <dgm:pt modelId="{453513AB-5CBE-44B0-991D-68046BDB639A}" type="pres">
      <dgm:prSet presAssocID="{E8FF72AE-999F-4837-8A09-37AA7A5A599D}" presName="spaceBetweenRectangles" presStyleCnt="0"/>
      <dgm:spPr/>
    </dgm:pt>
    <dgm:pt modelId="{11873EE1-448B-4AD9-BC23-5E90FBDF56F9}" type="pres">
      <dgm:prSet presAssocID="{1F6FCF93-75FA-4B8F-BC99-015B174737D3}" presName="parentLin" presStyleCnt="0"/>
      <dgm:spPr/>
    </dgm:pt>
    <dgm:pt modelId="{C435052C-C2EC-4F58-809B-68C4261A2098}" type="pres">
      <dgm:prSet presAssocID="{1F6FCF93-75FA-4B8F-BC99-015B174737D3}" presName="parentLeftMargin" presStyleLbl="node1" presStyleIdx="2" presStyleCnt="4"/>
      <dgm:spPr/>
    </dgm:pt>
    <dgm:pt modelId="{B4FD5F4A-97B5-417A-9F92-8A1D66B7E05D}" type="pres">
      <dgm:prSet presAssocID="{1F6FCF93-75FA-4B8F-BC99-015B174737D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D1F621B5-FF4A-4020-8712-9BAA66C9A869}" type="pres">
      <dgm:prSet presAssocID="{1F6FCF93-75FA-4B8F-BC99-015B174737D3}" presName="negativeSpace" presStyleCnt="0"/>
      <dgm:spPr/>
    </dgm:pt>
    <dgm:pt modelId="{1EC2A0A4-B7BE-4C34-BE23-D3286C37DA78}" type="pres">
      <dgm:prSet presAssocID="{1F6FCF93-75FA-4B8F-BC99-015B174737D3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CD28C42E-9014-4C1C-A7C3-ECEDC5C28463}" type="presOf" srcId="{A9D54EF8-9372-4F63-903E-4A5E31F27380}" destId="{17400487-7764-471E-8728-13AAA1228BA7}" srcOrd="1" destOrd="0" presId="urn:microsoft.com/office/officeart/2005/8/layout/list1"/>
    <dgm:cxn modelId="{C91CA036-4739-4DE7-8CE0-96EB4361120E}" srcId="{AFB33303-7858-48B5-A06F-79EBABFF8D67}" destId="{D31D3404-D4E8-4B10-A78C-B3BE1C478167}" srcOrd="1" destOrd="0" parTransId="{CA0E383C-3A26-48AB-8D50-F0965B65CFAD}" sibTransId="{D06FE607-075D-4736-89C1-DB05024A0066}"/>
    <dgm:cxn modelId="{633E335C-010A-4F60-93AA-71D8D7178594}" type="presOf" srcId="{27CD84C5-A970-47C1-80C8-964A503234FC}" destId="{3EB48981-4B71-4D8A-A703-E8E47E14B47C}" srcOrd="1" destOrd="0" presId="urn:microsoft.com/office/officeart/2005/8/layout/list1"/>
    <dgm:cxn modelId="{9507CE6D-E731-4C47-A1FB-50B8C6D4693B}" type="presOf" srcId="{1F6FCF93-75FA-4B8F-BC99-015B174737D3}" destId="{B4FD5F4A-97B5-417A-9F92-8A1D66B7E05D}" srcOrd="1" destOrd="0" presId="urn:microsoft.com/office/officeart/2005/8/layout/list1"/>
    <dgm:cxn modelId="{39BBD56D-A704-4CDA-B310-BC01BA4BB49F}" type="presOf" srcId="{A9D54EF8-9372-4F63-903E-4A5E31F27380}" destId="{3829F9C8-0360-4608-A364-4B30FF6CB28B}" srcOrd="0" destOrd="0" presId="urn:microsoft.com/office/officeart/2005/8/layout/list1"/>
    <dgm:cxn modelId="{314A6278-182A-47B2-8E4D-D4E950727DF9}" type="presOf" srcId="{27CD84C5-A970-47C1-80C8-964A503234FC}" destId="{AB3A6550-0E0C-4728-88BC-40FED4128DD2}" srcOrd="0" destOrd="0" presId="urn:microsoft.com/office/officeart/2005/8/layout/list1"/>
    <dgm:cxn modelId="{F53C8681-B84D-4DF7-BAB2-B0DB63EA5937}" srcId="{AFB33303-7858-48B5-A06F-79EBABFF8D67}" destId="{1F6FCF93-75FA-4B8F-BC99-015B174737D3}" srcOrd="3" destOrd="0" parTransId="{664CB102-B90F-47F1-B95E-0B91D9E5F342}" sibTransId="{9B5CA391-0E80-4739-980D-A9ED3BE8FBD5}"/>
    <dgm:cxn modelId="{9F850DA6-0B73-450A-B351-2BA6D047F548}" type="presOf" srcId="{AFB33303-7858-48B5-A06F-79EBABFF8D67}" destId="{49AD453C-CDC8-446C-88E1-9F30CA21E04E}" srcOrd="0" destOrd="0" presId="urn:microsoft.com/office/officeart/2005/8/layout/list1"/>
    <dgm:cxn modelId="{218CF9B6-4E82-4A4D-BBC6-6614C3F60218}" type="presOf" srcId="{D31D3404-D4E8-4B10-A78C-B3BE1C478167}" destId="{791AD18A-9C7B-4183-85B8-5C3205E5AFEC}" srcOrd="0" destOrd="0" presId="urn:microsoft.com/office/officeart/2005/8/layout/list1"/>
    <dgm:cxn modelId="{36951BC4-F479-4BD0-9B6D-7F2E670836F1}" type="presOf" srcId="{D31D3404-D4E8-4B10-A78C-B3BE1C478167}" destId="{08D3C560-B7E0-42DE-A882-9FA690FFB60F}" srcOrd="1" destOrd="0" presId="urn:microsoft.com/office/officeart/2005/8/layout/list1"/>
    <dgm:cxn modelId="{8D97C3E0-BBB8-4C1F-91A2-1F9CF98CD493}" srcId="{AFB33303-7858-48B5-A06F-79EBABFF8D67}" destId="{27CD84C5-A970-47C1-80C8-964A503234FC}" srcOrd="0" destOrd="0" parTransId="{BE8CF1F7-8F27-4C69-90A5-663356541E6F}" sibTransId="{51788145-2574-47EC-8D3B-B30A70F89949}"/>
    <dgm:cxn modelId="{B2A3B3E2-ABA9-4AFD-939C-30395ABEF47D}" srcId="{AFB33303-7858-48B5-A06F-79EBABFF8D67}" destId="{A9D54EF8-9372-4F63-903E-4A5E31F27380}" srcOrd="2" destOrd="0" parTransId="{7468FEA7-BB0E-4332-93BE-42AC03C79A00}" sibTransId="{E8FF72AE-999F-4837-8A09-37AA7A5A599D}"/>
    <dgm:cxn modelId="{2513DEE2-FEEB-4F0C-8673-4BBB6349113E}" type="presOf" srcId="{1F6FCF93-75FA-4B8F-BC99-015B174737D3}" destId="{C435052C-C2EC-4F58-809B-68C4261A2098}" srcOrd="0" destOrd="0" presId="urn:microsoft.com/office/officeart/2005/8/layout/list1"/>
    <dgm:cxn modelId="{7369F31F-21DE-4D85-A0EB-6DC0B66B9EFB}" type="presParOf" srcId="{49AD453C-CDC8-446C-88E1-9F30CA21E04E}" destId="{ACEF5C5A-8A1B-417D-9FF2-973EBED6FD0B}" srcOrd="0" destOrd="0" presId="urn:microsoft.com/office/officeart/2005/8/layout/list1"/>
    <dgm:cxn modelId="{A814381C-548C-4918-A83E-52ECA68ED665}" type="presParOf" srcId="{ACEF5C5A-8A1B-417D-9FF2-973EBED6FD0B}" destId="{AB3A6550-0E0C-4728-88BC-40FED4128DD2}" srcOrd="0" destOrd="0" presId="urn:microsoft.com/office/officeart/2005/8/layout/list1"/>
    <dgm:cxn modelId="{36177756-2DA8-48B5-9E81-5CF289EA6AA8}" type="presParOf" srcId="{ACEF5C5A-8A1B-417D-9FF2-973EBED6FD0B}" destId="{3EB48981-4B71-4D8A-A703-E8E47E14B47C}" srcOrd="1" destOrd="0" presId="urn:microsoft.com/office/officeart/2005/8/layout/list1"/>
    <dgm:cxn modelId="{3B523C4C-F674-41A8-ADEA-F107864BCB05}" type="presParOf" srcId="{49AD453C-CDC8-446C-88E1-9F30CA21E04E}" destId="{76E44B07-CB57-4EF7-92E9-C0620758DF92}" srcOrd="1" destOrd="0" presId="urn:microsoft.com/office/officeart/2005/8/layout/list1"/>
    <dgm:cxn modelId="{040124CC-2E26-4A90-8793-5C6F5CA9EA86}" type="presParOf" srcId="{49AD453C-CDC8-446C-88E1-9F30CA21E04E}" destId="{F416B2B5-7280-4577-A26D-7BD777F6D1AB}" srcOrd="2" destOrd="0" presId="urn:microsoft.com/office/officeart/2005/8/layout/list1"/>
    <dgm:cxn modelId="{F5D10F96-F607-4C7D-A4D8-7A4F0E56B3C5}" type="presParOf" srcId="{49AD453C-CDC8-446C-88E1-9F30CA21E04E}" destId="{40A3BA09-495E-4449-9BB9-941D095FEE17}" srcOrd="3" destOrd="0" presId="urn:microsoft.com/office/officeart/2005/8/layout/list1"/>
    <dgm:cxn modelId="{A4762678-D9DF-40CC-BF98-AED6B9A43C75}" type="presParOf" srcId="{49AD453C-CDC8-446C-88E1-9F30CA21E04E}" destId="{35BF458E-0F17-4F66-AB22-C40497C60F34}" srcOrd="4" destOrd="0" presId="urn:microsoft.com/office/officeart/2005/8/layout/list1"/>
    <dgm:cxn modelId="{613406A9-8D89-494A-99DE-C0862957B334}" type="presParOf" srcId="{35BF458E-0F17-4F66-AB22-C40497C60F34}" destId="{791AD18A-9C7B-4183-85B8-5C3205E5AFEC}" srcOrd="0" destOrd="0" presId="urn:microsoft.com/office/officeart/2005/8/layout/list1"/>
    <dgm:cxn modelId="{3C4961C3-DB6B-40A3-A0EE-D6B7207EC18B}" type="presParOf" srcId="{35BF458E-0F17-4F66-AB22-C40497C60F34}" destId="{08D3C560-B7E0-42DE-A882-9FA690FFB60F}" srcOrd="1" destOrd="0" presId="urn:microsoft.com/office/officeart/2005/8/layout/list1"/>
    <dgm:cxn modelId="{807E956E-CB64-495C-BB3F-BC5E2288B885}" type="presParOf" srcId="{49AD453C-CDC8-446C-88E1-9F30CA21E04E}" destId="{57DF5DD8-C13D-4BB4-A21C-69EC8A3B6135}" srcOrd="5" destOrd="0" presId="urn:microsoft.com/office/officeart/2005/8/layout/list1"/>
    <dgm:cxn modelId="{7A321E0D-B837-452D-8CA6-40F083331EF0}" type="presParOf" srcId="{49AD453C-CDC8-446C-88E1-9F30CA21E04E}" destId="{27C63D00-8392-48F7-8180-DE365BAD92A2}" srcOrd="6" destOrd="0" presId="urn:microsoft.com/office/officeart/2005/8/layout/list1"/>
    <dgm:cxn modelId="{65AAF51D-4A54-4CAB-B84B-FD18506D4D4F}" type="presParOf" srcId="{49AD453C-CDC8-446C-88E1-9F30CA21E04E}" destId="{18FAECB2-461B-43A5-BDA6-91ED6528CDF0}" srcOrd="7" destOrd="0" presId="urn:microsoft.com/office/officeart/2005/8/layout/list1"/>
    <dgm:cxn modelId="{726BD43E-6E0B-4A63-974A-8ED64F561918}" type="presParOf" srcId="{49AD453C-CDC8-446C-88E1-9F30CA21E04E}" destId="{11E0CFF6-5589-4A0C-BADD-B002B4DD0A55}" srcOrd="8" destOrd="0" presId="urn:microsoft.com/office/officeart/2005/8/layout/list1"/>
    <dgm:cxn modelId="{72F0AEF0-3FFA-4824-8D55-42998BCE1C1C}" type="presParOf" srcId="{11E0CFF6-5589-4A0C-BADD-B002B4DD0A55}" destId="{3829F9C8-0360-4608-A364-4B30FF6CB28B}" srcOrd="0" destOrd="0" presId="urn:microsoft.com/office/officeart/2005/8/layout/list1"/>
    <dgm:cxn modelId="{0BA9A9C6-EC37-4DA4-A669-E586A5699361}" type="presParOf" srcId="{11E0CFF6-5589-4A0C-BADD-B002B4DD0A55}" destId="{17400487-7764-471E-8728-13AAA1228BA7}" srcOrd="1" destOrd="0" presId="urn:microsoft.com/office/officeart/2005/8/layout/list1"/>
    <dgm:cxn modelId="{D18E38CE-B6E4-4350-9977-92BAD456193C}" type="presParOf" srcId="{49AD453C-CDC8-446C-88E1-9F30CA21E04E}" destId="{620BB262-671F-4914-9E0C-3CDE24FD68C8}" srcOrd="9" destOrd="0" presId="urn:microsoft.com/office/officeart/2005/8/layout/list1"/>
    <dgm:cxn modelId="{8AC9B89D-37C9-4D29-8ED7-644DAF2F92FE}" type="presParOf" srcId="{49AD453C-CDC8-446C-88E1-9F30CA21E04E}" destId="{6D859D43-8F30-4A00-A92B-55C54F2DDEC8}" srcOrd="10" destOrd="0" presId="urn:microsoft.com/office/officeart/2005/8/layout/list1"/>
    <dgm:cxn modelId="{23350F05-B1BE-41C6-8B4C-2B02BAADE862}" type="presParOf" srcId="{49AD453C-CDC8-446C-88E1-9F30CA21E04E}" destId="{453513AB-5CBE-44B0-991D-68046BDB639A}" srcOrd="11" destOrd="0" presId="urn:microsoft.com/office/officeart/2005/8/layout/list1"/>
    <dgm:cxn modelId="{3DA93F8D-BE26-48BF-8DDA-97DA4A4175A2}" type="presParOf" srcId="{49AD453C-CDC8-446C-88E1-9F30CA21E04E}" destId="{11873EE1-448B-4AD9-BC23-5E90FBDF56F9}" srcOrd="12" destOrd="0" presId="urn:microsoft.com/office/officeart/2005/8/layout/list1"/>
    <dgm:cxn modelId="{817A65CA-4362-428A-83D0-3350CA75B49F}" type="presParOf" srcId="{11873EE1-448B-4AD9-BC23-5E90FBDF56F9}" destId="{C435052C-C2EC-4F58-809B-68C4261A2098}" srcOrd="0" destOrd="0" presId="urn:microsoft.com/office/officeart/2005/8/layout/list1"/>
    <dgm:cxn modelId="{8112C0A8-C9E7-4F62-AC2D-41BEF4B3DE09}" type="presParOf" srcId="{11873EE1-448B-4AD9-BC23-5E90FBDF56F9}" destId="{B4FD5F4A-97B5-417A-9F92-8A1D66B7E05D}" srcOrd="1" destOrd="0" presId="urn:microsoft.com/office/officeart/2005/8/layout/list1"/>
    <dgm:cxn modelId="{838D6AA4-76F2-430C-8E42-9CCEBB409E5E}" type="presParOf" srcId="{49AD453C-CDC8-446C-88E1-9F30CA21E04E}" destId="{D1F621B5-FF4A-4020-8712-9BAA66C9A869}" srcOrd="13" destOrd="0" presId="urn:microsoft.com/office/officeart/2005/8/layout/list1"/>
    <dgm:cxn modelId="{3B9E4EB2-29E5-4A8A-9903-012134E80291}" type="presParOf" srcId="{49AD453C-CDC8-446C-88E1-9F30CA21E04E}" destId="{1EC2A0A4-B7BE-4C34-BE23-D3286C37DA78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C90EB82-E656-40CC-974C-A0B2CFC15996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60EE461-C3D7-4923-B3C3-5B3C3F9683B2}">
      <dgm:prSet/>
      <dgm:spPr/>
      <dgm:t>
        <a:bodyPr/>
        <a:lstStyle/>
        <a:p>
          <a:r>
            <a:rPr lang="en-US" dirty="0"/>
            <a:t>Excessive debt in relation to owner's equity  (total liabilities / owner’s equity)</a:t>
          </a:r>
        </a:p>
      </dgm:t>
    </dgm:pt>
    <dgm:pt modelId="{39F63245-FDC6-4627-A049-4ED760E06592}" type="parTrans" cxnId="{8E69A720-EEDC-4C1D-A48A-FCE052BD96A5}">
      <dgm:prSet/>
      <dgm:spPr/>
      <dgm:t>
        <a:bodyPr/>
        <a:lstStyle/>
        <a:p>
          <a:endParaRPr lang="en-US"/>
        </a:p>
      </dgm:t>
    </dgm:pt>
    <dgm:pt modelId="{500A008B-C573-43F2-A296-E97B4346B992}" type="sibTrans" cxnId="{8E69A720-EEDC-4C1D-A48A-FCE052BD96A5}">
      <dgm:prSet/>
      <dgm:spPr/>
      <dgm:t>
        <a:bodyPr/>
        <a:lstStyle/>
        <a:p>
          <a:endParaRPr lang="en-US"/>
        </a:p>
      </dgm:t>
    </dgm:pt>
    <dgm:pt modelId="{72186E39-A261-4523-B538-7CB41492285C}">
      <dgm:prSet/>
      <dgm:spPr/>
      <dgm:t>
        <a:bodyPr/>
        <a:lstStyle/>
        <a:p>
          <a:r>
            <a:rPr lang="en-US"/>
            <a:t>Reliance on a small number of customers</a:t>
          </a:r>
        </a:p>
      </dgm:t>
    </dgm:pt>
    <dgm:pt modelId="{96F4D8C2-6350-45BC-A581-33AE1684C858}" type="parTrans" cxnId="{D7C9E7DF-2B72-4FEB-962F-CC3C027BB215}">
      <dgm:prSet/>
      <dgm:spPr/>
      <dgm:t>
        <a:bodyPr/>
        <a:lstStyle/>
        <a:p>
          <a:endParaRPr lang="en-US"/>
        </a:p>
      </dgm:t>
    </dgm:pt>
    <dgm:pt modelId="{E8E166D8-924F-42DD-90E8-705B2DEB5763}" type="sibTrans" cxnId="{D7C9E7DF-2B72-4FEB-962F-CC3C027BB215}">
      <dgm:prSet/>
      <dgm:spPr/>
      <dgm:t>
        <a:bodyPr/>
        <a:lstStyle/>
        <a:p>
          <a:endParaRPr lang="en-US"/>
        </a:p>
      </dgm:t>
    </dgm:pt>
    <dgm:pt modelId="{DBEF3065-8E45-44CD-896F-A9150C7D900F}">
      <dgm:prSet/>
      <dgm:spPr/>
      <dgm:t>
        <a:bodyPr/>
        <a:lstStyle/>
        <a:p>
          <a:r>
            <a:rPr lang="en-US"/>
            <a:t>Reliance on one product</a:t>
          </a:r>
        </a:p>
      </dgm:t>
    </dgm:pt>
    <dgm:pt modelId="{CAF483C0-FF5E-4D47-82A5-0A8D91EE53E0}" type="parTrans" cxnId="{12536747-5A46-46C1-BB58-77B9B8668F2E}">
      <dgm:prSet/>
      <dgm:spPr/>
      <dgm:t>
        <a:bodyPr/>
        <a:lstStyle/>
        <a:p>
          <a:endParaRPr lang="en-US"/>
        </a:p>
      </dgm:t>
    </dgm:pt>
    <dgm:pt modelId="{A2FE9BA8-20E7-4F60-9579-1E247670242F}" type="sibTrans" cxnId="{12536747-5A46-46C1-BB58-77B9B8668F2E}">
      <dgm:prSet/>
      <dgm:spPr/>
      <dgm:t>
        <a:bodyPr/>
        <a:lstStyle/>
        <a:p>
          <a:endParaRPr lang="en-US"/>
        </a:p>
      </dgm:t>
    </dgm:pt>
    <dgm:pt modelId="{514DF484-7068-43FD-95F5-5E23B33C178E}">
      <dgm:prSet/>
      <dgm:spPr/>
      <dgm:t>
        <a:bodyPr/>
        <a:lstStyle/>
        <a:p>
          <a:r>
            <a:rPr lang="en-US"/>
            <a:t>Reliance on one or a small number of vendors</a:t>
          </a:r>
        </a:p>
      </dgm:t>
    </dgm:pt>
    <dgm:pt modelId="{4737473D-6D2B-458C-A99E-5BF55A143E4C}" type="parTrans" cxnId="{8F716FAE-2AB4-43A3-A544-342B727E35C0}">
      <dgm:prSet/>
      <dgm:spPr/>
      <dgm:t>
        <a:bodyPr/>
        <a:lstStyle/>
        <a:p>
          <a:endParaRPr lang="en-US"/>
        </a:p>
      </dgm:t>
    </dgm:pt>
    <dgm:pt modelId="{160EE346-8150-4863-8C47-E6742C8883DB}" type="sibTrans" cxnId="{8F716FAE-2AB4-43A3-A544-342B727E35C0}">
      <dgm:prSet/>
      <dgm:spPr/>
      <dgm:t>
        <a:bodyPr/>
        <a:lstStyle/>
        <a:p>
          <a:endParaRPr lang="en-US"/>
        </a:p>
      </dgm:t>
    </dgm:pt>
    <dgm:pt modelId="{95D1C6EF-250D-4B07-B6EE-C2AF80F3B37B}" type="pres">
      <dgm:prSet presAssocID="{9C90EB82-E656-40CC-974C-A0B2CFC15996}" presName="vert0" presStyleCnt="0">
        <dgm:presLayoutVars>
          <dgm:dir/>
          <dgm:animOne val="branch"/>
          <dgm:animLvl val="lvl"/>
        </dgm:presLayoutVars>
      </dgm:prSet>
      <dgm:spPr/>
    </dgm:pt>
    <dgm:pt modelId="{019FD648-CFE9-4ECF-815C-07D4B68B6DA1}" type="pres">
      <dgm:prSet presAssocID="{660EE461-C3D7-4923-B3C3-5B3C3F9683B2}" presName="thickLine" presStyleLbl="alignNode1" presStyleIdx="0" presStyleCnt="4"/>
      <dgm:spPr/>
    </dgm:pt>
    <dgm:pt modelId="{747887DA-8E6F-4F41-9FF8-74B611D41464}" type="pres">
      <dgm:prSet presAssocID="{660EE461-C3D7-4923-B3C3-5B3C3F9683B2}" presName="horz1" presStyleCnt="0"/>
      <dgm:spPr/>
    </dgm:pt>
    <dgm:pt modelId="{C0E85E1B-C03C-4D98-B047-B1C6711AD014}" type="pres">
      <dgm:prSet presAssocID="{660EE461-C3D7-4923-B3C3-5B3C3F9683B2}" presName="tx1" presStyleLbl="revTx" presStyleIdx="0" presStyleCnt="4"/>
      <dgm:spPr/>
    </dgm:pt>
    <dgm:pt modelId="{ED0B2C32-E526-4AEF-9922-869B7AE7BCBC}" type="pres">
      <dgm:prSet presAssocID="{660EE461-C3D7-4923-B3C3-5B3C3F9683B2}" presName="vert1" presStyleCnt="0"/>
      <dgm:spPr/>
    </dgm:pt>
    <dgm:pt modelId="{D23FBD06-E160-4524-AA59-1748DCCA64F3}" type="pres">
      <dgm:prSet presAssocID="{72186E39-A261-4523-B538-7CB41492285C}" presName="thickLine" presStyleLbl="alignNode1" presStyleIdx="1" presStyleCnt="4"/>
      <dgm:spPr/>
    </dgm:pt>
    <dgm:pt modelId="{8B957C61-56A5-4AA2-9416-E78543D9A88A}" type="pres">
      <dgm:prSet presAssocID="{72186E39-A261-4523-B538-7CB41492285C}" presName="horz1" presStyleCnt="0"/>
      <dgm:spPr/>
    </dgm:pt>
    <dgm:pt modelId="{7046F02D-2094-4A13-A01F-886F10F9E02A}" type="pres">
      <dgm:prSet presAssocID="{72186E39-A261-4523-B538-7CB41492285C}" presName="tx1" presStyleLbl="revTx" presStyleIdx="1" presStyleCnt="4"/>
      <dgm:spPr/>
    </dgm:pt>
    <dgm:pt modelId="{C72D74B2-AE97-4289-8464-43D6B0FC9348}" type="pres">
      <dgm:prSet presAssocID="{72186E39-A261-4523-B538-7CB41492285C}" presName="vert1" presStyleCnt="0"/>
      <dgm:spPr/>
    </dgm:pt>
    <dgm:pt modelId="{D576003B-EAC0-44E8-B342-44A59DEF8DBF}" type="pres">
      <dgm:prSet presAssocID="{DBEF3065-8E45-44CD-896F-A9150C7D900F}" presName="thickLine" presStyleLbl="alignNode1" presStyleIdx="2" presStyleCnt="4"/>
      <dgm:spPr/>
    </dgm:pt>
    <dgm:pt modelId="{9E7A7343-40E0-44BA-9B6C-B42501EA9194}" type="pres">
      <dgm:prSet presAssocID="{DBEF3065-8E45-44CD-896F-A9150C7D900F}" presName="horz1" presStyleCnt="0"/>
      <dgm:spPr/>
    </dgm:pt>
    <dgm:pt modelId="{53B54443-2CF4-45F9-AB65-EE119286A047}" type="pres">
      <dgm:prSet presAssocID="{DBEF3065-8E45-44CD-896F-A9150C7D900F}" presName="tx1" presStyleLbl="revTx" presStyleIdx="2" presStyleCnt="4"/>
      <dgm:spPr/>
    </dgm:pt>
    <dgm:pt modelId="{2BCFB2C0-DA52-4B68-B566-DCCD8B9477D6}" type="pres">
      <dgm:prSet presAssocID="{DBEF3065-8E45-44CD-896F-A9150C7D900F}" presName="vert1" presStyleCnt="0"/>
      <dgm:spPr/>
    </dgm:pt>
    <dgm:pt modelId="{F5257DDC-5292-4E08-A4E3-3D0939BCC1E3}" type="pres">
      <dgm:prSet presAssocID="{514DF484-7068-43FD-95F5-5E23B33C178E}" presName="thickLine" presStyleLbl="alignNode1" presStyleIdx="3" presStyleCnt="4"/>
      <dgm:spPr/>
    </dgm:pt>
    <dgm:pt modelId="{DDA5DD4B-6094-4625-A798-0A33348F71EF}" type="pres">
      <dgm:prSet presAssocID="{514DF484-7068-43FD-95F5-5E23B33C178E}" presName="horz1" presStyleCnt="0"/>
      <dgm:spPr/>
    </dgm:pt>
    <dgm:pt modelId="{C531B7D2-B92B-44BE-9051-32D7B78DC353}" type="pres">
      <dgm:prSet presAssocID="{514DF484-7068-43FD-95F5-5E23B33C178E}" presName="tx1" presStyleLbl="revTx" presStyleIdx="3" presStyleCnt="4"/>
      <dgm:spPr/>
    </dgm:pt>
    <dgm:pt modelId="{8542A1F0-CDC6-4689-ADF4-6621F90269D3}" type="pres">
      <dgm:prSet presAssocID="{514DF484-7068-43FD-95F5-5E23B33C178E}" presName="vert1" presStyleCnt="0"/>
      <dgm:spPr/>
    </dgm:pt>
  </dgm:ptLst>
  <dgm:cxnLst>
    <dgm:cxn modelId="{111A4C03-AF57-415E-AAC9-EEE5CFE87F6D}" type="presOf" srcId="{514DF484-7068-43FD-95F5-5E23B33C178E}" destId="{C531B7D2-B92B-44BE-9051-32D7B78DC353}" srcOrd="0" destOrd="0" presId="urn:microsoft.com/office/officeart/2008/layout/LinedList"/>
    <dgm:cxn modelId="{8E69A720-EEDC-4C1D-A48A-FCE052BD96A5}" srcId="{9C90EB82-E656-40CC-974C-A0B2CFC15996}" destId="{660EE461-C3D7-4923-B3C3-5B3C3F9683B2}" srcOrd="0" destOrd="0" parTransId="{39F63245-FDC6-4627-A049-4ED760E06592}" sibTransId="{500A008B-C573-43F2-A296-E97B4346B992}"/>
    <dgm:cxn modelId="{12536747-5A46-46C1-BB58-77B9B8668F2E}" srcId="{9C90EB82-E656-40CC-974C-A0B2CFC15996}" destId="{DBEF3065-8E45-44CD-896F-A9150C7D900F}" srcOrd="2" destOrd="0" parTransId="{CAF483C0-FF5E-4D47-82A5-0A8D91EE53E0}" sibTransId="{A2FE9BA8-20E7-4F60-9579-1E247670242F}"/>
    <dgm:cxn modelId="{22951C86-EC67-403B-938D-9583B463CEE5}" type="presOf" srcId="{660EE461-C3D7-4923-B3C3-5B3C3F9683B2}" destId="{C0E85E1B-C03C-4D98-B047-B1C6711AD014}" srcOrd="0" destOrd="0" presId="urn:microsoft.com/office/officeart/2008/layout/LinedList"/>
    <dgm:cxn modelId="{8F716FAE-2AB4-43A3-A544-342B727E35C0}" srcId="{9C90EB82-E656-40CC-974C-A0B2CFC15996}" destId="{514DF484-7068-43FD-95F5-5E23B33C178E}" srcOrd="3" destOrd="0" parTransId="{4737473D-6D2B-458C-A99E-5BF55A143E4C}" sibTransId="{160EE346-8150-4863-8C47-E6742C8883DB}"/>
    <dgm:cxn modelId="{FA3CDFB2-902F-444D-B9C2-87B714573D37}" type="presOf" srcId="{72186E39-A261-4523-B538-7CB41492285C}" destId="{7046F02D-2094-4A13-A01F-886F10F9E02A}" srcOrd="0" destOrd="0" presId="urn:microsoft.com/office/officeart/2008/layout/LinedList"/>
    <dgm:cxn modelId="{71DAA5B5-6159-47D3-BCB7-450EF6DA3F10}" type="presOf" srcId="{DBEF3065-8E45-44CD-896F-A9150C7D900F}" destId="{53B54443-2CF4-45F9-AB65-EE119286A047}" srcOrd="0" destOrd="0" presId="urn:microsoft.com/office/officeart/2008/layout/LinedList"/>
    <dgm:cxn modelId="{9FF702DF-74B9-4AFF-AB91-43863207F913}" type="presOf" srcId="{9C90EB82-E656-40CC-974C-A0B2CFC15996}" destId="{95D1C6EF-250D-4B07-B6EE-C2AF80F3B37B}" srcOrd="0" destOrd="0" presId="urn:microsoft.com/office/officeart/2008/layout/LinedList"/>
    <dgm:cxn modelId="{D7C9E7DF-2B72-4FEB-962F-CC3C027BB215}" srcId="{9C90EB82-E656-40CC-974C-A0B2CFC15996}" destId="{72186E39-A261-4523-B538-7CB41492285C}" srcOrd="1" destOrd="0" parTransId="{96F4D8C2-6350-45BC-A581-33AE1684C858}" sibTransId="{E8E166D8-924F-42DD-90E8-705B2DEB5763}"/>
    <dgm:cxn modelId="{08FEF719-1676-457B-9A90-E36E4E41D635}" type="presParOf" srcId="{95D1C6EF-250D-4B07-B6EE-C2AF80F3B37B}" destId="{019FD648-CFE9-4ECF-815C-07D4B68B6DA1}" srcOrd="0" destOrd="0" presId="urn:microsoft.com/office/officeart/2008/layout/LinedList"/>
    <dgm:cxn modelId="{DF10E8B3-9B0E-459C-80CD-DCABE1B4B718}" type="presParOf" srcId="{95D1C6EF-250D-4B07-B6EE-C2AF80F3B37B}" destId="{747887DA-8E6F-4F41-9FF8-74B611D41464}" srcOrd="1" destOrd="0" presId="urn:microsoft.com/office/officeart/2008/layout/LinedList"/>
    <dgm:cxn modelId="{C98420BA-BC17-4DBA-B652-AEEF88132971}" type="presParOf" srcId="{747887DA-8E6F-4F41-9FF8-74B611D41464}" destId="{C0E85E1B-C03C-4D98-B047-B1C6711AD014}" srcOrd="0" destOrd="0" presId="urn:microsoft.com/office/officeart/2008/layout/LinedList"/>
    <dgm:cxn modelId="{2E90F022-64C6-4DEC-BF2C-5F57534CC8B5}" type="presParOf" srcId="{747887DA-8E6F-4F41-9FF8-74B611D41464}" destId="{ED0B2C32-E526-4AEF-9922-869B7AE7BCBC}" srcOrd="1" destOrd="0" presId="urn:microsoft.com/office/officeart/2008/layout/LinedList"/>
    <dgm:cxn modelId="{F7AA080E-6245-4576-8A10-E9FA00913F27}" type="presParOf" srcId="{95D1C6EF-250D-4B07-B6EE-C2AF80F3B37B}" destId="{D23FBD06-E160-4524-AA59-1748DCCA64F3}" srcOrd="2" destOrd="0" presId="urn:microsoft.com/office/officeart/2008/layout/LinedList"/>
    <dgm:cxn modelId="{15227210-4BD9-44FA-97AE-974C3C59EC71}" type="presParOf" srcId="{95D1C6EF-250D-4B07-B6EE-C2AF80F3B37B}" destId="{8B957C61-56A5-4AA2-9416-E78543D9A88A}" srcOrd="3" destOrd="0" presId="urn:microsoft.com/office/officeart/2008/layout/LinedList"/>
    <dgm:cxn modelId="{B73EFC06-C94C-43F8-91F5-6F08351441CF}" type="presParOf" srcId="{8B957C61-56A5-4AA2-9416-E78543D9A88A}" destId="{7046F02D-2094-4A13-A01F-886F10F9E02A}" srcOrd="0" destOrd="0" presId="urn:microsoft.com/office/officeart/2008/layout/LinedList"/>
    <dgm:cxn modelId="{AFEB215D-E144-4DCE-9AC7-87AD307B7E15}" type="presParOf" srcId="{8B957C61-56A5-4AA2-9416-E78543D9A88A}" destId="{C72D74B2-AE97-4289-8464-43D6B0FC9348}" srcOrd="1" destOrd="0" presId="urn:microsoft.com/office/officeart/2008/layout/LinedList"/>
    <dgm:cxn modelId="{AC9C94FC-5073-472B-AC1C-080D9C3A626C}" type="presParOf" srcId="{95D1C6EF-250D-4B07-B6EE-C2AF80F3B37B}" destId="{D576003B-EAC0-44E8-B342-44A59DEF8DBF}" srcOrd="4" destOrd="0" presId="urn:microsoft.com/office/officeart/2008/layout/LinedList"/>
    <dgm:cxn modelId="{65E923E8-CAF5-436F-AC5C-DAA1152FD0A5}" type="presParOf" srcId="{95D1C6EF-250D-4B07-B6EE-C2AF80F3B37B}" destId="{9E7A7343-40E0-44BA-9B6C-B42501EA9194}" srcOrd="5" destOrd="0" presId="urn:microsoft.com/office/officeart/2008/layout/LinedList"/>
    <dgm:cxn modelId="{9FBEBD3A-D84A-4A90-8AE6-BC9FEF4E3ADF}" type="presParOf" srcId="{9E7A7343-40E0-44BA-9B6C-B42501EA9194}" destId="{53B54443-2CF4-45F9-AB65-EE119286A047}" srcOrd="0" destOrd="0" presId="urn:microsoft.com/office/officeart/2008/layout/LinedList"/>
    <dgm:cxn modelId="{A757DA25-13F1-4D4D-9562-D3BD3ED18E56}" type="presParOf" srcId="{9E7A7343-40E0-44BA-9B6C-B42501EA9194}" destId="{2BCFB2C0-DA52-4B68-B566-DCCD8B9477D6}" srcOrd="1" destOrd="0" presId="urn:microsoft.com/office/officeart/2008/layout/LinedList"/>
    <dgm:cxn modelId="{0EEC3BD8-1914-4774-87D8-378AF35F0496}" type="presParOf" srcId="{95D1C6EF-250D-4B07-B6EE-C2AF80F3B37B}" destId="{F5257DDC-5292-4E08-A4E3-3D0939BCC1E3}" srcOrd="6" destOrd="0" presId="urn:microsoft.com/office/officeart/2008/layout/LinedList"/>
    <dgm:cxn modelId="{DDF83DAC-9E69-44F3-BB12-7127EA2C0DA6}" type="presParOf" srcId="{95D1C6EF-250D-4B07-B6EE-C2AF80F3B37B}" destId="{DDA5DD4B-6094-4625-A798-0A33348F71EF}" srcOrd="7" destOrd="0" presId="urn:microsoft.com/office/officeart/2008/layout/LinedList"/>
    <dgm:cxn modelId="{8234CDAC-EFF7-40F9-9EC6-537758561783}" type="presParOf" srcId="{DDA5DD4B-6094-4625-A798-0A33348F71EF}" destId="{C531B7D2-B92B-44BE-9051-32D7B78DC353}" srcOrd="0" destOrd="0" presId="urn:microsoft.com/office/officeart/2008/layout/LinedList"/>
    <dgm:cxn modelId="{62086364-6E28-4369-9950-34AB17920F21}" type="presParOf" srcId="{DDA5DD4B-6094-4625-A798-0A33348F71EF}" destId="{8542A1F0-CDC6-4689-ADF4-6621F90269D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11F7A4D-4798-477D-B7F2-2162D1E27B7C}" type="doc">
      <dgm:prSet loTypeId="urn:microsoft.com/office/officeart/2005/8/layout/list1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6030474F-6583-4855-86EF-98FD65891519}">
      <dgm:prSet/>
      <dgm:spPr/>
      <dgm:t>
        <a:bodyPr/>
        <a:lstStyle/>
        <a:p>
          <a:r>
            <a:rPr lang="en-US"/>
            <a:t>Cash flow problems</a:t>
          </a:r>
        </a:p>
      </dgm:t>
    </dgm:pt>
    <dgm:pt modelId="{C394826F-9751-4CA4-8D0D-DBA6C4991059}" type="parTrans" cxnId="{6FC2FB10-1091-4CA3-9E92-0486D7B97413}">
      <dgm:prSet/>
      <dgm:spPr/>
      <dgm:t>
        <a:bodyPr/>
        <a:lstStyle/>
        <a:p>
          <a:endParaRPr lang="en-US"/>
        </a:p>
      </dgm:t>
    </dgm:pt>
    <dgm:pt modelId="{B98E722D-4364-475F-A269-6650A240D7F4}" type="sibTrans" cxnId="{6FC2FB10-1091-4CA3-9E92-0486D7B97413}">
      <dgm:prSet/>
      <dgm:spPr/>
      <dgm:t>
        <a:bodyPr/>
        <a:lstStyle/>
        <a:p>
          <a:endParaRPr lang="en-US"/>
        </a:p>
      </dgm:t>
    </dgm:pt>
    <dgm:pt modelId="{3EFBF289-F633-4D6B-B719-0238D7D27B4A}">
      <dgm:prSet/>
      <dgm:spPr/>
      <dgm:t>
        <a:bodyPr/>
        <a:lstStyle/>
        <a:p>
          <a:r>
            <a:rPr lang="en-US" dirty="0"/>
            <a:t>Irregularities in accounting, bank or timecard  records</a:t>
          </a:r>
        </a:p>
      </dgm:t>
    </dgm:pt>
    <dgm:pt modelId="{D90C4A83-206D-4301-8D36-906B4948093C}" type="parTrans" cxnId="{A6EC7390-186A-4DA0-BE6E-8487A84224E3}">
      <dgm:prSet/>
      <dgm:spPr/>
      <dgm:t>
        <a:bodyPr/>
        <a:lstStyle/>
        <a:p>
          <a:endParaRPr lang="en-US"/>
        </a:p>
      </dgm:t>
    </dgm:pt>
    <dgm:pt modelId="{D6CCCADE-290B-4D5B-8AAC-34D309485F4D}" type="sibTrans" cxnId="{A6EC7390-186A-4DA0-BE6E-8487A84224E3}">
      <dgm:prSet/>
      <dgm:spPr/>
      <dgm:t>
        <a:bodyPr/>
        <a:lstStyle/>
        <a:p>
          <a:endParaRPr lang="en-US"/>
        </a:p>
      </dgm:t>
    </dgm:pt>
    <dgm:pt modelId="{4583F722-A6C5-4C77-B2B0-72EFAD69D300}">
      <dgm:prSet/>
      <dgm:spPr/>
      <dgm:t>
        <a:bodyPr/>
        <a:lstStyle/>
        <a:p>
          <a:r>
            <a:rPr lang="en-US"/>
            <a:t>Irregularities in computer system  administrative reports</a:t>
          </a:r>
        </a:p>
      </dgm:t>
    </dgm:pt>
    <dgm:pt modelId="{4D29A58C-BF8E-46DA-A3BB-602207DCBCA5}" type="parTrans" cxnId="{6F18727D-D5B2-44AB-898F-278A96497824}">
      <dgm:prSet/>
      <dgm:spPr/>
      <dgm:t>
        <a:bodyPr/>
        <a:lstStyle/>
        <a:p>
          <a:endParaRPr lang="en-US"/>
        </a:p>
      </dgm:t>
    </dgm:pt>
    <dgm:pt modelId="{0877D7B6-AFE0-418C-80D3-667AF336C378}" type="sibTrans" cxnId="{6F18727D-D5B2-44AB-898F-278A96497824}">
      <dgm:prSet/>
      <dgm:spPr/>
      <dgm:t>
        <a:bodyPr/>
        <a:lstStyle/>
        <a:p>
          <a:endParaRPr lang="en-US"/>
        </a:p>
      </dgm:t>
    </dgm:pt>
    <dgm:pt modelId="{C5E731A7-8D21-4905-8783-63955C8FF8BF}">
      <dgm:prSet/>
      <dgm:spPr/>
      <dgm:t>
        <a:bodyPr/>
        <a:lstStyle/>
        <a:p>
          <a:r>
            <a:rPr lang="en-US"/>
            <a:t>High employee turnover rate</a:t>
          </a:r>
        </a:p>
      </dgm:t>
    </dgm:pt>
    <dgm:pt modelId="{A6766E7A-388F-4C98-A0DF-98F40A6E6B8A}" type="parTrans" cxnId="{BFFE2B1F-54B1-48CB-8024-59216649EC21}">
      <dgm:prSet/>
      <dgm:spPr/>
      <dgm:t>
        <a:bodyPr/>
        <a:lstStyle/>
        <a:p>
          <a:endParaRPr lang="en-US"/>
        </a:p>
      </dgm:t>
    </dgm:pt>
    <dgm:pt modelId="{B3803609-DEA4-4067-8E2D-3E1DF67AD946}" type="sibTrans" cxnId="{BFFE2B1F-54B1-48CB-8024-59216649EC21}">
      <dgm:prSet/>
      <dgm:spPr/>
      <dgm:t>
        <a:bodyPr/>
        <a:lstStyle/>
        <a:p>
          <a:endParaRPr lang="en-US"/>
        </a:p>
      </dgm:t>
    </dgm:pt>
    <dgm:pt modelId="{8391C0C8-370A-493A-9E4B-11133C29C5F8}" type="pres">
      <dgm:prSet presAssocID="{E11F7A4D-4798-477D-B7F2-2162D1E27B7C}" presName="linear" presStyleCnt="0">
        <dgm:presLayoutVars>
          <dgm:dir/>
          <dgm:animLvl val="lvl"/>
          <dgm:resizeHandles val="exact"/>
        </dgm:presLayoutVars>
      </dgm:prSet>
      <dgm:spPr/>
    </dgm:pt>
    <dgm:pt modelId="{269955AA-B419-44BD-B5C1-8DC51E1E3CC6}" type="pres">
      <dgm:prSet presAssocID="{6030474F-6583-4855-86EF-98FD65891519}" presName="parentLin" presStyleCnt="0"/>
      <dgm:spPr/>
    </dgm:pt>
    <dgm:pt modelId="{94FE4887-FE83-4FDA-BDB2-333C2909A9A6}" type="pres">
      <dgm:prSet presAssocID="{6030474F-6583-4855-86EF-98FD65891519}" presName="parentLeftMargin" presStyleLbl="node1" presStyleIdx="0" presStyleCnt="4"/>
      <dgm:spPr/>
    </dgm:pt>
    <dgm:pt modelId="{92253D1E-ED87-4670-AFA4-B872BC86C85E}" type="pres">
      <dgm:prSet presAssocID="{6030474F-6583-4855-86EF-98FD6589151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B946CF9-CC13-4DE4-8787-A2AF2B01B38D}" type="pres">
      <dgm:prSet presAssocID="{6030474F-6583-4855-86EF-98FD65891519}" presName="negativeSpace" presStyleCnt="0"/>
      <dgm:spPr/>
    </dgm:pt>
    <dgm:pt modelId="{7D9D313C-B43C-47C9-8489-6A0569C09AB0}" type="pres">
      <dgm:prSet presAssocID="{6030474F-6583-4855-86EF-98FD65891519}" presName="childText" presStyleLbl="conFgAcc1" presStyleIdx="0" presStyleCnt="4">
        <dgm:presLayoutVars>
          <dgm:bulletEnabled val="1"/>
        </dgm:presLayoutVars>
      </dgm:prSet>
      <dgm:spPr/>
    </dgm:pt>
    <dgm:pt modelId="{24BC8472-5E0C-4290-B9E7-3B517E80AC33}" type="pres">
      <dgm:prSet presAssocID="{B98E722D-4364-475F-A269-6650A240D7F4}" presName="spaceBetweenRectangles" presStyleCnt="0"/>
      <dgm:spPr/>
    </dgm:pt>
    <dgm:pt modelId="{DA72C2D2-EBBD-46AD-9E83-FCA713F3B342}" type="pres">
      <dgm:prSet presAssocID="{3EFBF289-F633-4D6B-B719-0238D7D27B4A}" presName="parentLin" presStyleCnt="0"/>
      <dgm:spPr/>
    </dgm:pt>
    <dgm:pt modelId="{7C7AAB02-ACA5-40A4-9659-673252622AB9}" type="pres">
      <dgm:prSet presAssocID="{3EFBF289-F633-4D6B-B719-0238D7D27B4A}" presName="parentLeftMargin" presStyleLbl="node1" presStyleIdx="0" presStyleCnt="4"/>
      <dgm:spPr/>
    </dgm:pt>
    <dgm:pt modelId="{47CBD37E-9AF3-452A-832D-A5AC17B454E5}" type="pres">
      <dgm:prSet presAssocID="{3EFBF289-F633-4D6B-B719-0238D7D27B4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EB7F27A-268C-4DA5-B662-50C8B9E254FC}" type="pres">
      <dgm:prSet presAssocID="{3EFBF289-F633-4D6B-B719-0238D7D27B4A}" presName="negativeSpace" presStyleCnt="0"/>
      <dgm:spPr/>
    </dgm:pt>
    <dgm:pt modelId="{D60E4D8E-9321-4687-84D9-17DC372504E5}" type="pres">
      <dgm:prSet presAssocID="{3EFBF289-F633-4D6B-B719-0238D7D27B4A}" presName="childText" presStyleLbl="conFgAcc1" presStyleIdx="1" presStyleCnt="4">
        <dgm:presLayoutVars>
          <dgm:bulletEnabled val="1"/>
        </dgm:presLayoutVars>
      </dgm:prSet>
      <dgm:spPr/>
    </dgm:pt>
    <dgm:pt modelId="{99FC1305-E0A0-4745-AECA-55FBD3014B96}" type="pres">
      <dgm:prSet presAssocID="{D6CCCADE-290B-4D5B-8AAC-34D309485F4D}" presName="spaceBetweenRectangles" presStyleCnt="0"/>
      <dgm:spPr/>
    </dgm:pt>
    <dgm:pt modelId="{FA371D61-71CB-43F0-B9C3-68CF23037C63}" type="pres">
      <dgm:prSet presAssocID="{4583F722-A6C5-4C77-B2B0-72EFAD69D300}" presName="parentLin" presStyleCnt="0"/>
      <dgm:spPr/>
    </dgm:pt>
    <dgm:pt modelId="{F7C6748C-9805-4DC2-B56B-4B8BD244FF2C}" type="pres">
      <dgm:prSet presAssocID="{4583F722-A6C5-4C77-B2B0-72EFAD69D300}" presName="parentLeftMargin" presStyleLbl="node1" presStyleIdx="1" presStyleCnt="4"/>
      <dgm:spPr/>
    </dgm:pt>
    <dgm:pt modelId="{8EC68FCC-9162-4557-A1C8-77DE1F7FE132}" type="pres">
      <dgm:prSet presAssocID="{4583F722-A6C5-4C77-B2B0-72EFAD69D30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2E98560-A7E5-41F8-AFC5-3B1D16A18CDF}" type="pres">
      <dgm:prSet presAssocID="{4583F722-A6C5-4C77-B2B0-72EFAD69D300}" presName="negativeSpace" presStyleCnt="0"/>
      <dgm:spPr/>
    </dgm:pt>
    <dgm:pt modelId="{BD73B6A9-72EE-4514-9D51-0CBB2F673800}" type="pres">
      <dgm:prSet presAssocID="{4583F722-A6C5-4C77-B2B0-72EFAD69D300}" presName="childText" presStyleLbl="conFgAcc1" presStyleIdx="2" presStyleCnt="4">
        <dgm:presLayoutVars>
          <dgm:bulletEnabled val="1"/>
        </dgm:presLayoutVars>
      </dgm:prSet>
      <dgm:spPr/>
    </dgm:pt>
    <dgm:pt modelId="{0F011404-1823-4FDA-9B99-3BAEEDB5C383}" type="pres">
      <dgm:prSet presAssocID="{0877D7B6-AFE0-418C-80D3-667AF336C378}" presName="spaceBetweenRectangles" presStyleCnt="0"/>
      <dgm:spPr/>
    </dgm:pt>
    <dgm:pt modelId="{A3944983-690B-4BF8-939B-1EF7F638C160}" type="pres">
      <dgm:prSet presAssocID="{C5E731A7-8D21-4905-8783-63955C8FF8BF}" presName="parentLin" presStyleCnt="0"/>
      <dgm:spPr/>
    </dgm:pt>
    <dgm:pt modelId="{9B94D009-494E-47B1-A1EB-A87B7719B359}" type="pres">
      <dgm:prSet presAssocID="{C5E731A7-8D21-4905-8783-63955C8FF8BF}" presName="parentLeftMargin" presStyleLbl="node1" presStyleIdx="2" presStyleCnt="4"/>
      <dgm:spPr/>
    </dgm:pt>
    <dgm:pt modelId="{A71A5485-A7C4-4669-A5DB-E6547294C174}" type="pres">
      <dgm:prSet presAssocID="{C5E731A7-8D21-4905-8783-63955C8FF8B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0E741D2E-8E73-4640-AEAF-7F1AC36C4B53}" type="pres">
      <dgm:prSet presAssocID="{C5E731A7-8D21-4905-8783-63955C8FF8BF}" presName="negativeSpace" presStyleCnt="0"/>
      <dgm:spPr/>
    </dgm:pt>
    <dgm:pt modelId="{8948AE0C-5C54-4F36-94F0-4C938D523258}" type="pres">
      <dgm:prSet presAssocID="{C5E731A7-8D21-4905-8783-63955C8FF8BF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6FC2FB10-1091-4CA3-9E92-0486D7B97413}" srcId="{E11F7A4D-4798-477D-B7F2-2162D1E27B7C}" destId="{6030474F-6583-4855-86EF-98FD65891519}" srcOrd="0" destOrd="0" parTransId="{C394826F-9751-4CA4-8D0D-DBA6C4991059}" sibTransId="{B98E722D-4364-475F-A269-6650A240D7F4}"/>
    <dgm:cxn modelId="{BFFE2B1F-54B1-48CB-8024-59216649EC21}" srcId="{E11F7A4D-4798-477D-B7F2-2162D1E27B7C}" destId="{C5E731A7-8D21-4905-8783-63955C8FF8BF}" srcOrd="3" destOrd="0" parTransId="{A6766E7A-388F-4C98-A0DF-98F40A6E6B8A}" sibTransId="{B3803609-DEA4-4067-8E2D-3E1DF67AD946}"/>
    <dgm:cxn modelId="{1DA8203A-60D5-4F93-9790-83E7FFFD7AA9}" type="presOf" srcId="{C5E731A7-8D21-4905-8783-63955C8FF8BF}" destId="{9B94D009-494E-47B1-A1EB-A87B7719B359}" srcOrd="0" destOrd="0" presId="urn:microsoft.com/office/officeart/2005/8/layout/list1"/>
    <dgm:cxn modelId="{E774D662-7E0F-4E81-BA8A-046FDF5E79E5}" type="presOf" srcId="{6030474F-6583-4855-86EF-98FD65891519}" destId="{92253D1E-ED87-4670-AFA4-B872BC86C85E}" srcOrd="1" destOrd="0" presId="urn:microsoft.com/office/officeart/2005/8/layout/list1"/>
    <dgm:cxn modelId="{4F1B2875-C74A-4664-8DA2-7F086139DD26}" type="presOf" srcId="{3EFBF289-F633-4D6B-B719-0238D7D27B4A}" destId="{47CBD37E-9AF3-452A-832D-A5AC17B454E5}" srcOrd="1" destOrd="0" presId="urn:microsoft.com/office/officeart/2005/8/layout/list1"/>
    <dgm:cxn modelId="{92D32B55-CA2E-416D-97FD-0790BB097B4F}" type="presOf" srcId="{3EFBF289-F633-4D6B-B719-0238D7D27B4A}" destId="{7C7AAB02-ACA5-40A4-9659-673252622AB9}" srcOrd="0" destOrd="0" presId="urn:microsoft.com/office/officeart/2005/8/layout/list1"/>
    <dgm:cxn modelId="{3EE3CB75-3B59-4AA9-BB88-DC56637069ED}" type="presOf" srcId="{4583F722-A6C5-4C77-B2B0-72EFAD69D300}" destId="{F7C6748C-9805-4DC2-B56B-4B8BD244FF2C}" srcOrd="0" destOrd="0" presId="urn:microsoft.com/office/officeart/2005/8/layout/list1"/>
    <dgm:cxn modelId="{6F18727D-D5B2-44AB-898F-278A96497824}" srcId="{E11F7A4D-4798-477D-B7F2-2162D1E27B7C}" destId="{4583F722-A6C5-4C77-B2B0-72EFAD69D300}" srcOrd="2" destOrd="0" parTransId="{4D29A58C-BF8E-46DA-A3BB-602207DCBCA5}" sibTransId="{0877D7B6-AFE0-418C-80D3-667AF336C378}"/>
    <dgm:cxn modelId="{9A92B784-05E9-4937-855E-2EB40F22BD32}" type="presOf" srcId="{4583F722-A6C5-4C77-B2B0-72EFAD69D300}" destId="{8EC68FCC-9162-4557-A1C8-77DE1F7FE132}" srcOrd="1" destOrd="0" presId="urn:microsoft.com/office/officeart/2005/8/layout/list1"/>
    <dgm:cxn modelId="{60879A8E-13D8-4D17-A7D7-7E57C932643F}" type="presOf" srcId="{E11F7A4D-4798-477D-B7F2-2162D1E27B7C}" destId="{8391C0C8-370A-493A-9E4B-11133C29C5F8}" srcOrd="0" destOrd="0" presId="urn:microsoft.com/office/officeart/2005/8/layout/list1"/>
    <dgm:cxn modelId="{A6EC7390-186A-4DA0-BE6E-8487A84224E3}" srcId="{E11F7A4D-4798-477D-B7F2-2162D1E27B7C}" destId="{3EFBF289-F633-4D6B-B719-0238D7D27B4A}" srcOrd="1" destOrd="0" parTransId="{D90C4A83-206D-4301-8D36-906B4948093C}" sibTransId="{D6CCCADE-290B-4D5B-8AAC-34D309485F4D}"/>
    <dgm:cxn modelId="{B67537D7-FCFD-4589-A0E9-F2BD36577015}" type="presOf" srcId="{C5E731A7-8D21-4905-8783-63955C8FF8BF}" destId="{A71A5485-A7C4-4669-A5DB-E6547294C174}" srcOrd="1" destOrd="0" presId="urn:microsoft.com/office/officeart/2005/8/layout/list1"/>
    <dgm:cxn modelId="{FC7A52EF-7FD1-4C81-AE56-D08B8B46582A}" type="presOf" srcId="{6030474F-6583-4855-86EF-98FD65891519}" destId="{94FE4887-FE83-4FDA-BDB2-333C2909A9A6}" srcOrd="0" destOrd="0" presId="urn:microsoft.com/office/officeart/2005/8/layout/list1"/>
    <dgm:cxn modelId="{AE872580-5BD2-4F12-87DB-5AB574D23CD5}" type="presParOf" srcId="{8391C0C8-370A-493A-9E4B-11133C29C5F8}" destId="{269955AA-B419-44BD-B5C1-8DC51E1E3CC6}" srcOrd="0" destOrd="0" presId="urn:microsoft.com/office/officeart/2005/8/layout/list1"/>
    <dgm:cxn modelId="{5578D8E3-4565-45F8-B3EF-7D0F850313DF}" type="presParOf" srcId="{269955AA-B419-44BD-B5C1-8DC51E1E3CC6}" destId="{94FE4887-FE83-4FDA-BDB2-333C2909A9A6}" srcOrd="0" destOrd="0" presId="urn:microsoft.com/office/officeart/2005/8/layout/list1"/>
    <dgm:cxn modelId="{E2C71AFC-0811-44CD-A4F1-8CA31C5B6662}" type="presParOf" srcId="{269955AA-B419-44BD-B5C1-8DC51E1E3CC6}" destId="{92253D1E-ED87-4670-AFA4-B872BC86C85E}" srcOrd="1" destOrd="0" presId="urn:microsoft.com/office/officeart/2005/8/layout/list1"/>
    <dgm:cxn modelId="{A9035D91-85DA-4483-BEAC-2DDD587CDF65}" type="presParOf" srcId="{8391C0C8-370A-493A-9E4B-11133C29C5F8}" destId="{CB946CF9-CC13-4DE4-8787-A2AF2B01B38D}" srcOrd="1" destOrd="0" presId="urn:microsoft.com/office/officeart/2005/8/layout/list1"/>
    <dgm:cxn modelId="{CB3BD3D2-02A7-49FF-A08C-465B457CB95B}" type="presParOf" srcId="{8391C0C8-370A-493A-9E4B-11133C29C5F8}" destId="{7D9D313C-B43C-47C9-8489-6A0569C09AB0}" srcOrd="2" destOrd="0" presId="urn:microsoft.com/office/officeart/2005/8/layout/list1"/>
    <dgm:cxn modelId="{9E504DDD-6C85-4CBD-8828-6F5F9B0C49B2}" type="presParOf" srcId="{8391C0C8-370A-493A-9E4B-11133C29C5F8}" destId="{24BC8472-5E0C-4290-B9E7-3B517E80AC33}" srcOrd="3" destOrd="0" presId="urn:microsoft.com/office/officeart/2005/8/layout/list1"/>
    <dgm:cxn modelId="{5B410EBD-AA7A-4036-8884-434BB47B22A3}" type="presParOf" srcId="{8391C0C8-370A-493A-9E4B-11133C29C5F8}" destId="{DA72C2D2-EBBD-46AD-9E83-FCA713F3B342}" srcOrd="4" destOrd="0" presId="urn:microsoft.com/office/officeart/2005/8/layout/list1"/>
    <dgm:cxn modelId="{2B46FEF6-2E7B-4081-883A-FC242B8A83D2}" type="presParOf" srcId="{DA72C2D2-EBBD-46AD-9E83-FCA713F3B342}" destId="{7C7AAB02-ACA5-40A4-9659-673252622AB9}" srcOrd="0" destOrd="0" presId="urn:microsoft.com/office/officeart/2005/8/layout/list1"/>
    <dgm:cxn modelId="{3F0E397A-6760-4851-866C-5FE82D08FDD5}" type="presParOf" srcId="{DA72C2D2-EBBD-46AD-9E83-FCA713F3B342}" destId="{47CBD37E-9AF3-452A-832D-A5AC17B454E5}" srcOrd="1" destOrd="0" presId="urn:microsoft.com/office/officeart/2005/8/layout/list1"/>
    <dgm:cxn modelId="{3A58F2AF-EC55-4B2C-890A-EBACED148766}" type="presParOf" srcId="{8391C0C8-370A-493A-9E4B-11133C29C5F8}" destId="{CEB7F27A-268C-4DA5-B662-50C8B9E254FC}" srcOrd="5" destOrd="0" presId="urn:microsoft.com/office/officeart/2005/8/layout/list1"/>
    <dgm:cxn modelId="{08D92669-A06B-4A0A-A181-F9866AB69CCB}" type="presParOf" srcId="{8391C0C8-370A-493A-9E4B-11133C29C5F8}" destId="{D60E4D8E-9321-4687-84D9-17DC372504E5}" srcOrd="6" destOrd="0" presId="urn:microsoft.com/office/officeart/2005/8/layout/list1"/>
    <dgm:cxn modelId="{885F1348-AAF3-4EBB-9B5E-585BE4E9A5F3}" type="presParOf" srcId="{8391C0C8-370A-493A-9E4B-11133C29C5F8}" destId="{99FC1305-E0A0-4745-AECA-55FBD3014B96}" srcOrd="7" destOrd="0" presId="urn:microsoft.com/office/officeart/2005/8/layout/list1"/>
    <dgm:cxn modelId="{E2028630-5FE3-4FC4-A779-47D17A55A490}" type="presParOf" srcId="{8391C0C8-370A-493A-9E4B-11133C29C5F8}" destId="{FA371D61-71CB-43F0-B9C3-68CF23037C63}" srcOrd="8" destOrd="0" presId="urn:microsoft.com/office/officeart/2005/8/layout/list1"/>
    <dgm:cxn modelId="{FEDE552E-EE04-49E9-ABE8-D1EEB581E185}" type="presParOf" srcId="{FA371D61-71CB-43F0-B9C3-68CF23037C63}" destId="{F7C6748C-9805-4DC2-B56B-4B8BD244FF2C}" srcOrd="0" destOrd="0" presId="urn:microsoft.com/office/officeart/2005/8/layout/list1"/>
    <dgm:cxn modelId="{EF6BBC93-3B4A-49D8-B330-7452C3341EC0}" type="presParOf" srcId="{FA371D61-71CB-43F0-B9C3-68CF23037C63}" destId="{8EC68FCC-9162-4557-A1C8-77DE1F7FE132}" srcOrd="1" destOrd="0" presId="urn:microsoft.com/office/officeart/2005/8/layout/list1"/>
    <dgm:cxn modelId="{0D1D0AA0-383E-448F-B89A-2CECB16CF645}" type="presParOf" srcId="{8391C0C8-370A-493A-9E4B-11133C29C5F8}" destId="{B2E98560-A7E5-41F8-AFC5-3B1D16A18CDF}" srcOrd="9" destOrd="0" presId="urn:microsoft.com/office/officeart/2005/8/layout/list1"/>
    <dgm:cxn modelId="{88E326D3-6E6C-49ED-99FF-6013C01B236C}" type="presParOf" srcId="{8391C0C8-370A-493A-9E4B-11133C29C5F8}" destId="{BD73B6A9-72EE-4514-9D51-0CBB2F673800}" srcOrd="10" destOrd="0" presId="urn:microsoft.com/office/officeart/2005/8/layout/list1"/>
    <dgm:cxn modelId="{0A5C2960-D951-4E1E-A49F-C95C2F12DA75}" type="presParOf" srcId="{8391C0C8-370A-493A-9E4B-11133C29C5F8}" destId="{0F011404-1823-4FDA-9B99-3BAEEDB5C383}" srcOrd="11" destOrd="0" presId="urn:microsoft.com/office/officeart/2005/8/layout/list1"/>
    <dgm:cxn modelId="{865937F1-6A99-4F3B-823A-20B6A9C232DB}" type="presParOf" srcId="{8391C0C8-370A-493A-9E4B-11133C29C5F8}" destId="{A3944983-690B-4BF8-939B-1EF7F638C160}" srcOrd="12" destOrd="0" presId="urn:microsoft.com/office/officeart/2005/8/layout/list1"/>
    <dgm:cxn modelId="{C5B4E551-5E9D-4832-BF52-B53B9E5E21DF}" type="presParOf" srcId="{A3944983-690B-4BF8-939B-1EF7F638C160}" destId="{9B94D009-494E-47B1-A1EB-A87B7719B359}" srcOrd="0" destOrd="0" presId="urn:microsoft.com/office/officeart/2005/8/layout/list1"/>
    <dgm:cxn modelId="{FBF75099-5A84-4704-B623-9F3E74A27473}" type="presParOf" srcId="{A3944983-690B-4BF8-939B-1EF7F638C160}" destId="{A71A5485-A7C4-4669-A5DB-E6547294C174}" srcOrd="1" destOrd="0" presId="urn:microsoft.com/office/officeart/2005/8/layout/list1"/>
    <dgm:cxn modelId="{2944D756-98CE-4167-9B0B-9803C8CF65F7}" type="presParOf" srcId="{8391C0C8-370A-493A-9E4B-11133C29C5F8}" destId="{0E741D2E-8E73-4640-AEAF-7F1AC36C4B53}" srcOrd="13" destOrd="0" presId="urn:microsoft.com/office/officeart/2005/8/layout/list1"/>
    <dgm:cxn modelId="{9DB05C41-D03D-4D0E-98A0-3AAE96B3D5A9}" type="presParOf" srcId="{8391C0C8-370A-493A-9E4B-11133C29C5F8}" destId="{8948AE0C-5C54-4F36-94F0-4C938D523258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A3891D0-9E2B-4501-A5B8-FF6A2552A489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42E3023-0FF0-4A1C-A9FF-F58626CA2339}">
      <dgm:prSet/>
      <dgm:spPr/>
      <dgm:t>
        <a:bodyPr/>
        <a:lstStyle/>
        <a:p>
          <a:r>
            <a:rPr lang="en-US"/>
            <a:t>Inclusion in initial written business plan</a:t>
          </a:r>
        </a:p>
      </dgm:t>
    </dgm:pt>
    <dgm:pt modelId="{85CD17CF-673D-42BB-9B17-1594FCB24A41}" type="parTrans" cxnId="{0C78C230-2848-4B9A-98A9-2E032B22904F}">
      <dgm:prSet/>
      <dgm:spPr/>
      <dgm:t>
        <a:bodyPr/>
        <a:lstStyle/>
        <a:p>
          <a:endParaRPr lang="en-US"/>
        </a:p>
      </dgm:t>
    </dgm:pt>
    <dgm:pt modelId="{FD9AE318-B8BE-44B6-8880-EBF022A03147}" type="sibTrans" cxnId="{0C78C230-2848-4B9A-98A9-2E032B22904F}">
      <dgm:prSet/>
      <dgm:spPr/>
      <dgm:t>
        <a:bodyPr/>
        <a:lstStyle/>
        <a:p>
          <a:endParaRPr lang="en-US"/>
        </a:p>
      </dgm:t>
    </dgm:pt>
    <dgm:pt modelId="{34481000-7E5B-45E8-8EF2-E0E6ED9A4B1E}">
      <dgm:prSet/>
      <dgm:spPr/>
      <dgm:t>
        <a:bodyPr/>
        <a:lstStyle/>
        <a:p>
          <a:r>
            <a:rPr lang="en-US" dirty="0"/>
            <a:t>Monitor and update business plan  periodically</a:t>
          </a:r>
        </a:p>
      </dgm:t>
    </dgm:pt>
    <dgm:pt modelId="{55D57A7D-E1C9-43B0-AF50-CCDD99DD2B39}" type="parTrans" cxnId="{9158B43E-E950-42F0-B93F-BCFC332353E0}">
      <dgm:prSet/>
      <dgm:spPr/>
      <dgm:t>
        <a:bodyPr/>
        <a:lstStyle/>
        <a:p>
          <a:endParaRPr lang="en-US"/>
        </a:p>
      </dgm:t>
    </dgm:pt>
    <dgm:pt modelId="{F485BC6C-595F-4F1C-ABCB-469C044E8355}" type="sibTrans" cxnId="{9158B43E-E950-42F0-B93F-BCFC332353E0}">
      <dgm:prSet/>
      <dgm:spPr/>
      <dgm:t>
        <a:bodyPr/>
        <a:lstStyle/>
        <a:p>
          <a:endParaRPr lang="en-US"/>
        </a:p>
      </dgm:t>
    </dgm:pt>
    <dgm:pt modelId="{4D0CD7A6-D2B7-42E6-BFA0-8E998888979A}">
      <dgm:prSet/>
      <dgm:spPr/>
      <dgm:t>
        <a:bodyPr/>
        <a:lstStyle/>
        <a:p>
          <a:r>
            <a:rPr lang="en-US" dirty="0"/>
            <a:t>Insure equipment and use service plans</a:t>
          </a:r>
        </a:p>
      </dgm:t>
    </dgm:pt>
    <dgm:pt modelId="{C13A8932-B219-4E59-92A0-1B0168D490AA}" type="parTrans" cxnId="{9580CF08-76D3-4E22-89FC-35E32A980193}">
      <dgm:prSet/>
      <dgm:spPr/>
      <dgm:t>
        <a:bodyPr/>
        <a:lstStyle/>
        <a:p>
          <a:endParaRPr lang="en-US"/>
        </a:p>
      </dgm:t>
    </dgm:pt>
    <dgm:pt modelId="{DA22A71B-0907-4B63-8585-A8FD84264216}" type="sibTrans" cxnId="{9580CF08-76D3-4E22-89FC-35E32A980193}">
      <dgm:prSet/>
      <dgm:spPr/>
      <dgm:t>
        <a:bodyPr/>
        <a:lstStyle/>
        <a:p>
          <a:endParaRPr lang="en-US"/>
        </a:p>
      </dgm:t>
    </dgm:pt>
    <dgm:pt modelId="{AA5CDCB6-27A5-4F45-8C25-54F868D7A41D}">
      <dgm:prSet/>
      <dgm:spPr/>
      <dgm:t>
        <a:bodyPr/>
        <a:lstStyle/>
        <a:p>
          <a:r>
            <a:rPr lang="en-US" dirty="0"/>
            <a:t>Know your buyers and suppliers – backup  relationships</a:t>
          </a:r>
        </a:p>
      </dgm:t>
    </dgm:pt>
    <dgm:pt modelId="{F085F9B5-288B-49CF-BF9C-649A7AAAFE96}" type="parTrans" cxnId="{AF963D84-E23A-454D-B248-2422A40B84EE}">
      <dgm:prSet/>
      <dgm:spPr/>
      <dgm:t>
        <a:bodyPr/>
        <a:lstStyle/>
        <a:p>
          <a:endParaRPr lang="en-US"/>
        </a:p>
      </dgm:t>
    </dgm:pt>
    <dgm:pt modelId="{FFDE3AEA-DF95-4C04-BD86-9F902290E9DC}" type="sibTrans" cxnId="{AF963D84-E23A-454D-B248-2422A40B84EE}">
      <dgm:prSet/>
      <dgm:spPr/>
      <dgm:t>
        <a:bodyPr/>
        <a:lstStyle/>
        <a:p>
          <a:endParaRPr lang="en-US"/>
        </a:p>
      </dgm:t>
    </dgm:pt>
    <dgm:pt modelId="{D50CBD21-8779-46AA-8675-8AC817D83104}" type="pres">
      <dgm:prSet presAssocID="{3A3891D0-9E2B-4501-A5B8-FF6A2552A489}" presName="linear" presStyleCnt="0">
        <dgm:presLayoutVars>
          <dgm:animLvl val="lvl"/>
          <dgm:resizeHandles val="exact"/>
        </dgm:presLayoutVars>
      </dgm:prSet>
      <dgm:spPr/>
    </dgm:pt>
    <dgm:pt modelId="{4EAD174B-3C56-4D61-9846-DA62C46344A4}" type="pres">
      <dgm:prSet presAssocID="{342E3023-0FF0-4A1C-A9FF-F58626CA233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54FB760-6EF2-4DA7-9E0B-D1ECB8823D99}" type="pres">
      <dgm:prSet presAssocID="{FD9AE318-B8BE-44B6-8880-EBF022A03147}" presName="spacer" presStyleCnt="0"/>
      <dgm:spPr/>
    </dgm:pt>
    <dgm:pt modelId="{1F66B78B-CD41-4934-A096-35C57B3AF91E}" type="pres">
      <dgm:prSet presAssocID="{34481000-7E5B-45E8-8EF2-E0E6ED9A4B1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E00D65D-0C46-488E-83FF-A4C0A7F66367}" type="pres">
      <dgm:prSet presAssocID="{F485BC6C-595F-4F1C-ABCB-469C044E8355}" presName="spacer" presStyleCnt="0"/>
      <dgm:spPr/>
    </dgm:pt>
    <dgm:pt modelId="{8A14CB18-B3F2-425D-BAC9-5363CF1EAC0F}" type="pres">
      <dgm:prSet presAssocID="{4D0CD7A6-D2B7-42E6-BFA0-8E998888979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64F89E7-132A-47BC-827D-94EF4F71584F}" type="pres">
      <dgm:prSet presAssocID="{DA22A71B-0907-4B63-8585-A8FD84264216}" presName="spacer" presStyleCnt="0"/>
      <dgm:spPr/>
    </dgm:pt>
    <dgm:pt modelId="{4D626DDF-6157-49E4-9FD0-719170B97EB8}" type="pres">
      <dgm:prSet presAssocID="{AA5CDCB6-27A5-4F45-8C25-54F868D7A41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580CF08-76D3-4E22-89FC-35E32A980193}" srcId="{3A3891D0-9E2B-4501-A5B8-FF6A2552A489}" destId="{4D0CD7A6-D2B7-42E6-BFA0-8E998888979A}" srcOrd="2" destOrd="0" parTransId="{C13A8932-B219-4E59-92A0-1B0168D490AA}" sibTransId="{DA22A71B-0907-4B63-8585-A8FD84264216}"/>
    <dgm:cxn modelId="{B80EFF12-25A0-400E-BB1D-2060DE03D814}" type="presOf" srcId="{342E3023-0FF0-4A1C-A9FF-F58626CA2339}" destId="{4EAD174B-3C56-4D61-9846-DA62C46344A4}" srcOrd="0" destOrd="0" presId="urn:microsoft.com/office/officeart/2005/8/layout/vList2"/>
    <dgm:cxn modelId="{0C78C230-2848-4B9A-98A9-2E032B22904F}" srcId="{3A3891D0-9E2B-4501-A5B8-FF6A2552A489}" destId="{342E3023-0FF0-4A1C-A9FF-F58626CA2339}" srcOrd="0" destOrd="0" parTransId="{85CD17CF-673D-42BB-9B17-1594FCB24A41}" sibTransId="{FD9AE318-B8BE-44B6-8880-EBF022A03147}"/>
    <dgm:cxn modelId="{9158B43E-E950-42F0-B93F-BCFC332353E0}" srcId="{3A3891D0-9E2B-4501-A5B8-FF6A2552A489}" destId="{34481000-7E5B-45E8-8EF2-E0E6ED9A4B1E}" srcOrd="1" destOrd="0" parTransId="{55D57A7D-E1C9-43B0-AF50-CCDD99DD2B39}" sibTransId="{F485BC6C-595F-4F1C-ABCB-469C044E8355}"/>
    <dgm:cxn modelId="{AF963D84-E23A-454D-B248-2422A40B84EE}" srcId="{3A3891D0-9E2B-4501-A5B8-FF6A2552A489}" destId="{AA5CDCB6-27A5-4F45-8C25-54F868D7A41D}" srcOrd="3" destOrd="0" parTransId="{F085F9B5-288B-49CF-BF9C-649A7AAAFE96}" sibTransId="{FFDE3AEA-DF95-4C04-BD86-9F902290E9DC}"/>
    <dgm:cxn modelId="{813C39A7-DA66-4A91-8F96-997D10525E11}" type="presOf" srcId="{4D0CD7A6-D2B7-42E6-BFA0-8E998888979A}" destId="{8A14CB18-B3F2-425D-BAC9-5363CF1EAC0F}" srcOrd="0" destOrd="0" presId="urn:microsoft.com/office/officeart/2005/8/layout/vList2"/>
    <dgm:cxn modelId="{19EB25AA-3E45-4D7A-9ECC-84E99D249C52}" type="presOf" srcId="{34481000-7E5B-45E8-8EF2-E0E6ED9A4B1E}" destId="{1F66B78B-CD41-4934-A096-35C57B3AF91E}" srcOrd="0" destOrd="0" presId="urn:microsoft.com/office/officeart/2005/8/layout/vList2"/>
    <dgm:cxn modelId="{E678B2AC-564E-4A92-824C-5F705FF5B705}" type="presOf" srcId="{3A3891D0-9E2B-4501-A5B8-FF6A2552A489}" destId="{D50CBD21-8779-46AA-8675-8AC817D83104}" srcOrd="0" destOrd="0" presId="urn:microsoft.com/office/officeart/2005/8/layout/vList2"/>
    <dgm:cxn modelId="{642115E3-3A70-43D6-9568-21567A993128}" type="presOf" srcId="{AA5CDCB6-27A5-4F45-8C25-54F868D7A41D}" destId="{4D626DDF-6157-49E4-9FD0-719170B97EB8}" srcOrd="0" destOrd="0" presId="urn:microsoft.com/office/officeart/2005/8/layout/vList2"/>
    <dgm:cxn modelId="{01DA33DE-315E-4ABE-AE94-BC074874FC38}" type="presParOf" srcId="{D50CBD21-8779-46AA-8675-8AC817D83104}" destId="{4EAD174B-3C56-4D61-9846-DA62C46344A4}" srcOrd="0" destOrd="0" presId="urn:microsoft.com/office/officeart/2005/8/layout/vList2"/>
    <dgm:cxn modelId="{14F7A46B-A56B-4245-9CBB-ADE50CA92097}" type="presParOf" srcId="{D50CBD21-8779-46AA-8675-8AC817D83104}" destId="{A54FB760-6EF2-4DA7-9E0B-D1ECB8823D99}" srcOrd="1" destOrd="0" presId="urn:microsoft.com/office/officeart/2005/8/layout/vList2"/>
    <dgm:cxn modelId="{881965FE-BDD1-44AA-B653-7D05591114C2}" type="presParOf" srcId="{D50CBD21-8779-46AA-8675-8AC817D83104}" destId="{1F66B78B-CD41-4934-A096-35C57B3AF91E}" srcOrd="2" destOrd="0" presId="urn:microsoft.com/office/officeart/2005/8/layout/vList2"/>
    <dgm:cxn modelId="{BC74B572-8659-4103-B052-185E3F8141C0}" type="presParOf" srcId="{D50CBD21-8779-46AA-8675-8AC817D83104}" destId="{EE00D65D-0C46-488E-83FF-A4C0A7F66367}" srcOrd="3" destOrd="0" presId="urn:microsoft.com/office/officeart/2005/8/layout/vList2"/>
    <dgm:cxn modelId="{5CE52C8E-CE94-4290-9C40-9288FEFBD204}" type="presParOf" srcId="{D50CBD21-8779-46AA-8675-8AC817D83104}" destId="{8A14CB18-B3F2-425D-BAC9-5363CF1EAC0F}" srcOrd="4" destOrd="0" presId="urn:microsoft.com/office/officeart/2005/8/layout/vList2"/>
    <dgm:cxn modelId="{EAF80271-5539-4AC5-9B09-E88C6706C402}" type="presParOf" srcId="{D50CBD21-8779-46AA-8675-8AC817D83104}" destId="{E64F89E7-132A-47BC-827D-94EF4F71584F}" srcOrd="5" destOrd="0" presId="urn:microsoft.com/office/officeart/2005/8/layout/vList2"/>
    <dgm:cxn modelId="{55FA7D30-BCE1-4BCF-ACE6-333B1AEE1DF5}" type="presParOf" srcId="{D50CBD21-8779-46AA-8675-8AC817D83104}" destId="{4D626DDF-6157-49E4-9FD0-719170B97EB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A25BABD-B0C4-4E77-8A61-2DA7B6E2C2BB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81AC5CE-3857-4518-B289-F95EF356E764}">
      <dgm:prSet/>
      <dgm:spPr/>
      <dgm:t>
        <a:bodyPr/>
        <a:lstStyle/>
        <a:p>
          <a:r>
            <a:rPr lang="en-US"/>
            <a:t>Location to continue business operations</a:t>
          </a:r>
        </a:p>
      </dgm:t>
    </dgm:pt>
    <dgm:pt modelId="{F275EAC1-B89A-44E9-ABDB-168F2F5DE795}" type="parTrans" cxnId="{C0B04428-3470-43A5-9168-7306DFC616B9}">
      <dgm:prSet/>
      <dgm:spPr/>
      <dgm:t>
        <a:bodyPr/>
        <a:lstStyle/>
        <a:p>
          <a:endParaRPr lang="en-US"/>
        </a:p>
      </dgm:t>
    </dgm:pt>
    <dgm:pt modelId="{2B82BFFE-64B3-4D73-AC6E-F746B769F607}" type="sibTrans" cxnId="{C0B04428-3470-43A5-9168-7306DFC616B9}">
      <dgm:prSet/>
      <dgm:spPr/>
      <dgm:t>
        <a:bodyPr/>
        <a:lstStyle/>
        <a:p>
          <a:endParaRPr lang="en-US"/>
        </a:p>
      </dgm:t>
    </dgm:pt>
    <dgm:pt modelId="{09CB545E-EE01-4B18-BEB9-E308EAE26D91}">
      <dgm:prSet/>
      <dgm:spPr/>
      <dgm:t>
        <a:bodyPr/>
        <a:lstStyle/>
        <a:p>
          <a:r>
            <a:rPr lang="en-US"/>
            <a:t>Establish a manual system</a:t>
          </a:r>
        </a:p>
      </dgm:t>
    </dgm:pt>
    <dgm:pt modelId="{54D92B61-36DE-4D00-AA4E-E227F8862167}" type="parTrans" cxnId="{D07056C8-AB54-4A8F-BDD3-CCE50C57C988}">
      <dgm:prSet/>
      <dgm:spPr/>
      <dgm:t>
        <a:bodyPr/>
        <a:lstStyle/>
        <a:p>
          <a:endParaRPr lang="en-US"/>
        </a:p>
      </dgm:t>
    </dgm:pt>
    <dgm:pt modelId="{DEEA0762-223F-4AD1-AC9B-9B15655BB5F1}" type="sibTrans" cxnId="{D07056C8-AB54-4A8F-BDD3-CCE50C57C988}">
      <dgm:prSet/>
      <dgm:spPr/>
      <dgm:t>
        <a:bodyPr/>
        <a:lstStyle/>
        <a:p>
          <a:endParaRPr lang="en-US"/>
        </a:p>
      </dgm:t>
    </dgm:pt>
    <dgm:pt modelId="{46F9BFFF-2D69-4DA6-B45C-22FB4DB2A96E}">
      <dgm:prSet/>
      <dgm:spPr/>
      <dgm:t>
        <a:bodyPr/>
        <a:lstStyle/>
        <a:p>
          <a:r>
            <a:rPr lang="en-US"/>
            <a:t>Train staff to continue operations</a:t>
          </a:r>
        </a:p>
      </dgm:t>
    </dgm:pt>
    <dgm:pt modelId="{E7C34F31-9232-452E-8B7B-29770B3CD945}" type="parTrans" cxnId="{46BA13C7-EAD1-48E9-92AC-6206A845DFD7}">
      <dgm:prSet/>
      <dgm:spPr/>
      <dgm:t>
        <a:bodyPr/>
        <a:lstStyle/>
        <a:p>
          <a:endParaRPr lang="en-US"/>
        </a:p>
      </dgm:t>
    </dgm:pt>
    <dgm:pt modelId="{2B5BD683-6ABA-46FB-8998-36C2565B46B1}" type="sibTrans" cxnId="{46BA13C7-EAD1-48E9-92AC-6206A845DFD7}">
      <dgm:prSet/>
      <dgm:spPr/>
      <dgm:t>
        <a:bodyPr/>
        <a:lstStyle/>
        <a:p>
          <a:endParaRPr lang="en-US"/>
        </a:p>
      </dgm:t>
    </dgm:pt>
    <dgm:pt modelId="{B1AB244E-19EB-44DA-B1B8-A59B98AF0821}">
      <dgm:prSet/>
      <dgm:spPr/>
      <dgm:t>
        <a:bodyPr/>
        <a:lstStyle/>
        <a:p>
          <a:r>
            <a:rPr lang="en-US"/>
            <a:t>Backup operating systems, list staff duties and  contacts</a:t>
          </a:r>
        </a:p>
      </dgm:t>
    </dgm:pt>
    <dgm:pt modelId="{5BF2671B-F5B2-4BA1-8FCF-2A97B9A025C9}" type="parTrans" cxnId="{F7C5BC6D-0184-4A9A-8511-7A308876D41A}">
      <dgm:prSet/>
      <dgm:spPr/>
      <dgm:t>
        <a:bodyPr/>
        <a:lstStyle/>
        <a:p>
          <a:endParaRPr lang="en-US"/>
        </a:p>
      </dgm:t>
    </dgm:pt>
    <dgm:pt modelId="{5B30845B-AB42-4DA1-8DDC-7C26C810C3A8}" type="sibTrans" cxnId="{F7C5BC6D-0184-4A9A-8511-7A308876D41A}">
      <dgm:prSet/>
      <dgm:spPr/>
      <dgm:t>
        <a:bodyPr/>
        <a:lstStyle/>
        <a:p>
          <a:endParaRPr lang="en-US"/>
        </a:p>
      </dgm:t>
    </dgm:pt>
    <dgm:pt modelId="{00BC2F7A-FFF6-4335-BF29-12C06C403698}">
      <dgm:prSet/>
      <dgm:spPr/>
      <dgm:t>
        <a:bodyPr/>
        <a:lstStyle/>
        <a:p>
          <a:r>
            <a:rPr lang="en-US" dirty="0"/>
            <a:t>Review contracts with buyers for provisions</a:t>
          </a:r>
        </a:p>
      </dgm:t>
    </dgm:pt>
    <dgm:pt modelId="{B20BB90E-2981-424E-BF39-B2922859F68F}" type="parTrans" cxnId="{675F2BF7-EA7A-4009-B709-43FE42242F09}">
      <dgm:prSet/>
      <dgm:spPr/>
      <dgm:t>
        <a:bodyPr/>
        <a:lstStyle/>
        <a:p>
          <a:endParaRPr lang="en-US"/>
        </a:p>
      </dgm:t>
    </dgm:pt>
    <dgm:pt modelId="{8156B42D-4F23-4226-9E35-D6D7A612A8E2}" type="sibTrans" cxnId="{675F2BF7-EA7A-4009-B709-43FE42242F09}">
      <dgm:prSet/>
      <dgm:spPr/>
      <dgm:t>
        <a:bodyPr/>
        <a:lstStyle/>
        <a:p>
          <a:endParaRPr lang="en-US"/>
        </a:p>
      </dgm:t>
    </dgm:pt>
    <dgm:pt modelId="{640A9C0E-9FC2-48D5-9664-9C1B4707ED74}">
      <dgm:prSet/>
      <dgm:spPr/>
      <dgm:t>
        <a:bodyPr/>
        <a:lstStyle/>
        <a:p>
          <a:r>
            <a:rPr lang="en-US"/>
            <a:t>Know systems provider backup and  contingency operational plans</a:t>
          </a:r>
        </a:p>
      </dgm:t>
    </dgm:pt>
    <dgm:pt modelId="{D7D3451D-F8C0-427E-94EB-4E2D731EEED9}" type="parTrans" cxnId="{383A2AEF-AB59-4475-83A5-5535596454A0}">
      <dgm:prSet/>
      <dgm:spPr/>
      <dgm:t>
        <a:bodyPr/>
        <a:lstStyle/>
        <a:p>
          <a:endParaRPr lang="en-US"/>
        </a:p>
      </dgm:t>
    </dgm:pt>
    <dgm:pt modelId="{58863048-B924-422F-8587-3AB0BD5BBD0B}" type="sibTrans" cxnId="{383A2AEF-AB59-4475-83A5-5535596454A0}">
      <dgm:prSet/>
      <dgm:spPr/>
      <dgm:t>
        <a:bodyPr/>
        <a:lstStyle/>
        <a:p>
          <a:endParaRPr lang="en-US"/>
        </a:p>
      </dgm:t>
    </dgm:pt>
    <dgm:pt modelId="{461BE04D-FCB6-4B82-9E87-EFC39C45D237}" type="pres">
      <dgm:prSet presAssocID="{0A25BABD-B0C4-4E77-8A61-2DA7B6E2C2BB}" presName="diagram" presStyleCnt="0">
        <dgm:presLayoutVars>
          <dgm:dir/>
          <dgm:resizeHandles val="exact"/>
        </dgm:presLayoutVars>
      </dgm:prSet>
      <dgm:spPr/>
    </dgm:pt>
    <dgm:pt modelId="{33071524-AC89-4350-BE90-8E5B57134389}" type="pres">
      <dgm:prSet presAssocID="{781AC5CE-3857-4518-B289-F95EF356E764}" presName="node" presStyleLbl="node1" presStyleIdx="0" presStyleCnt="6">
        <dgm:presLayoutVars>
          <dgm:bulletEnabled val="1"/>
        </dgm:presLayoutVars>
      </dgm:prSet>
      <dgm:spPr/>
    </dgm:pt>
    <dgm:pt modelId="{D93573A4-E18F-4506-9C49-4B27F3EA68F7}" type="pres">
      <dgm:prSet presAssocID="{2B82BFFE-64B3-4D73-AC6E-F746B769F607}" presName="sibTrans" presStyleCnt="0"/>
      <dgm:spPr/>
    </dgm:pt>
    <dgm:pt modelId="{A53A3C08-3767-4217-B5A8-C1A77BB24B15}" type="pres">
      <dgm:prSet presAssocID="{09CB545E-EE01-4B18-BEB9-E308EAE26D91}" presName="node" presStyleLbl="node1" presStyleIdx="1" presStyleCnt="6">
        <dgm:presLayoutVars>
          <dgm:bulletEnabled val="1"/>
        </dgm:presLayoutVars>
      </dgm:prSet>
      <dgm:spPr/>
    </dgm:pt>
    <dgm:pt modelId="{DB57804A-7693-470C-83A8-6399D0AC9415}" type="pres">
      <dgm:prSet presAssocID="{DEEA0762-223F-4AD1-AC9B-9B15655BB5F1}" presName="sibTrans" presStyleCnt="0"/>
      <dgm:spPr/>
    </dgm:pt>
    <dgm:pt modelId="{81F3AE22-07BB-41BD-95CF-471B4978C61D}" type="pres">
      <dgm:prSet presAssocID="{46F9BFFF-2D69-4DA6-B45C-22FB4DB2A96E}" presName="node" presStyleLbl="node1" presStyleIdx="2" presStyleCnt="6">
        <dgm:presLayoutVars>
          <dgm:bulletEnabled val="1"/>
        </dgm:presLayoutVars>
      </dgm:prSet>
      <dgm:spPr/>
    </dgm:pt>
    <dgm:pt modelId="{44144E03-7557-45FD-9589-0F120DF49052}" type="pres">
      <dgm:prSet presAssocID="{2B5BD683-6ABA-46FB-8998-36C2565B46B1}" presName="sibTrans" presStyleCnt="0"/>
      <dgm:spPr/>
    </dgm:pt>
    <dgm:pt modelId="{83D67628-FD15-43CC-9C22-2036302C68B9}" type="pres">
      <dgm:prSet presAssocID="{B1AB244E-19EB-44DA-B1B8-A59B98AF0821}" presName="node" presStyleLbl="node1" presStyleIdx="3" presStyleCnt="6">
        <dgm:presLayoutVars>
          <dgm:bulletEnabled val="1"/>
        </dgm:presLayoutVars>
      </dgm:prSet>
      <dgm:spPr/>
    </dgm:pt>
    <dgm:pt modelId="{60F32720-15FB-4557-9B48-7B4628087857}" type="pres">
      <dgm:prSet presAssocID="{5B30845B-AB42-4DA1-8DDC-7C26C810C3A8}" presName="sibTrans" presStyleCnt="0"/>
      <dgm:spPr/>
    </dgm:pt>
    <dgm:pt modelId="{34214402-F141-4724-AD8C-C83D086E2D03}" type="pres">
      <dgm:prSet presAssocID="{00BC2F7A-FFF6-4335-BF29-12C06C403698}" presName="node" presStyleLbl="node1" presStyleIdx="4" presStyleCnt="6">
        <dgm:presLayoutVars>
          <dgm:bulletEnabled val="1"/>
        </dgm:presLayoutVars>
      </dgm:prSet>
      <dgm:spPr/>
    </dgm:pt>
    <dgm:pt modelId="{65EC1291-0131-4D7F-96B7-DD10A4D4D34B}" type="pres">
      <dgm:prSet presAssocID="{8156B42D-4F23-4226-9E35-D6D7A612A8E2}" presName="sibTrans" presStyleCnt="0"/>
      <dgm:spPr/>
    </dgm:pt>
    <dgm:pt modelId="{E27F351E-C3A8-4C84-85FC-2AA6F0CBC95E}" type="pres">
      <dgm:prSet presAssocID="{640A9C0E-9FC2-48D5-9664-9C1B4707ED74}" presName="node" presStyleLbl="node1" presStyleIdx="5" presStyleCnt="6">
        <dgm:presLayoutVars>
          <dgm:bulletEnabled val="1"/>
        </dgm:presLayoutVars>
      </dgm:prSet>
      <dgm:spPr/>
    </dgm:pt>
  </dgm:ptLst>
  <dgm:cxnLst>
    <dgm:cxn modelId="{AFDA410D-5C6F-4792-AF77-FA5B24A36FBA}" type="presOf" srcId="{09CB545E-EE01-4B18-BEB9-E308EAE26D91}" destId="{A53A3C08-3767-4217-B5A8-C1A77BB24B15}" srcOrd="0" destOrd="0" presId="urn:microsoft.com/office/officeart/2005/8/layout/default"/>
    <dgm:cxn modelId="{C0B04428-3470-43A5-9168-7306DFC616B9}" srcId="{0A25BABD-B0C4-4E77-8A61-2DA7B6E2C2BB}" destId="{781AC5CE-3857-4518-B289-F95EF356E764}" srcOrd="0" destOrd="0" parTransId="{F275EAC1-B89A-44E9-ABDB-168F2F5DE795}" sibTransId="{2B82BFFE-64B3-4D73-AC6E-F746B769F607}"/>
    <dgm:cxn modelId="{39EC9D45-5CAA-470A-901F-20AADFBA7707}" type="presOf" srcId="{46F9BFFF-2D69-4DA6-B45C-22FB4DB2A96E}" destId="{81F3AE22-07BB-41BD-95CF-471B4978C61D}" srcOrd="0" destOrd="0" presId="urn:microsoft.com/office/officeart/2005/8/layout/default"/>
    <dgm:cxn modelId="{BC8EB547-20D3-4C66-8A76-605C314A850E}" type="presOf" srcId="{640A9C0E-9FC2-48D5-9664-9C1B4707ED74}" destId="{E27F351E-C3A8-4C84-85FC-2AA6F0CBC95E}" srcOrd="0" destOrd="0" presId="urn:microsoft.com/office/officeart/2005/8/layout/default"/>
    <dgm:cxn modelId="{4546C068-4536-406B-8A28-DABAFAB74A9C}" type="presOf" srcId="{781AC5CE-3857-4518-B289-F95EF356E764}" destId="{33071524-AC89-4350-BE90-8E5B57134389}" srcOrd="0" destOrd="0" presId="urn:microsoft.com/office/officeart/2005/8/layout/default"/>
    <dgm:cxn modelId="{F7C5BC6D-0184-4A9A-8511-7A308876D41A}" srcId="{0A25BABD-B0C4-4E77-8A61-2DA7B6E2C2BB}" destId="{B1AB244E-19EB-44DA-B1B8-A59B98AF0821}" srcOrd="3" destOrd="0" parTransId="{5BF2671B-F5B2-4BA1-8FCF-2A97B9A025C9}" sibTransId="{5B30845B-AB42-4DA1-8DDC-7C26C810C3A8}"/>
    <dgm:cxn modelId="{986B0659-A9D8-4C8B-858D-3A7168E3592D}" type="presOf" srcId="{B1AB244E-19EB-44DA-B1B8-A59B98AF0821}" destId="{83D67628-FD15-43CC-9C22-2036302C68B9}" srcOrd="0" destOrd="0" presId="urn:microsoft.com/office/officeart/2005/8/layout/default"/>
    <dgm:cxn modelId="{D0BD53AF-2CCD-4710-9B5C-51F26ACB685D}" type="presOf" srcId="{00BC2F7A-FFF6-4335-BF29-12C06C403698}" destId="{34214402-F141-4724-AD8C-C83D086E2D03}" srcOrd="0" destOrd="0" presId="urn:microsoft.com/office/officeart/2005/8/layout/default"/>
    <dgm:cxn modelId="{F36B84C2-FDB0-47AE-A275-327813DE50D2}" type="presOf" srcId="{0A25BABD-B0C4-4E77-8A61-2DA7B6E2C2BB}" destId="{461BE04D-FCB6-4B82-9E87-EFC39C45D237}" srcOrd="0" destOrd="0" presId="urn:microsoft.com/office/officeart/2005/8/layout/default"/>
    <dgm:cxn modelId="{46BA13C7-EAD1-48E9-92AC-6206A845DFD7}" srcId="{0A25BABD-B0C4-4E77-8A61-2DA7B6E2C2BB}" destId="{46F9BFFF-2D69-4DA6-B45C-22FB4DB2A96E}" srcOrd="2" destOrd="0" parTransId="{E7C34F31-9232-452E-8B7B-29770B3CD945}" sibTransId="{2B5BD683-6ABA-46FB-8998-36C2565B46B1}"/>
    <dgm:cxn modelId="{D07056C8-AB54-4A8F-BDD3-CCE50C57C988}" srcId="{0A25BABD-B0C4-4E77-8A61-2DA7B6E2C2BB}" destId="{09CB545E-EE01-4B18-BEB9-E308EAE26D91}" srcOrd="1" destOrd="0" parTransId="{54D92B61-36DE-4D00-AA4E-E227F8862167}" sibTransId="{DEEA0762-223F-4AD1-AC9B-9B15655BB5F1}"/>
    <dgm:cxn modelId="{383A2AEF-AB59-4475-83A5-5535596454A0}" srcId="{0A25BABD-B0C4-4E77-8A61-2DA7B6E2C2BB}" destId="{640A9C0E-9FC2-48D5-9664-9C1B4707ED74}" srcOrd="5" destOrd="0" parTransId="{D7D3451D-F8C0-427E-94EB-4E2D731EEED9}" sibTransId="{58863048-B924-422F-8587-3AB0BD5BBD0B}"/>
    <dgm:cxn modelId="{675F2BF7-EA7A-4009-B709-43FE42242F09}" srcId="{0A25BABD-B0C4-4E77-8A61-2DA7B6E2C2BB}" destId="{00BC2F7A-FFF6-4335-BF29-12C06C403698}" srcOrd="4" destOrd="0" parTransId="{B20BB90E-2981-424E-BF39-B2922859F68F}" sibTransId="{8156B42D-4F23-4226-9E35-D6D7A612A8E2}"/>
    <dgm:cxn modelId="{CE9EBEF7-BCA3-4D66-A72D-3B11A886D678}" type="presParOf" srcId="{461BE04D-FCB6-4B82-9E87-EFC39C45D237}" destId="{33071524-AC89-4350-BE90-8E5B57134389}" srcOrd="0" destOrd="0" presId="urn:microsoft.com/office/officeart/2005/8/layout/default"/>
    <dgm:cxn modelId="{245BDA20-69D7-4AA4-93E1-6DF3F761FF3E}" type="presParOf" srcId="{461BE04D-FCB6-4B82-9E87-EFC39C45D237}" destId="{D93573A4-E18F-4506-9C49-4B27F3EA68F7}" srcOrd="1" destOrd="0" presId="urn:microsoft.com/office/officeart/2005/8/layout/default"/>
    <dgm:cxn modelId="{4D768D26-FD9B-4DB5-B56D-7E3F9864A278}" type="presParOf" srcId="{461BE04D-FCB6-4B82-9E87-EFC39C45D237}" destId="{A53A3C08-3767-4217-B5A8-C1A77BB24B15}" srcOrd="2" destOrd="0" presId="urn:microsoft.com/office/officeart/2005/8/layout/default"/>
    <dgm:cxn modelId="{D80701BA-C5B1-40FA-A7DE-8B778B7F40BE}" type="presParOf" srcId="{461BE04D-FCB6-4B82-9E87-EFC39C45D237}" destId="{DB57804A-7693-470C-83A8-6399D0AC9415}" srcOrd="3" destOrd="0" presId="urn:microsoft.com/office/officeart/2005/8/layout/default"/>
    <dgm:cxn modelId="{729FB254-39B8-4DA1-8E9C-AFABCF22A1E7}" type="presParOf" srcId="{461BE04D-FCB6-4B82-9E87-EFC39C45D237}" destId="{81F3AE22-07BB-41BD-95CF-471B4978C61D}" srcOrd="4" destOrd="0" presId="urn:microsoft.com/office/officeart/2005/8/layout/default"/>
    <dgm:cxn modelId="{36D9C7BC-3BF4-4C87-B260-D6BE68D57708}" type="presParOf" srcId="{461BE04D-FCB6-4B82-9E87-EFC39C45D237}" destId="{44144E03-7557-45FD-9589-0F120DF49052}" srcOrd="5" destOrd="0" presId="urn:microsoft.com/office/officeart/2005/8/layout/default"/>
    <dgm:cxn modelId="{203646AC-C262-4420-9694-4E45198C2685}" type="presParOf" srcId="{461BE04D-FCB6-4B82-9E87-EFC39C45D237}" destId="{83D67628-FD15-43CC-9C22-2036302C68B9}" srcOrd="6" destOrd="0" presId="urn:microsoft.com/office/officeart/2005/8/layout/default"/>
    <dgm:cxn modelId="{08E29F0B-6304-404F-80DB-2E9E4903DE5E}" type="presParOf" srcId="{461BE04D-FCB6-4B82-9E87-EFC39C45D237}" destId="{60F32720-15FB-4557-9B48-7B4628087857}" srcOrd="7" destOrd="0" presId="urn:microsoft.com/office/officeart/2005/8/layout/default"/>
    <dgm:cxn modelId="{6CAFC20F-263F-4C31-A196-E64CC316AF1F}" type="presParOf" srcId="{461BE04D-FCB6-4B82-9E87-EFC39C45D237}" destId="{34214402-F141-4724-AD8C-C83D086E2D03}" srcOrd="8" destOrd="0" presId="urn:microsoft.com/office/officeart/2005/8/layout/default"/>
    <dgm:cxn modelId="{4B94F42B-A933-4A56-964A-5734170ABC4A}" type="presParOf" srcId="{461BE04D-FCB6-4B82-9E87-EFC39C45D237}" destId="{65EC1291-0131-4D7F-96B7-DD10A4D4D34B}" srcOrd="9" destOrd="0" presId="urn:microsoft.com/office/officeart/2005/8/layout/default"/>
    <dgm:cxn modelId="{B127B143-4CF2-4A29-BB2B-4ABBAFE204BA}" type="presParOf" srcId="{461BE04D-FCB6-4B82-9E87-EFC39C45D237}" destId="{E27F351E-C3A8-4C84-85FC-2AA6F0CBC95E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B07E6B4-AF17-443A-92A8-1F0D8A5938EF}" type="doc">
      <dgm:prSet loTypeId="urn:microsoft.com/office/officeart/2005/8/layout/list1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847DD2DB-4EE0-495B-A0D9-ECA5215D1FEF}">
      <dgm:prSet/>
      <dgm:spPr/>
      <dgm:t>
        <a:bodyPr/>
        <a:lstStyle/>
        <a:p>
          <a:r>
            <a:rPr lang="en-US"/>
            <a:t>Shop them</a:t>
          </a:r>
        </a:p>
      </dgm:t>
    </dgm:pt>
    <dgm:pt modelId="{2E838787-D72A-46EC-B105-F27CE386F7DB}" type="parTrans" cxnId="{2CA150BA-4F26-4506-AA89-E06DFDFC63C6}">
      <dgm:prSet/>
      <dgm:spPr/>
      <dgm:t>
        <a:bodyPr/>
        <a:lstStyle/>
        <a:p>
          <a:endParaRPr lang="en-US"/>
        </a:p>
      </dgm:t>
    </dgm:pt>
    <dgm:pt modelId="{3CFDABD7-A828-4EC3-B2CC-9E9784581E72}" type="sibTrans" cxnId="{2CA150BA-4F26-4506-AA89-E06DFDFC63C6}">
      <dgm:prSet/>
      <dgm:spPr/>
      <dgm:t>
        <a:bodyPr/>
        <a:lstStyle/>
        <a:p>
          <a:endParaRPr lang="en-US"/>
        </a:p>
      </dgm:t>
    </dgm:pt>
    <dgm:pt modelId="{6F230880-6856-4053-997F-B62C933DA809}">
      <dgm:prSet/>
      <dgm:spPr/>
      <dgm:t>
        <a:bodyPr/>
        <a:lstStyle/>
        <a:p>
          <a:r>
            <a:rPr lang="en-US"/>
            <a:t>Check advertising</a:t>
          </a:r>
        </a:p>
      </dgm:t>
    </dgm:pt>
    <dgm:pt modelId="{FC15ED70-38FF-4720-8D0D-844A60A56243}" type="parTrans" cxnId="{98B2B446-2DBF-4E82-8C47-01842D040266}">
      <dgm:prSet/>
      <dgm:spPr/>
      <dgm:t>
        <a:bodyPr/>
        <a:lstStyle/>
        <a:p>
          <a:endParaRPr lang="en-US"/>
        </a:p>
      </dgm:t>
    </dgm:pt>
    <dgm:pt modelId="{3CDEE685-9DB6-41C6-8368-103E433F2AD7}" type="sibTrans" cxnId="{98B2B446-2DBF-4E82-8C47-01842D040266}">
      <dgm:prSet/>
      <dgm:spPr/>
      <dgm:t>
        <a:bodyPr/>
        <a:lstStyle/>
        <a:p>
          <a:endParaRPr lang="en-US"/>
        </a:p>
      </dgm:t>
    </dgm:pt>
    <dgm:pt modelId="{D62FD5CE-039C-44A1-B0B1-A16E03514413}">
      <dgm:prSet/>
      <dgm:spPr/>
      <dgm:t>
        <a:bodyPr/>
        <a:lstStyle/>
        <a:p>
          <a:r>
            <a:rPr lang="en-US"/>
            <a:t>Product lines</a:t>
          </a:r>
        </a:p>
      </dgm:t>
    </dgm:pt>
    <dgm:pt modelId="{8E70FC47-3567-4FD0-96B5-0AC1D7C207F0}" type="parTrans" cxnId="{1F544055-D13E-4E21-8186-10ECFDDA1A96}">
      <dgm:prSet/>
      <dgm:spPr/>
      <dgm:t>
        <a:bodyPr/>
        <a:lstStyle/>
        <a:p>
          <a:endParaRPr lang="en-US"/>
        </a:p>
      </dgm:t>
    </dgm:pt>
    <dgm:pt modelId="{438B0144-7D2F-4E6F-960B-3B00E135CC57}" type="sibTrans" cxnId="{1F544055-D13E-4E21-8186-10ECFDDA1A96}">
      <dgm:prSet/>
      <dgm:spPr/>
      <dgm:t>
        <a:bodyPr/>
        <a:lstStyle/>
        <a:p>
          <a:endParaRPr lang="en-US"/>
        </a:p>
      </dgm:t>
    </dgm:pt>
    <dgm:pt modelId="{96519367-41D3-4560-8AA1-5078ACD71F4D}">
      <dgm:prSet/>
      <dgm:spPr/>
      <dgm:t>
        <a:bodyPr/>
        <a:lstStyle/>
        <a:p>
          <a:r>
            <a:rPr lang="en-US"/>
            <a:t>Pricing</a:t>
          </a:r>
        </a:p>
      </dgm:t>
    </dgm:pt>
    <dgm:pt modelId="{995A806B-1C22-42D9-ABF5-853C87E9A838}" type="parTrans" cxnId="{2B4891AF-A3C6-4A64-8E77-94E7AA14578B}">
      <dgm:prSet/>
      <dgm:spPr/>
      <dgm:t>
        <a:bodyPr/>
        <a:lstStyle/>
        <a:p>
          <a:endParaRPr lang="en-US"/>
        </a:p>
      </dgm:t>
    </dgm:pt>
    <dgm:pt modelId="{3FBC9A09-641B-448B-879F-8F9170128732}" type="sibTrans" cxnId="{2B4891AF-A3C6-4A64-8E77-94E7AA14578B}">
      <dgm:prSet/>
      <dgm:spPr/>
      <dgm:t>
        <a:bodyPr/>
        <a:lstStyle/>
        <a:p>
          <a:endParaRPr lang="en-US"/>
        </a:p>
      </dgm:t>
    </dgm:pt>
    <dgm:pt modelId="{FFA1041A-C5FE-4246-AA84-5CC558B811D3}">
      <dgm:prSet/>
      <dgm:spPr/>
      <dgm:t>
        <a:bodyPr/>
        <a:lstStyle/>
        <a:p>
          <a:r>
            <a:rPr lang="en-US"/>
            <a:t>Customer interaction</a:t>
          </a:r>
        </a:p>
      </dgm:t>
    </dgm:pt>
    <dgm:pt modelId="{53095072-E32A-4F1D-8A95-4A786EAFAA55}" type="parTrans" cxnId="{B406F5A2-EE1D-4D4F-A886-036CE830AC72}">
      <dgm:prSet/>
      <dgm:spPr/>
      <dgm:t>
        <a:bodyPr/>
        <a:lstStyle/>
        <a:p>
          <a:endParaRPr lang="en-US"/>
        </a:p>
      </dgm:t>
    </dgm:pt>
    <dgm:pt modelId="{0620C25E-BFD8-447D-AF73-463841FDE630}" type="sibTrans" cxnId="{B406F5A2-EE1D-4D4F-A886-036CE830AC72}">
      <dgm:prSet/>
      <dgm:spPr/>
      <dgm:t>
        <a:bodyPr/>
        <a:lstStyle/>
        <a:p>
          <a:endParaRPr lang="en-US"/>
        </a:p>
      </dgm:t>
    </dgm:pt>
    <dgm:pt modelId="{35DD4771-47EA-4592-84EF-06870DD488DC}">
      <dgm:prSet/>
      <dgm:spPr/>
      <dgm:t>
        <a:bodyPr/>
        <a:lstStyle/>
        <a:p>
          <a:r>
            <a:rPr lang="en-US"/>
            <a:t>Employee retention</a:t>
          </a:r>
        </a:p>
      </dgm:t>
    </dgm:pt>
    <dgm:pt modelId="{51B9CEAF-02E9-40F7-82C0-028B8289C2F2}" type="parTrans" cxnId="{C8E97B0F-1D56-4F98-862F-CD1B3714B33A}">
      <dgm:prSet/>
      <dgm:spPr/>
      <dgm:t>
        <a:bodyPr/>
        <a:lstStyle/>
        <a:p>
          <a:endParaRPr lang="en-US"/>
        </a:p>
      </dgm:t>
    </dgm:pt>
    <dgm:pt modelId="{92E54671-D05D-4E81-8871-30C6F166A1D5}" type="sibTrans" cxnId="{C8E97B0F-1D56-4F98-862F-CD1B3714B33A}">
      <dgm:prSet/>
      <dgm:spPr/>
      <dgm:t>
        <a:bodyPr/>
        <a:lstStyle/>
        <a:p>
          <a:endParaRPr lang="en-US"/>
        </a:p>
      </dgm:t>
    </dgm:pt>
    <dgm:pt modelId="{3EE0F9E8-330D-4A9D-880E-B050A23760CC}" type="pres">
      <dgm:prSet presAssocID="{FB07E6B4-AF17-443A-92A8-1F0D8A5938EF}" presName="linear" presStyleCnt="0">
        <dgm:presLayoutVars>
          <dgm:dir/>
          <dgm:animLvl val="lvl"/>
          <dgm:resizeHandles val="exact"/>
        </dgm:presLayoutVars>
      </dgm:prSet>
      <dgm:spPr/>
    </dgm:pt>
    <dgm:pt modelId="{0D997FF2-9052-45F6-8064-5A549BC9C117}" type="pres">
      <dgm:prSet presAssocID="{847DD2DB-4EE0-495B-A0D9-ECA5215D1FEF}" presName="parentLin" presStyleCnt="0"/>
      <dgm:spPr/>
    </dgm:pt>
    <dgm:pt modelId="{AE2C65A5-E14A-4F90-B9A0-DE2A46D12D8F}" type="pres">
      <dgm:prSet presAssocID="{847DD2DB-4EE0-495B-A0D9-ECA5215D1FEF}" presName="parentLeftMargin" presStyleLbl="node1" presStyleIdx="0" presStyleCnt="6"/>
      <dgm:spPr/>
    </dgm:pt>
    <dgm:pt modelId="{D9944A42-6478-4534-A459-F31032A5D087}" type="pres">
      <dgm:prSet presAssocID="{847DD2DB-4EE0-495B-A0D9-ECA5215D1FEF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48484AE9-6DD9-4C25-8D26-1EEE106012CF}" type="pres">
      <dgm:prSet presAssocID="{847DD2DB-4EE0-495B-A0D9-ECA5215D1FEF}" presName="negativeSpace" presStyleCnt="0"/>
      <dgm:spPr/>
    </dgm:pt>
    <dgm:pt modelId="{F8108441-7EAD-449F-8C2C-EA7BE6EBD100}" type="pres">
      <dgm:prSet presAssocID="{847DD2DB-4EE0-495B-A0D9-ECA5215D1FEF}" presName="childText" presStyleLbl="conFgAcc1" presStyleIdx="0" presStyleCnt="6">
        <dgm:presLayoutVars>
          <dgm:bulletEnabled val="1"/>
        </dgm:presLayoutVars>
      </dgm:prSet>
      <dgm:spPr/>
    </dgm:pt>
    <dgm:pt modelId="{E314BB2A-ED45-4A19-99F0-E2599B3EAAA2}" type="pres">
      <dgm:prSet presAssocID="{3CFDABD7-A828-4EC3-B2CC-9E9784581E72}" presName="spaceBetweenRectangles" presStyleCnt="0"/>
      <dgm:spPr/>
    </dgm:pt>
    <dgm:pt modelId="{749EE1A4-E30B-4F86-9731-9243C9A572EA}" type="pres">
      <dgm:prSet presAssocID="{6F230880-6856-4053-997F-B62C933DA809}" presName="parentLin" presStyleCnt="0"/>
      <dgm:spPr/>
    </dgm:pt>
    <dgm:pt modelId="{01BF4C94-9765-45D9-AE74-795A0BB1DC5B}" type="pres">
      <dgm:prSet presAssocID="{6F230880-6856-4053-997F-B62C933DA809}" presName="parentLeftMargin" presStyleLbl="node1" presStyleIdx="0" presStyleCnt="6"/>
      <dgm:spPr/>
    </dgm:pt>
    <dgm:pt modelId="{657F156D-6904-47AB-B200-69412625CB3A}" type="pres">
      <dgm:prSet presAssocID="{6F230880-6856-4053-997F-B62C933DA809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BA1B5CAA-6895-44A1-8E60-CB032D784FBC}" type="pres">
      <dgm:prSet presAssocID="{6F230880-6856-4053-997F-B62C933DA809}" presName="negativeSpace" presStyleCnt="0"/>
      <dgm:spPr/>
    </dgm:pt>
    <dgm:pt modelId="{8410BDF2-B9B4-46E0-A20D-3E44D3E25142}" type="pres">
      <dgm:prSet presAssocID="{6F230880-6856-4053-997F-B62C933DA809}" presName="childText" presStyleLbl="conFgAcc1" presStyleIdx="1" presStyleCnt="6">
        <dgm:presLayoutVars>
          <dgm:bulletEnabled val="1"/>
        </dgm:presLayoutVars>
      </dgm:prSet>
      <dgm:spPr/>
    </dgm:pt>
    <dgm:pt modelId="{8E06AEBD-EEC5-4162-91CD-C158230F1319}" type="pres">
      <dgm:prSet presAssocID="{3CDEE685-9DB6-41C6-8368-103E433F2AD7}" presName="spaceBetweenRectangles" presStyleCnt="0"/>
      <dgm:spPr/>
    </dgm:pt>
    <dgm:pt modelId="{6669E7E7-A963-4009-B064-A180A7303EA4}" type="pres">
      <dgm:prSet presAssocID="{D62FD5CE-039C-44A1-B0B1-A16E03514413}" presName="parentLin" presStyleCnt="0"/>
      <dgm:spPr/>
    </dgm:pt>
    <dgm:pt modelId="{0BADF278-3EE7-4D20-B470-3ECD30D55CA2}" type="pres">
      <dgm:prSet presAssocID="{D62FD5CE-039C-44A1-B0B1-A16E03514413}" presName="parentLeftMargin" presStyleLbl="node1" presStyleIdx="1" presStyleCnt="6"/>
      <dgm:spPr/>
    </dgm:pt>
    <dgm:pt modelId="{61236A87-8F4D-4781-8960-031313709DFE}" type="pres">
      <dgm:prSet presAssocID="{D62FD5CE-039C-44A1-B0B1-A16E0351441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5C2C80DE-C928-4191-AE20-5FDB760C4842}" type="pres">
      <dgm:prSet presAssocID="{D62FD5CE-039C-44A1-B0B1-A16E03514413}" presName="negativeSpace" presStyleCnt="0"/>
      <dgm:spPr/>
    </dgm:pt>
    <dgm:pt modelId="{0EEF156E-EC75-4A84-A62C-D8695F774BFB}" type="pres">
      <dgm:prSet presAssocID="{D62FD5CE-039C-44A1-B0B1-A16E03514413}" presName="childText" presStyleLbl="conFgAcc1" presStyleIdx="2" presStyleCnt="6">
        <dgm:presLayoutVars>
          <dgm:bulletEnabled val="1"/>
        </dgm:presLayoutVars>
      </dgm:prSet>
      <dgm:spPr/>
    </dgm:pt>
    <dgm:pt modelId="{6874CE35-5716-4007-902C-FD7CE4952FF8}" type="pres">
      <dgm:prSet presAssocID="{438B0144-7D2F-4E6F-960B-3B00E135CC57}" presName="spaceBetweenRectangles" presStyleCnt="0"/>
      <dgm:spPr/>
    </dgm:pt>
    <dgm:pt modelId="{D4B1325B-5D31-48BA-971C-C538ED54D447}" type="pres">
      <dgm:prSet presAssocID="{96519367-41D3-4560-8AA1-5078ACD71F4D}" presName="parentLin" presStyleCnt="0"/>
      <dgm:spPr/>
    </dgm:pt>
    <dgm:pt modelId="{518521BB-08D6-430E-AC5B-0563FE53DECB}" type="pres">
      <dgm:prSet presAssocID="{96519367-41D3-4560-8AA1-5078ACD71F4D}" presName="parentLeftMargin" presStyleLbl="node1" presStyleIdx="2" presStyleCnt="6"/>
      <dgm:spPr/>
    </dgm:pt>
    <dgm:pt modelId="{E988EDCE-7F9D-4764-8919-15C77ECF681D}" type="pres">
      <dgm:prSet presAssocID="{96519367-41D3-4560-8AA1-5078ACD71F4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6C8675DD-18F5-4C2B-94EE-A83DBDC58AE6}" type="pres">
      <dgm:prSet presAssocID="{96519367-41D3-4560-8AA1-5078ACD71F4D}" presName="negativeSpace" presStyleCnt="0"/>
      <dgm:spPr/>
    </dgm:pt>
    <dgm:pt modelId="{816C724D-C2BE-46C0-A40D-FBC6DBA515B9}" type="pres">
      <dgm:prSet presAssocID="{96519367-41D3-4560-8AA1-5078ACD71F4D}" presName="childText" presStyleLbl="conFgAcc1" presStyleIdx="3" presStyleCnt="6">
        <dgm:presLayoutVars>
          <dgm:bulletEnabled val="1"/>
        </dgm:presLayoutVars>
      </dgm:prSet>
      <dgm:spPr/>
    </dgm:pt>
    <dgm:pt modelId="{435848A4-F72F-47F6-8FE7-90328CBD33EF}" type="pres">
      <dgm:prSet presAssocID="{3FBC9A09-641B-448B-879F-8F9170128732}" presName="spaceBetweenRectangles" presStyleCnt="0"/>
      <dgm:spPr/>
    </dgm:pt>
    <dgm:pt modelId="{4D27DD31-6BBB-47F5-A422-9BC9A1E6FD72}" type="pres">
      <dgm:prSet presAssocID="{FFA1041A-C5FE-4246-AA84-5CC558B811D3}" presName="parentLin" presStyleCnt="0"/>
      <dgm:spPr/>
    </dgm:pt>
    <dgm:pt modelId="{EECD546B-5DFF-4BDC-8827-31B5E97A02BB}" type="pres">
      <dgm:prSet presAssocID="{FFA1041A-C5FE-4246-AA84-5CC558B811D3}" presName="parentLeftMargin" presStyleLbl="node1" presStyleIdx="3" presStyleCnt="6"/>
      <dgm:spPr/>
    </dgm:pt>
    <dgm:pt modelId="{60F7238C-4087-47DA-9E78-AECBE8AE0D13}" type="pres">
      <dgm:prSet presAssocID="{FFA1041A-C5FE-4246-AA84-5CC558B811D3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CEEA8158-981C-4923-AB12-A2864173404B}" type="pres">
      <dgm:prSet presAssocID="{FFA1041A-C5FE-4246-AA84-5CC558B811D3}" presName="negativeSpace" presStyleCnt="0"/>
      <dgm:spPr/>
    </dgm:pt>
    <dgm:pt modelId="{9E43C7B9-4812-4033-BA2F-D246559AB2B0}" type="pres">
      <dgm:prSet presAssocID="{FFA1041A-C5FE-4246-AA84-5CC558B811D3}" presName="childText" presStyleLbl="conFgAcc1" presStyleIdx="4" presStyleCnt="6">
        <dgm:presLayoutVars>
          <dgm:bulletEnabled val="1"/>
        </dgm:presLayoutVars>
      </dgm:prSet>
      <dgm:spPr/>
    </dgm:pt>
    <dgm:pt modelId="{1B6EFC58-6034-46EA-9508-3E4EA133F7A2}" type="pres">
      <dgm:prSet presAssocID="{0620C25E-BFD8-447D-AF73-463841FDE630}" presName="spaceBetweenRectangles" presStyleCnt="0"/>
      <dgm:spPr/>
    </dgm:pt>
    <dgm:pt modelId="{E456575A-14F4-47B4-8E01-87CC4615AD65}" type="pres">
      <dgm:prSet presAssocID="{35DD4771-47EA-4592-84EF-06870DD488DC}" presName="parentLin" presStyleCnt="0"/>
      <dgm:spPr/>
    </dgm:pt>
    <dgm:pt modelId="{2EB8B3AF-CBB2-4D30-89FF-039D6D5DFDD9}" type="pres">
      <dgm:prSet presAssocID="{35DD4771-47EA-4592-84EF-06870DD488DC}" presName="parentLeftMargin" presStyleLbl="node1" presStyleIdx="4" presStyleCnt="6"/>
      <dgm:spPr/>
    </dgm:pt>
    <dgm:pt modelId="{1BF54CB9-71C7-4983-A090-89563A943FFE}" type="pres">
      <dgm:prSet presAssocID="{35DD4771-47EA-4592-84EF-06870DD488DC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4DE07F2F-237B-4A93-A5D6-5D548DBE5226}" type="pres">
      <dgm:prSet presAssocID="{35DD4771-47EA-4592-84EF-06870DD488DC}" presName="negativeSpace" presStyleCnt="0"/>
      <dgm:spPr/>
    </dgm:pt>
    <dgm:pt modelId="{149873E2-3687-4523-8530-733D1F647E4E}" type="pres">
      <dgm:prSet presAssocID="{35DD4771-47EA-4592-84EF-06870DD488DC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C8E97B0F-1D56-4F98-862F-CD1B3714B33A}" srcId="{FB07E6B4-AF17-443A-92A8-1F0D8A5938EF}" destId="{35DD4771-47EA-4592-84EF-06870DD488DC}" srcOrd="5" destOrd="0" parTransId="{51B9CEAF-02E9-40F7-82C0-028B8289C2F2}" sibTransId="{92E54671-D05D-4E81-8871-30C6F166A1D5}"/>
    <dgm:cxn modelId="{5769FE13-C24A-4348-A901-2FFD391A86C8}" type="presOf" srcId="{6F230880-6856-4053-997F-B62C933DA809}" destId="{01BF4C94-9765-45D9-AE74-795A0BB1DC5B}" srcOrd="0" destOrd="0" presId="urn:microsoft.com/office/officeart/2005/8/layout/list1"/>
    <dgm:cxn modelId="{AE30B11A-3FA5-4914-A6E6-0ECDC551EE62}" type="presOf" srcId="{6F230880-6856-4053-997F-B62C933DA809}" destId="{657F156D-6904-47AB-B200-69412625CB3A}" srcOrd="1" destOrd="0" presId="urn:microsoft.com/office/officeart/2005/8/layout/list1"/>
    <dgm:cxn modelId="{44C03C22-56D1-4826-82B3-F34E9230BA80}" type="presOf" srcId="{35DD4771-47EA-4592-84EF-06870DD488DC}" destId="{1BF54CB9-71C7-4983-A090-89563A943FFE}" srcOrd="1" destOrd="0" presId="urn:microsoft.com/office/officeart/2005/8/layout/list1"/>
    <dgm:cxn modelId="{BED10F46-5430-4284-A573-2DC42A573327}" type="presOf" srcId="{96519367-41D3-4560-8AA1-5078ACD71F4D}" destId="{E988EDCE-7F9D-4764-8919-15C77ECF681D}" srcOrd="1" destOrd="0" presId="urn:microsoft.com/office/officeart/2005/8/layout/list1"/>
    <dgm:cxn modelId="{98B2B446-2DBF-4E82-8C47-01842D040266}" srcId="{FB07E6B4-AF17-443A-92A8-1F0D8A5938EF}" destId="{6F230880-6856-4053-997F-B62C933DA809}" srcOrd="1" destOrd="0" parTransId="{FC15ED70-38FF-4720-8D0D-844A60A56243}" sibTransId="{3CDEE685-9DB6-41C6-8368-103E433F2AD7}"/>
    <dgm:cxn modelId="{8890F246-2B0A-469B-B1B7-4DFEE0251CC3}" type="presOf" srcId="{847DD2DB-4EE0-495B-A0D9-ECA5215D1FEF}" destId="{D9944A42-6478-4534-A459-F31032A5D087}" srcOrd="1" destOrd="0" presId="urn:microsoft.com/office/officeart/2005/8/layout/list1"/>
    <dgm:cxn modelId="{1F5AC04C-0068-4364-83DA-BAF40050D3B0}" type="presOf" srcId="{D62FD5CE-039C-44A1-B0B1-A16E03514413}" destId="{61236A87-8F4D-4781-8960-031313709DFE}" srcOrd="1" destOrd="0" presId="urn:microsoft.com/office/officeart/2005/8/layout/list1"/>
    <dgm:cxn modelId="{1F544055-D13E-4E21-8186-10ECFDDA1A96}" srcId="{FB07E6B4-AF17-443A-92A8-1F0D8A5938EF}" destId="{D62FD5CE-039C-44A1-B0B1-A16E03514413}" srcOrd="2" destOrd="0" parTransId="{8E70FC47-3567-4FD0-96B5-0AC1D7C207F0}" sibTransId="{438B0144-7D2F-4E6F-960B-3B00E135CC57}"/>
    <dgm:cxn modelId="{B406F5A2-EE1D-4D4F-A886-036CE830AC72}" srcId="{FB07E6B4-AF17-443A-92A8-1F0D8A5938EF}" destId="{FFA1041A-C5FE-4246-AA84-5CC558B811D3}" srcOrd="4" destOrd="0" parTransId="{53095072-E32A-4F1D-8A95-4A786EAFAA55}" sibTransId="{0620C25E-BFD8-447D-AF73-463841FDE630}"/>
    <dgm:cxn modelId="{A352FAA8-65AE-4FDB-8C0A-5A25B36554F3}" type="presOf" srcId="{FFA1041A-C5FE-4246-AA84-5CC558B811D3}" destId="{EECD546B-5DFF-4BDC-8827-31B5E97A02BB}" srcOrd="0" destOrd="0" presId="urn:microsoft.com/office/officeart/2005/8/layout/list1"/>
    <dgm:cxn modelId="{2B4891AF-A3C6-4A64-8E77-94E7AA14578B}" srcId="{FB07E6B4-AF17-443A-92A8-1F0D8A5938EF}" destId="{96519367-41D3-4560-8AA1-5078ACD71F4D}" srcOrd="3" destOrd="0" parTransId="{995A806B-1C22-42D9-ABF5-853C87E9A838}" sibTransId="{3FBC9A09-641B-448B-879F-8F9170128732}"/>
    <dgm:cxn modelId="{2CA150BA-4F26-4506-AA89-E06DFDFC63C6}" srcId="{FB07E6B4-AF17-443A-92A8-1F0D8A5938EF}" destId="{847DD2DB-4EE0-495B-A0D9-ECA5215D1FEF}" srcOrd="0" destOrd="0" parTransId="{2E838787-D72A-46EC-B105-F27CE386F7DB}" sibTransId="{3CFDABD7-A828-4EC3-B2CC-9E9784581E72}"/>
    <dgm:cxn modelId="{52742DC2-8427-4F55-AF84-B51E0436EF37}" type="presOf" srcId="{35DD4771-47EA-4592-84EF-06870DD488DC}" destId="{2EB8B3AF-CBB2-4D30-89FF-039D6D5DFDD9}" srcOrd="0" destOrd="0" presId="urn:microsoft.com/office/officeart/2005/8/layout/list1"/>
    <dgm:cxn modelId="{5E258FCD-D2AF-48B9-973C-64EFBBDDC1F0}" type="presOf" srcId="{FB07E6B4-AF17-443A-92A8-1F0D8A5938EF}" destId="{3EE0F9E8-330D-4A9D-880E-B050A23760CC}" srcOrd="0" destOrd="0" presId="urn:microsoft.com/office/officeart/2005/8/layout/list1"/>
    <dgm:cxn modelId="{7D3E28DE-83BE-421E-A4CB-40E67298A0E3}" type="presOf" srcId="{FFA1041A-C5FE-4246-AA84-5CC558B811D3}" destId="{60F7238C-4087-47DA-9E78-AECBE8AE0D13}" srcOrd="1" destOrd="0" presId="urn:microsoft.com/office/officeart/2005/8/layout/list1"/>
    <dgm:cxn modelId="{F74151E0-6696-4F6D-BF7E-A47F8FF36B3E}" type="presOf" srcId="{96519367-41D3-4560-8AA1-5078ACD71F4D}" destId="{518521BB-08D6-430E-AC5B-0563FE53DECB}" srcOrd="0" destOrd="0" presId="urn:microsoft.com/office/officeart/2005/8/layout/list1"/>
    <dgm:cxn modelId="{27F21AE3-864B-4DE0-B93F-8863EB21CFD5}" type="presOf" srcId="{D62FD5CE-039C-44A1-B0B1-A16E03514413}" destId="{0BADF278-3EE7-4D20-B470-3ECD30D55CA2}" srcOrd="0" destOrd="0" presId="urn:microsoft.com/office/officeart/2005/8/layout/list1"/>
    <dgm:cxn modelId="{1A924DF0-7E16-4BD2-A326-880A2AFEC4A5}" type="presOf" srcId="{847DD2DB-4EE0-495B-A0D9-ECA5215D1FEF}" destId="{AE2C65A5-E14A-4F90-B9A0-DE2A46D12D8F}" srcOrd="0" destOrd="0" presId="urn:microsoft.com/office/officeart/2005/8/layout/list1"/>
    <dgm:cxn modelId="{4BD2E255-E2E5-4D27-9B5B-62DC4165FB2D}" type="presParOf" srcId="{3EE0F9E8-330D-4A9D-880E-B050A23760CC}" destId="{0D997FF2-9052-45F6-8064-5A549BC9C117}" srcOrd="0" destOrd="0" presId="urn:microsoft.com/office/officeart/2005/8/layout/list1"/>
    <dgm:cxn modelId="{04446F3C-7E50-40A9-B0E4-739474458757}" type="presParOf" srcId="{0D997FF2-9052-45F6-8064-5A549BC9C117}" destId="{AE2C65A5-E14A-4F90-B9A0-DE2A46D12D8F}" srcOrd="0" destOrd="0" presId="urn:microsoft.com/office/officeart/2005/8/layout/list1"/>
    <dgm:cxn modelId="{111F48C3-6682-4167-B385-CF948EB62640}" type="presParOf" srcId="{0D997FF2-9052-45F6-8064-5A549BC9C117}" destId="{D9944A42-6478-4534-A459-F31032A5D087}" srcOrd="1" destOrd="0" presId="urn:microsoft.com/office/officeart/2005/8/layout/list1"/>
    <dgm:cxn modelId="{73772865-C021-414A-BDB4-8A06F6C54572}" type="presParOf" srcId="{3EE0F9E8-330D-4A9D-880E-B050A23760CC}" destId="{48484AE9-6DD9-4C25-8D26-1EEE106012CF}" srcOrd="1" destOrd="0" presId="urn:microsoft.com/office/officeart/2005/8/layout/list1"/>
    <dgm:cxn modelId="{D450D705-C320-492D-9D67-B8F378C08C32}" type="presParOf" srcId="{3EE0F9E8-330D-4A9D-880E-B050A23760CC}" destId="{F8108441-7EAD-449F-8C2C-EA7BE6EBD100}" srcOrd="2" destOrd="0" presId="urn:microsoft.com/office/officeart/2005/8/layout/list1"/>
    <dgm:cxn modelId="{DABE06F4-47EC-40EC-ADCA-1D89CA48C9C2}" type="presParOf" srcId="{3EE0F9E8-330D-4A9D-880E-B050A23760CC}" destId="{E314BB2A-ED45-4A19-99F0-E2599B3EAAA2}" srcOrd="3" destOrd="0" presId="urn:microsoft.com/office/officeart/2005/8/layout/list1"/>
    <dgm:cxn modelId="{0CAAEFCE-D649-4D29-8504-BC88E06A3874}" type="presParOf" srcId="{3EE0F9E8-330D-4A9D-880E-B050A23760CC}" destId="{749EE1A4-E30B-4F86-9731-9243C9A572EA}" srcOrd="4" destOrd="0" presId="urn:microsoft.com/office/officeart/2005/8/layout/list1"/>
    <dgm:cxn modelId="{0FBA484F-F82E-4633-B937-A45A9CEA2EB5}" type="presParOf" srcId="{749EE1A4-E30B-4F86-9731-9243C9A572EA}" destId="{01BF4C94-9765-45D9-AE74-795A0BB1DC5B}" srcOrd="0" destOrd="0" presId="urn:microsoft.com/office/officeart/2005/8/layout/list1"/>
    <dgm:cxn modelId="{5F98D3F0-D0DD-4AD1-B184-74C0DD394240}" type="presParOf" srcId="{749EE1A4-E30B-4F86-9731-9243C9A572EA}" destId="{657F156D-6904-47AB-B200-69412625CB3A}" srcOrd="1" destOrd="0" presId="urn:microsoft.com/office/officeart/2005/8/layout/list1"/>
    <dgm:cxn modelId="{320B67B6-66DF-42F6-8102-3ED7C57A148E}" type="presParOf" srcId="{3EE0F9E8-330D-4A9D-880E-B050A23760CC}" destId="{BA1B5CAA-6895-44A1-8E60-CB032D784FBC}" srcOrd="5" destOrd="0" presId="urn:microsoft.com/office/officeart/2005/8/layout/list1"/>
    <dgm:cxn modelId="{F2BD53F5-4075-483E-B1ED-C889A6C99482}" type="presParOf" srcId="{3EE0F9E8-330D-4A9D-880E-B050A23760CC}" destId="{8410BDF2-B9B4-46E0-A20D-3E44D3E25142}" srcOrd="6" destOrd="0" presId="urn:microsoft.com/office/officeart/2005/8/layout/list1"/>
    <dgm:cxn modelId="{AAD9EDD0-D766-4558-A4E6-B0A5331DE3E4}" type="presParOf" srcId="{3EE0F9E8-330D-4A9D-880E-B050A23760CC}" destId="{8E06AEBD-EEC5-4162-91CD-C158230F1319}" srcOrd="7" destOrd="0" presId="urn:microsoft.com/office/officeart/2005/8/layout/list1"/>
    <dgm:cxn modelId="{5BF05A9F-7860-4A28-BBA0-698084847CF8}" type="presParOf" srcId="{3EE0F9E8-330D-4A9D-880E-B050A23760CC}" destId="{6669E7E7-A963-4009-B064-A180A7303EA4}" srcOrd="8" destOrd="0" presId="urn:microsoft.com/office/officeart/2005/8/layout/list1"/>
    <dgm:cxn modelId="{AA19B55B-AF03-4394-8AB4-F9E1D929C813}" type="presParOf" srcId="{6669E7E7-A963-4009-B064-A180A7303EA4}" destId="{0BADF278-3EE7-4D20-B470-3ECD30D55CA2}" srcOrd="0" destOrd="0" presId="urn:microsoft.com/office/officeart/2005/8/layout/list1"/>
    <dgm:cxn modelId="{247B9630-2B42-46F3-A8D0-D40EBCF9CADC}" type="presParOf" srcId="{6669E7E7-A963-4009-B064-A180A7303EA4}" destId="{61236A87-8F4D-4781-8960-031313709DFE}" srcOrd="1" destOrd="0" presId="urn:microsoft.com/office/officeart/2005/8/layout/list1"/>
    <dgm:cxn modelId="{9AC45FF3-81C3-4DEA-BAEB-CDD0C37D29EF}" type="presParOf" srcId="{3EE0F9E8-330D-4A9D-880E-B050A23760CC}" destId="{5C2C80DE-C928-4191-AE20-5FDB760C4842}" srcOrd="9" destOrd="0" presId="urn:microsoft.com/office/officeart/2005/8/layout/list1"/>
    <dgm:cxn modelId="{9E00B017-9023-4D95-88E1-B3C5D6B3EF8F}" type="presParOf" srcId="{3EE0F9E8-330D-4A9D-880E-B050A23760CC}" destId="{0EEF156E-EC75-4A84-A62C-D8695F774BFB}" srcOrd="10" destOrd="0" presId="urn:microsoft.com/office/officeart/2005/8/layout/list1"/>
    <dgm:cxn modelId="{24462F68-758B-4CED-B815-8F0B6CD0BC4B}" type="presParOf" srcId="{3EE0F9E8-330D-4A9D-880E-B050A23760CC}" destId="{6874CE35-5716-4007-902C-FD7CE4952FF8}" srcOrd="11" destOrd="0" presId="urn:microsoft.com/office/officeart/2005/8/layout/list1"/>
    <dgm:cxn modelId="{7CF44802-4ADC-4F31-9376-E4001CC4BDA0}" type="presParOf" srcId="{3EE0F9E8-330D-4A9D-880E-B050A23760CC}" destId="{D4B1325B-5D31-48BA-971C-C538ED54D447}" srcOrd="12" destOrd="0" presId="urn:microsoft.com/office/officeart/2005/8/layout/list1"/>
    <dgm:cxn modelId="{AF2E6768-097D-4A44-9392-D44E05122192}" type="presParOf" srcId="{D4B1325B-5D31-48BA-971C-C538ED54D447}" destId="{518521BB-08D6-430E-AC5B-0563FE53DECB}" srcOrd="0" destOrd="0" presId="urn:microsoft.com/office/officeart/2005/8/layout/list1"/>
    <dgm:cxn modelId="{E9E24C2B-A1F6-4083-9416-B81982FF1070}" type="presParOf" srcId="{D4B1325B-5D31-48BA-971C-C538ED54D447}" destId="{E988EDCE-7F9D-4764-8919-15C77ECF681D}" srcOrd="1" destOrd="0" presId="urn:microsoft.com/office/officeart/2005/8/layout/list1"/>
    <dgm:cxn modelId="{7C48A781-52D0-4B59-BB2D-1FFA76AE624F}" type="presParOf" srcId="{3EE0F9E8-330D-4A9D-880E-B050A23760CC}" destId="{6C8675DD-18F5-4C2B-94EE-A83DBDC58AE6}" srcOrd="13" destOrd="0" presId="urn:microsoft.com/office/officeart/2005/8/layout/list1"/>
    <dgm:cxn modelId="{0CE1BDAF-BA6C-42EC-96AA-98AEA13B7815}" type="presParOf" srcId="{3EE0F9E8-330D-4A9D-880E-B050A23760CC}" destId="{816C724D-C2BE-46C0-A40D-FBC6DBA515B9}" srcOrd="14" destOrd="0" presId="urn:microsoft.com/office/officeart/2005/8/layout/list1"/>
    <dgm:cxn modelId="{C5C795CA-8B49-4D2F-942A-C411AD84B013}" type="presParOf" srcId="{3EE0F9E8-330D-4A9D-880E-B050A23760CC}" destId="{435848A4-F72F-47F6-8FE7-90328CBD33EF}" srcOrd="15" destOrd="0" presId="urn:microsoft.com/office/officeart/2005/8/layout/list1"/>
    <dgm:cxn modelId="{1DEDF9FF-689A-4166-9574-799D8EE059F7}" type="presParOf" srcId="{3EE0F9E8-330D-4A9D-880E-B050A23760CC}" destId="{4D27DD31-6BBB-47F5-A422-9BC9A1E6FD72}" srcOrd="16" destOrd="0" presId="urn:microsoft.com/office/officeart/2005/8/layout/list1"/>
    <dgm:cxn modelId="{C6D86830-91CD-4E3F-8495-9C0F6177C5DD}" type="presParOf" srcId="{4D27DD31-6BBB-47F5-A422-9BC9A1E6FD72}" destId="{EECD546B-5DFF-4BDC-8827-31B5E97A02BB}" srcOrd="0" destOrd="0" presId="urn:microsoft.com/office/officeart/2005/8/layout/list1"/>
    <dgm:cxn modelId="{8002ECE4-D3B5-4C1C-B293-9B694709BA67}" type="presParOf" srcId="{4D27DD31-6BBB-47F5-A422-9BC9A1E6FD72}" destId="{60F7238C-4087-47DA-9E78-AECBE8AE0D13}" srcOrd="1" destOrd="0" presId="urn:microsoft.com/office/officeart/2005/8/layout/list1"/>
    <dgm:cxn modelId="{65D9C6D8-647B-4C5E-9F46-3824C6200BC9}" type="presParOf" srcId="{3EE0F9E8-330D-4A9D-880E-B050A23760CC}" destId="{CEEA8158-981C-4923-AB12-A2864173404B}" srcOrd="17" destOrd="0" presId="urn:microsoft.com/office/officeart/2005/8/layout/list1"/>
    <dgm:cxn modelId="{109FC8A6-1F3A-4CE0-B466-B7F73FA89860}" type="presParOf" srcId="{3EE0F9E8-330D-4A9D-880E-B050A23760CC}" destId="{9E43C7B9-4812-4033-BA2F-D246559AB2B0}" srcOrd="18" destOrd="0" presId="urn:microsoft.com/office/officeart/2005/8/layout/list1"/>
    <dgm:cxn modelId="{02D3F2F9-BCA2-43B3-BD67-AFE631AF48C3}" type="presParOf" srcId="{3EE0F9E8-330D-4A9D-880E-B050A23760CC}" destId="{1B6EFC58-6034-46EA-9508-3E4EA133F7A2}" srcOrd="19" destOrd="0" presId="urn:microsoft.com/office/officeart/2005/8/layout/list1"/>
    <dgm:cxn modelId="{2931F945-B687-4382-ABBA-1B6C5545F815}" type="presParOf" srcId="{3EE0F9E8-330D-4A9D-880E-B050A23760CC}" destId="{E456575A-14F4-47B4-8E01-87CC4615AD65}" srcOrd="20" destOrd="0" presId="urn:microsoft.com/office/officeart/2005/8/layout/list1"/>
    <dgm:cxn modelId="{8F32CEAD-BF2B-49FD-BF79-DE45FA124C52}" type="presParOf" srcId="{E456575A-14F4-47B4-8E01-87CC4615AD65}" destId="{2EB8B3AF-CBB2-4D30-89FF-039D6D5DFDD9}" srcOrd="0" destOrd="0" presId="urn:microsoft.com/office/officeart/2005/8/layout/list1"/>
    <dgm:cxn modelId="{62F74FC8-A4EB-4EB0-AB5C-FEEA6E57A209}" type="presParOf" srcId="{E456575A-14F4-47B4-8E01-87CC4615AD65}" destId="{1BF54CB9-71C7-4983-A090-89563A943FFE}" srcOrd="1" destOrd="0" presId="urn:microsoft.com/office/officeart/2005/8/layout/list1"/>
    <dgm:cxn modelId="{8FB4F6C4-8A93-4094-A5D0-3428FCFC2BDD}" type="presParOf" srcId="{3EE0F9E8-330D-4A9D-880E-B050A23760CC}" destId="{4DE07F2F-237B-4A93-A5D6-5D548DBE5226}" srcOrd="21" destOrd="0" presId="urn:microsoft.com/office/officeart/2005/8/layout/list1"/>
    <dgm:cxn modelId="{A068CA9A-D927-4AB3-8A24-E646C58CB79D}" type="presParOf" srcId="{3EE0F9E8-330D-4A9D-880E-B050A23760CC}" destId="{149873E2-3687-4523-8530-733D1F647E4E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F5660DC-C9EE-48C3-9E07-FCC26E4CB88E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41E144A-45FA-4815-A6E3-AF76C578CE0F}">
      <dgm:prSet custT="1"/>
      <dgm:spPr/>
      <dgm:t>
        <a:bodyPr/>
        <a:lstStyle/>
        <a:p>
          <a:r>
            <a:rPr lang="en-US" sz="2400"/>
            <a:t>Include exit strategy in business plan</a:t>
          </a:r>
        </a:p>
      </dgm:t>
    </dgm:pt>
    <dgm:pt modelId="{C4AAAC36-C5E8-40F8-BD43-E263E5435757}" type="parTrans" cxnId="{8D129988-1FF5-493D-A743-707C03B5C9C9}">
      <dgm:prSet/>
      <dgm:spPr/>
      <dgm:t>
        <a:bodyPr/>
        <a:lstStyle/>
        <a:p>
          <a:endParaRPr lang="en-US" sz="2400"/>
        </a:p>
      </dgm:t>
    </dgm:pt>
    <dgm:pt modelId="{586073A9-6777-4CEC-8308-6A58F8173A0C}" type="sibTrans" cxnId="{8D129988-1FF5-493D-A743-707C03B5C9C9}">
      <dgm:prSet/>
      <dgm:spPr/>
      <dgm:t>
        <a:bodyPr/>
        <a:lstStyle/>
        <a:p>
          <a:endParaRPr lang="en-US" sz="2400"/>
        </a:p>
      </dgm:t>
    </dgm:pt>
    <dgm:pt modelId="{5DEA7B27-F1B4-4400-A6C7-CD43ABC7CDF9}">
      <dgm:prSet custT="1"/>
      <dgm:spPr/>
      <dgm:t>
        <a:bodyPr/>
        <a:lstStyle/>
        <a:p>
          <a:r>
            <a:rPr lang="en-US" sz="2400"/>
            <a:t>Revisit it periodically</a:t>
          </a:r>
        </a:p>
      </dgm:t>
    </dgm:pt>
    <dgm:pt modelId="{2B7915B0-D9FB-400F-B411-3A533EF693F3}" type="parTrans" cxnId="{71C2A7D1-1E59-4575-977F-1B180BBC8893}">
      <dgm:prSet/>
      <dgm:spPr/>
      <dgm:t>
        <a:bodyPr/>
        <a:lstStyle/>
        <a:p>
          <a:endParaRPr lang="en-US" sz="2400"/>
        </a:p>
      </dgm:t>
    </dgm:pt>
    <dgm:pt modelId="{EEFB6798-942A-42B4-B369-11D38C8ABB7D}" type="sibTrans" cxnId="{71C2A7D1-1E59-4575-977F-1B180BBC8893}">
      <dgm:prSet/>
      <dgm:spPr/>
      <dgm:t>
        <a:bodyPr/>
        <a:lstStyle/>
        <a:p>
          <a:endParaRPr lang="en-US" sz="2400"/>
        </a:p>
      </dgm:t>
    </dgm:pt>
    <dgm:pt modelId="{2C628DA0-117F-48C1-8CCF-170727755A6B}">
      <dgm:prSet custT="1"/>
      <dgm:spPr/>
      <dgm:t>
        <a:bodyPr/>
        <a:lstStyle/>
        <a:p>
          <a:r>
            <a:rPr lang="en-US" sz="2400"/>
            <a:t>Insurance payment and liquidation of assets</a:t>
          </a:r>
        </a:p>
      </dgm:t>
    </dgm:pt>
    <dgm:pt modelId="{871D65F8-3F36-4667-AF12-150CC6699E53}" type="parTrans" cxnId="{F8BDB758-7C70-4733-80B4-87DC679BB4C9}">
      <dgm:prSet/>
      <dgm:spPr/>
      <dgm:t>
        <a:bodyPr/>
        <a:lstStyle/>
        <a:p>
          <a:endParaRPr lang="en-US" sz="2400"/>
        </a:p>
      </dgm:t>
    </dgm:pt>
    <dgm:pt modelId="{80796664-7499-4EB5-8A9A-7531E22BF9B7}" type="sibTrans" cxnId="{F8BDB758-7C70-4733-80B4-87DC679BB4C9}">
      <dgm:prSet/>
      <dgm:spPr/>
      <dgm:t>
        <a:bodyPr/>
        <a:lstStyle/>
        <a:p>
          <a:endParaRPr lang="en-US" sz="2400"/>
        </a:p>
      </dgm:t>
    </dgm:pt>
    <dgm:pt modelId="{AB787CDE-C631-4C48-9A43-2E03A47D97BC}">
      <dgm:prSet custT="1"/>
      <dgm:spPr/>
      <dgm:t>
        <a:bodyPr/>
        <a:lstStyle/>
        <a:p>
          <a:r>
            <a:rPr lang="en-US" sz="2400" dirty="0"/>
            <a:t>Liquidation of assets without insurance</a:t>
          </a:r>
        </a:p>
      </dgm:t>
    </dgm:pt>
    <dgm:pt modelId="{D4941478-042B-4C7B-BA65-03F0231BC651}" type="parTrans" cxnId="{91545A17-9663-4C78-A94B-46461F1F031A}">
      <dgm:prSet/>
      <dgm:spPr/>
      <dgm:t>
        <a:bodyPr/>
        <a:lstStyle/>
        <a:p>
          <a:endParaRPr lang="en-US" sz="2400"/>
        </a:p>
      </dgm:t>
    </dgm:pt>
    <dgm:pt modelId="{DE82B683-99A5-4CE7-AC8A-DC808D2F8046}" type="sibTrans" cxnId="{91545A17-9663-4C78-A94B-46461F1F031A}">
      <dgm:prSet/>
      <dgm:spPr/>
      <dgm:t>
        <a:bodyPr/>
        <a:lstStyle/>
        <a:p>
          <a:endParaRPr lang="en-US" sz="2400"/>
        </a:p>
      </dgm:t>
    </dgm:pt>
    <dgm:pt modelId="{D4849E06-5EE8-48C9-8B2C-C79CF61EFAE3}">
      <dgm:prSet custT="1"/>
      <dgm:spPr/>
      <dgm:t>
        <a:bodyPr/>
        <a:lstStyle/>
        <a:p>
          <a:r>
            <a:rPr lang="en-US" sz="2400" dirty="0"/>
            <a:t>Trustee to handle</a:t>
          </a:r>
        </a:p>
      </dgm:t>
    </dgm:pt>
    <dgm:pt modelId="{38354468-3BBB-4946-A180-19D1E80E2C66}" type="parTrans" cxnId="{246BCBB4-3CBD-4D62-9033-FD05D9CA92A0}">
      <dgm:prSet/>
      <dgm:spPr/>
      <dgm:t>
        <a:bodyPr/>
        <a:lstStyle/>
        <a:p>
          <a:endParaRPr lang="en-US" sz="2400"/>
        </a:p>
      </dgm:t>
    </dgm:pt>
    <dgm:pt modelId="{EF52F932-0AF2-462A-BCE7-91FE58EC8313}" type="sibTrans" cxnId="{246BCBB4-3CBD-4D62-9033-FD05D9CA92A0}">
      <dgm:prSet/>
      <dgm:spPr/>
      <dgm:t>
        <a:bodyPr/>
        <a:lstStyle/>
        <a:p>
          <a:endParaRPr lang="en-US" sz="2400"/>
        </a:p>
      </dgm:t>
    </dgm:pt>
    <dgm:pt modelId="{0D9C241E-A939-4F4C-A759-B2FD437D0E8E}">
      <dgm:prSet custT="1"/>
      <dgm:spPr/>
      <dgm:t>
        <a:bodyPr/>
        <a:lstStyle/>
        <a:p>
          <a:r>
            <a:rPr lang="en-US" sz="2400"/>
            <a:t>Family member</a:t>
          </a:r>
        </a:p>
      </dgm:t>
    </dgm:pt>
    <dgm:pt modelId="{E6C7302F-39EC-4A24-9FC4-E82813341A5D}" type="parTrans" cxnId="{56B86161-6167-415A-A072-2C12628E06C9}">
      <dgm:prSet/>
      <dgm:spPr/>
      <dgm:t>
        <a:bodyPr/>
        <a:lstStyle/>
        <a:p>
          <a:endParaRPr lang="en-US" sz="2400"/>
        </a:p>
      </dgm:t>
    </dgm:pt>
    <dgm:pt modelId="{7FCC9605-EEDC-4BD9-AEF2-34D41CA6D0A9}" type="sibTrans" cxnId="{56B86161-6167-415A-A072-2C12628E06C9}">
      <dgm:prSet/>
      <dgm:spPr/>
      <dgm:t>
        <a:bodyPr/>
        <a:lstStyle/>
        <a:p>
          <a:endParaRPr lang="en-US" sz="2400"/>
        </a:p>
      </dgm:t>
    </dgm:pt>
    <dgm:pt modelId="{8D4EE20D-6CB6-42A2-8FF9-E0AB48DCF6B5}">
      <dgm:prSet custT="1"/>
      <dgm:spPr/>
      <dgm:t>
        <a:bodyPr/>
        <a:lstStyle/>
        <a:p>
          <a:r>
            <a:rPr lang="en-US" sz="2400"/>
            <a:t>Employees</a:t>
          </a:r>
        </a:p>
      </dgm:t>
    </dgm:pt>
    <dgm:pt modelId="{73286F5C-02AD-4474-BB35-6DF42023E683}" type="parTrans" cxnId="{01B6363D-924D-4B42-8B67-3225851D2FC6}">
      <dgm:prSet/>
      <dgm:spPr/>
      <dgm:t>
        <a:bodyPr/>
        <a:lstStyle/>
        <a:p>
          <a:endParaRPr lang="en-US" sz="2400"/>
        </a:p>
      </dgm:t>
    </dgm:pt>
    <dgm:pt modelId="{D9B6A260-3F1A-4948-B234-2EF71432C0A5}" type="sibTrans" cxnId="{01B6363D-924D-4B42-8B67-3225851D2FC6}">
      <dgm:prSet/>
      <dgm:spPr/>
      <dgm:t>
        <a:bodyPr/>
        <a:lstStyle/>
        <a:p>
          <a:endParaRPr lang="en-US" sz="2400"/>
        </a:p>
      </dgm:t>
    </dgm:pt>
    <dgm:pt modelId="{F29EE481-FB7F-4FFB-BEF3-90D3EE32B1D4}" type="pres">
      <dgm:prSet presAssocID="{2F5660DC-C9EE-48C3-9E07-FCC26E4CB88E}" presName="vert0" presStyleCnt="0">
        <dgm:presLayoutVars>
          <dgm:dir/>
          <dgm:animOne val="branch"/>
          <dgm:animLvl val="lvl"/>
        </dgm:presLayoutVars>
      </dgm:prSet>
      <dgm:spPr/>
    </dgm:pt>
    <dgm:pt modelId="{0DD65FDC-7CB3-4A85-BA33-FB5602D1A28F}" type="pres">
      <dgm:prSet presAssocID="{141E144A-45FA-4815-A6E3-AF76C578CE0F}" presName="thickLine" presStyleLbl="alignNode1" presStyleIdx="0" presStyleCnt="7"/>
      <dgm:spPr/>
    </dgm:pt>
    <dgm:pt modelId="{89FC7F48-B9DD-4629-A97E-70C2F5451A02}" type="pres">
      <dgm:prSet presAssocID="{141E144A-45FA-4815-A6E3-AF76C578CE0F}" presName="horz1" presStyleCnt="0"/>
      <dgm:spPr/>
    </dgm:pt>
    <dgm:pt modelId="{53665AE5-FD97-4A58-B83E-E0FED59144D6}" type="pres">
      <dgm:prSet presAssocID="{141E144A-45FA-4815-A6E3-AF76C578CE0F}" presName="tx1" presStyleLbl="revTx" presStyleIdx="0" presStyleCnt="7"/>
      <dgm:spPr/>
    </dgm:pt>
    <dgm:pt modelId="{087DE36A-3835-4E3A-B416-C984C7C59950}" type="pres">
      <dgm:prSet presAssocID="{141E144A-45FA-4815-A6E3-AF76C578CE0F}" presName="vert1" presStyleCnt="0"/>
      <dgm:spPr/>
    </dgm:pt>
    <dgm:pt modelId="{CAF0C71B-529F-47D0-84E2-163EFFD9D8D1}" type="pres">
      <dgm:prSet presAssocID="{5DEA7B27-F1B4-4400-A6C7-CD43ABC7CDF9}" presName="thickLine" presStyleLbl="alignNode1" presStyleIdx="1" presStyleCnt="7"/>
      <dgm:spPr/>
    </dgm:pt>
    <dgm:pt modelId="{86745ACC-BFE8-4C7C-AE5A-B197A97713B9}" type="pres">
      <dgm:prSet presAssocID="{5DEA7B27-F1B4-4400-A6C7-CD43ABC7CDF9}" presName="horz1" presStyleCnt="0"/>
      <dgm:spPr/>
    </dgm:pt>
    <dgm:pt modelId="{F4CEBE02-02BF-4428-87C4-FBE32DFD4206}" type="pres">
      <dgm:prSet presAssocID="{5DEA7B27-F1B4-4400-A6C7-CD43ABC7CDF9}" presName="tx1" presStyleLbl="revTx" presStyleIdx="1" presStyleCnt="7"/>
      <dgm:spPr/>
    </dgm:pt>
    <dgm:pt modelId="{AC5BD4F3-DA9C-4405-B9BD-3454682C2596}" type="pres">
      <dgm:prSet presAssocID="{5DEA7B27-F1B4-4400-A6C7-CD43ABC7CDF9}" presName="vert1" presStyleCnt="0"/>
      <dgm:spPr/>
    </dgm:pt>
    <dgm:pt modelId="{3B508EF4-AC2B-4504-8C9E-1D2CD27A10CF}" type="pres">
      <dgm:prSet presAssocID="{2C628DA0-117F-48C1-8CCF-170727755A6B}" presName="thickLine" presStyleLbl="alignNode1" presStyleIdx="2" presStyleCnt="7"/>
      <dgm:spPr/>
    </dgm:pt>
    <dgm:pt modelId="{F0116FE5-45C1-4177-9E63-F6954804F841}" type="pres">
      <dgm:prSet presAssocID="{2C628DA0-117F-48C1-8CCF-170727755A6B}" presName="horz1" presStyleCnt="0"/>
      <dgm:spPr/>
    </dgm:pt>
    <dgm:pt modelId="{0FB00335-D0E7-4292-B59D-E679AAF08FAF}" type="pres">
      <dgm:prSet presAssocID="{2C628DA0-117F-48C1-8CCF-170727755A6B}" presName="tx1" presStyleLbl="revTx" presStyleIdx="2" presStyleCnt="7"/>
      <dgm:spPr/>
    </dgm:pt>
    <dgm:pt modelId="{BDD673A7-D375-49AD-A585-ECB0EF82568C}" type="pres">
      <dgm:prSet presAssocID="{2C628DA0-117F-48C1-8CCF-170727755A6B}" presName="vert1" presStyleCnt="0"/>
      <dgm:spPr/>
    </dgm:pt>
    <dgm:pt modelId="{5505756D-4279-4F20-9B13-6C833BDC7F5E}" type="pres">
      <dgm:prSet presAssocID="{AB787CDE-C631-4C48-9A43-2E03A47D97BC}" presName="thickLine" presStyleLbl="alignNode1" presStyleIdx="3" presStyleCnt="7"/>
      <dgm:spPr/>
    </dgm:pt>
    <dgm:pt modelId="{B297A509-0AD2-4C06-AD39-C0F92CC13A42}" type="pres">
      <dgm:prSet presAssocID="{AB787CDE-C631-4C48-9A43-2E03A47D97BC}" presName="horz1" presStyleCnt="0"/>
      <dgm:spPr/>
    </dgm:pt>
    <dgm:pt modelId="{8C3E4B61-78F4-4D30-8221-9CB754CC1D78}" type="pres">
      <dgm:prSet presAssocID="{AB787CDE-C631-4C48-9A43-2E03A47D97BC}" presName="tx1" presStyleLbl="revTx" presStyleIdx="3" presStyleCnt="7"/>
      <dgm:spPr/>
    </dgm:pt>
    <dgm:pt modelId="{E169FE43-0290-4265-981B-7933B382FB16}" type="pres">
      <dgm:prSet presAssocID="{AB787CDE-C631-4C48-9A43-2E03A47D97BC}" presName="vert1" presStyleCnt="0"/>
      <dgm:spPr/>
    </dgm:pt>
    <dgm:pt modelId="{F9880F24-6219-4814-9094-55A4E96898BA}" type="pres">
      <dgm:prSet presAssocID="{D4849E06-5EE8-48C9-8B2C-C79CF61EFAE3}" presName="thickLine" presStyleLbl="alignNode1" presStyleIdx="4" presStyleCnt="7"/>
      <dgm:spPr/>
    </dgm:pt>
    <dgm:pt modelId="{99FD7D41-B721-4491-A3BD-70DD8652DD18}" type="pres">
      <dgm:prSet presAssocID="{D4849E06-5EE8-48C9-8B2C-C79CF61EFAE3}" presName="horz1" presStyleCnt="0"/>
      <dgm:spPr/>
    </dgm:pt>
    <dgm:pt modelId="{8CB0B9EC-6189-4D19-B403-C1BD68CDDF5C}" type="pres">
      <dgm:prSet presAssocID="{D4849E06-5EE8-48C9-8B2C-C79CF61EFAE3}" presName="tx1" presStyleLbl="revTx" presStyleIdx="4" presStyleCnt="7"/>
      <dgm:spPr/>
    </dgm:pt>
    <dgm:pt modelId="{2D82BD67-947F-42CB-8A12-6EF5E0D86EC8}" type="pres">
      <dgm:prSet presAssocID="{D4849E06-5EE8-48C9-8B2C-C79CF61EFAE3}" presName="vert1" presStyleCnt="0"/>
      <dgm:spPr/>
    </dgm:pt>
    <dgm:pt modelId="{ABA6713D-21D2-478D-9106-ED1A0D446922}" type="pres">
      <dgm:prSet presAssocID="{0D9C241E-A939-4F4C-A759-B2FD437D0E8E}" presName="thickLine" presStyleLbl="alignNode1" presStyleIdx="5" presStyleCnt="7"/>
      <dgm:spPr/>
    </dgm:pt>
    <dgm:pt modelId="{7853C8C8-168E-4DB1-8527-7974E5732D9C}" type="pres">
      <dgm:prSet presAssocID="{0D9C241E-A939-4F4C-A759-B2FD437D0E8E}" presName="horz1" presStyleCnt="0"/>
      <dgm:spPr/>
    </dgm:pt>
    <dgm:pt modelId="{DBC356FC-2EF7-4127-B6B3-4CB2E3BD67D4}" type="pres">
      <dgm:prSet presAssocID="{0D9C241E-A939-4F4C-A759-B2FD437D0E8E}" presName="tx1" presStyleLbl="revTx" presStyleIdx="5" presStyleCnt="7"/>
      <dgm:spPr/>
    </dgm:pt>
    <dgm:pt modelId="{6105389B-C2BA-461A-9210-239E9EC80EB0}" type="pres">
      <dgm:prSet presAssocID="{0D9C241E-A939-4F4C-A759-B2FD437D0E8E}" presName="vert1" presStyleCnt="0"/>
      <dgm:spPr/>
    </dgm:pt>
    <dgm:pt modelId="{1BEDAD1A-246B-423A-8B74-FD3484147C48}" type="pres">
      <dgm:prSet presAssocID="{8D4EE20D-6CB6-42A2-8FF9-E0AB48DCF6B5}" presName="thickLine" presStyleLbl="alignNode1" presStyleIdx="6" presStyleCnt="7"/>
      <dgm:spPr/>
    </dgm:pt>
    <dgm:pt modelId="{A1C9AD8E-9CBD-4B3F-B64B-D905DD08AC46}" type="pres">
      <dgm:prSet presAssocID="{8D4EE20D-6CB6-42A2-8FF9-E0AB48DCF6B5}" presName="horz1" presStyleCnt="0"/>
      <dgm:spPr/>
    </dgm:pt>
    <dgm:pt modelId="{6AF992B5-F80E-4112-AF4C-53CE23F92855}" type="pres">
      <dgm:prSet presAssocID="{8D4EE20D-6CB6-42A2-8FF9-E0AB48DCF6B5}" presName="tx1" presStyleLbl="revTx" presStyleIdx="6" presStyleCnt="7"/>
      <dgm:spPr/>
    </dgm:pt>
    <dgm:pt modelId="{F78C9E7F-15C5-4BB0-B3D9-A0966BDEAD0B}" type="pres">
      <dgm:prSet presAssocID="{8D4EE20D-6CB6-42A2-8FF9-E0AB48DCF6B5}" presName="vert1" presStyleCnt="0"/>
      <dgm:spPr/>
    </dgm:pt>
  </dgm:ptLst>
  <dgm:cxnLst>
    <dgm:cxn modelId="{91545A17-9663-4C78-A94B-46461F1F031A}" srcId="{2F5660DC-C9EE-48C3-9E07-FCC26E4CB88E}" destId="{AB787CDE-C631-4C48-9A43-2E03A47D97BC}" srcOrd="3" destOrd="0" parTransId="{D4941478-042B-4C7B-BA65-03F0231BC651}" sibTransId="{DE82B683-99A5-4CE7-AC8A-DC808D2F8046}"/>
    <dgm:cxn modelId="{0C94E41D-02DA-48D6-907C-8AF13EF66929}" type="presOf" srcId="{2F5660DC-C9EE-48C3-9E07-FCC26E4CB88E}" destId="{F29EE481-FB7F-4FFB-BEF3-90D3EE32B1D4}" srcOrd="0" destOrd="0" presId="urn:microsoft.com/office/officeart/2008/layout/LinedList"/>
    <dgm:cxn modelId="{EC290624-A932-4D33-9EA2-3A1537B94AAA}" type="presOf" srcId="{8D4EE20D-6CB6-42A2-8FF9-E0AB48DCF6B5}" destId="{6AF992B5-F80E-4112-AF4C-53CE23F92855}" srcOrd="0" destOrd="0" presId="urn:microsoft.com/office/officeart/2008/layout/LinedList"/>
    <dgm:cxn modelId="{01B6363D-924D-4B42-8B67-3225851D2FC6}" srcId="{2F5660DC-C9EE-48C3-9E07-FCC26E4CB88E}" destId="{8D4EE20D-6CB6-42A2-8FF9-E0AB48DCF6B5}" srcOrd="6" destOrd="0" parTransId="{73286F5C-02AD-4474-BB35-6DF42023E683}" sibTransId="{D9B6A260-3F1A-4948-B234-2EF71432C0A5}"/>
    <dgm:cxn modelId="{56B86161-6167-415A-A072-2C12628E06C9}" srcId="{2F5660DC-C9EE-48C3-9E07-FCC26E4CB88E}" destId="{0D9C241E-A939-4F4C-A759-B2FD437D0E8E}" srcOrd="5" destOrd="0" parTransId="{E6C7302F-39EC-4A24-9FC4-E82813341A5D}" sibTransId="{7FCC9605-EEDC-4BD9-AEF2-34D41CA6D0A9}"/>
    <dgm:cxn modelId="{86AF376C-E8D2-482D-9798-77DEF5D2CF9C}" type="presOf" srcId="{2C628DA0-117F-48C1-8CCF-170727755A6B}" destId="{0FB00335-D0E7-4292-B59D-E679AAF08FAF}" srcOrd="0" destOrd="0" presId="urn:microsoft.com/office/officeart/2008/layout/LinedList"/>
    <dgm:cxn modelId="{F8BDB758-7C70-4733-80B4-87DC679BB4C9}" srcId="{2F5660DC-C9EE-48C3-9E07-FCC26E4CB88E}" destId="{2C628DA0-117F-48C1-8CCF-170727755A6B}" srcOrd="2" destOrd="0" parTransId="{871D65F8-3F36-4667-AF12-150CC6699E53}" sibTransId="{80796664-7499-4EB5-8A9A-7531E22BF9B7}"/>
    <dgm:cxn modelId="{7D6EBC7E-084C-4226-B8D8-6B61BE2E42FF}" type="presOf" srcId="{D4849E06-5EE8-48C9-8B2C-C79CF61EFAE3}" destId="{8CB0B9EC-6189-4D19-B403-C1BD68CDDF5C}" srcOrd="0" destOrd="0" presId="urn:microsoft.com/office/officeart/2008/layout/LinedList"/>
    <dgm:cxn modelId="{8D129988-1FF5-493D-A743-707C03B5C9C9}" srcId="{2F5660DC-C9EE-48C3-9E07-FCC26E4CB88E}" destId="{141E144A-45FA-4815-A6E3-AF76C578CE0F}" srcOrd="0" destOrd="0" parTransId="{C4AAAC36-C5E8-40F8-BD43-E263E5435757}" sibTransId="{586073A9-6777-4CEC-8308-6A58F8173A0C}"/>
    <dgm:cxn modelId="{5E1DA0A0-6B74-4A23-9AC5-9151DC58CF80}" type="presOf" srcId="{5DEA7B27-F1B4-4400-A6C7-CD43ABC7CDF9}" destId="{F4CEBE02-02BF-4428-87C4-FBE32DFD4206}" srcOrd="0" destOrd="0" presId="urn:microsoft.com/office/officeart/2008/layout/LinedList"/>
    <dgm:cxn modelId="{246BCBB4-3CBD-4D62-9033-FD05D9CA92A0}" srcId="{2F5660DC-C9EE-48C3-9E07-FCC26E4CB88E}" destId="{D4849E06-5EE8-48C9-8B2C-C79CF61EFAE3}" srcOrd="4" destOrd="0" parTransId="{38354468-3BBB-4946-A180-19D1E80E2C66}" sibTransId="{EF52F932-0AF2-462A-BCE7-91FE58EC8313}"/>
    <dgm:cxn modelId="{24BD19B7-35C3-4657-969B-2A02976422D5}" type="presOf" srcId="{0D9C241E-A939-4F4C-A759-B2FD437D0E8E}" destId="{DBC356FC-2EF7-4127-B6B3-4CB2E3BD67D4}" srcOrd="0" destOrd="0" presId="urn:microsoft.com/office/officeart/2008/layout/LinedList"/>
    <dgm:cxn modelId="{71C2A7D1-1E59-4575-977F-1B180BBC8893}" srcId="{2F5660DC-C9EE-48C3-9E07-FCC26E4CB88E}" destId="{5DEA7B27-F1B4-4400-A6C7-CD43ABC7CDF9}" srcOrd="1" destOrd="0" parTransId="{2B7915B0-D9FB-400F-B411-3A533EF693F3}" sibTransId="{EEFB6798-942A-42B4-B369-11D38C8ABB7D}"/>
    <dgm:cxn modelId="{A554F2D3-3A99-4FD1-872A-BEE30BC6A191}" type="presOf" srcId="{AB787CDE-C631-4C48-9A43-2E03A47D97BC}" destId="{8C3E4B61-78F4-4D30-8221-9CB754CC1D78}" srcOrd="0" destOrd="0" presId="urn:microsoft.com/office/officeart/2008/layout/LinedList"/>
    <dgm:cxn modelId="{F36089F7-D503-4178-A7A8-A9CC40555B30}" type="presOf" srcId="{141E144A-45FA-4815-A6E3-AF76C578CE0F}" destId="{53665AE5-FD97-4A58-B83E-E0FED59144D6}" srcOrd="0" destOrd="0" presId="urn:microsoft.com/office/officeart/2008/layout/LinedList"/>
    <dgm:cxn modelId="{DFF6D6AA-4B6F-4D4A-B933-24602A618D98}" type="presParOf" srcId="{F29EE481-FB7F-4FFB-BEF3-90D3EE32B1D4}" destId="{0DD65FDC-7CB3-4A85-BA33-FB5602D1A28F}" srcOrd="0" destOrd="0" presId="urn:microsoft.com/office/officeart/2008/layout/LinedList"/>
    <dgm:cxn modelId="{850D3276-B5D3-4C37-9978-6D5C86C811FF}" type="presParOf" srcId="{F29EE481-FB7F-4FFB-BEF3-90D3EE32B1D4}" destId="{89FC7F48-B9DD-4629-A97E-70C2F5451A02}" srcOrd="1" destOrd="0" presId="urn:microsoft.com/office/officeart/2008/layout/LinedList"/>
    <dgm:cxn modelId="{003BDB2E-72D3-43B7-9EAA-245B24B040F9}" type="presParOf" srcId="{89FC7F48-B9DD-4629-A97E-70C2F5451A02}" destId="{53665AE5-FD97-4A58-B83E-E0FED59144D6}" srcOrd="0" destOrd="0" presId="urn:microsoft.com/office/officeart/2008/layout/LinedList"/>
    <dgm:cxn modelId="{283E642E-413F-4D32-8558-717AD558B43F}" type="presParOf" srcId="{89FC7F48-B9DD-4629-A97E-70C2F5451A02}" destId="{087DE36A-3835-4E3A-B416-C984C7C59950}" srcOrd="1" destOrd="0" presId="urn:microsoft.com/office/officeart/2008/layout/LinedList"/>
    <dgm:cxn modelId="{E7CCBD7A-F7E1-4BEC-BE80-91AAD6E97B06}" type="presParOf" srcId="{F29EE481-FB7F-4FFB-BEF3-90D3EE32B1D4}" destId="{CAF0C71B-529F-47D0-84E2-163EFFD9D8D1}" srcOrd="2" destOrd="0" presId="urn:microsoft.com/office/officeart/2008/layout/LinedList"/>
    <dgm:cxn modelId="{4902F20F-7303-40AA-BF65-F46E0F23B0ED}" type="presParOf" srcId="{F29EE481-FB7F-4FFB-BEF3-90D3EE32B1D4}" destId="{86745ACC-BFE8-4C7C-AE5A-B197A97713B9}" srcOrd="3" destOrd="0" presId="urn:microsoft.com/office/officeart/2008/layout/LinedList"/>
    <dgm:cxn modelId="{BCB416C1-52BA-412D-B29E-61726EFBD00D}" type="presParOf" srcId="{86745ACC-BFE8-4C7C-AE5A-B197A97713B9}" destId="{F4CEBE02-02BF-4428-87C4-FBE32DFD4206}" srcOrd="0" destOrd="0" presId="urn:microsoft.com/office/officeart/2008/layout/LinedList"/>
    <dgm:cxn modelId="{EFFA399B-A807-4A9C-A0E1-4CFB5074256C}" type="presParOf" srcId="{86745ACC-BFE8-4C7C-AE5A-B197A97713B9}" destId="{AC5BD4F3-DA9C-4405-B9BD-3454682C2596}" srcOrd="1" destOrd="0" presId="urn:microsoft.com/office/officeart/2008/layout/LinedList"/>
    <dgm:cxn modelId="{1A2396DE-E507-4707-BB01-C29A306A3B27}" type="presParOf" srcId="{F29EE481-FB7F-4FFB-BEF3-90D3EE32B1D4}" destId="{3B508EF4-AC2B-4504-8C9E-1D2CD27A10CF}" srcOrd="4" destOrd="0" presId="urn:microsoft.com/office/officeart/2008/layout/LinedList"/>
    <dgm:cxn modelId="{C78AA709-2FE1-4E3F-A4B3-288A4F6F02A6}" type="presParOf" srcId="{F29EE481-FB7F-4FFB-BEF3-90D3EE32B1D4}" destId="{F0116FE5-45C1-4177-9E63-F6954804F841}" srcOrd="5" destOrd="0" presId="urn:microsoft.com/office/officeart/2008/layout/LinedList"/>
    <dgm:cxn modelId="{AE79AB9D-A764-4A16-9A71-D6DB12C59BF3}" type="presParOf" srcId="{F0116FE5-45C1-4177-9E63-F6954804F841}" destId="{0FB00335-D0E7-4292-B59D-E679AAF08FAF}" srcOrd="0" destOrd="0" presId="urn:microsoft.com/office/officeart/2008/layout/LinedList"/>
    <dgm:cxn modelId="{46C366F4-754A-4049-9482-8C5A29401D07}" type="presParOf" srcId="{F0116FE5-45C1-4177-9E63-F6954804F841}" destId="{BDD673A7-D375-49AD-A585-ECB0EF82568C}" srcOrd="1" destOrd="0" presId="urn:microsoft.com/office/officeart/2008/layout/LinedList"/>
    <dgm:cxn modelId="{4437B130-BA66-4A6A-A26F-BEA1D2EBC84A}" type="presParOf" srcId="{F29EE481-FB7F-4FFB-BEF3-90D3EE32B1D4}" destId="{5505756D-4279-4F20-9B13-6C833BDC7F5E}" srcOrd="6" destOrd="0" presId="urn:microsoft.com/office/officeart/2008/layout/LinedList"/>
    <dgm:cxn modelId="{6E7DFEE0-9A21-4054-858D-329E56A3A6F7}" type="presParOf" srcId="{F29EE481-FB7F-4FFB-BEF3-90D3EE32B1D4}" destId="{B297A509-0AD2-4C06-AD39-C0F92CC13A42}" srcOrd="7" destOrd="0" presId="urn:microsoft.com/office/officeart/2008/layout/LinedList"/>
    <dgm:cxn modelId="{4D7F6CA0-DD9F-40EF-895D-04DB036E4F48}" type="presParOf" srcId="{B297A509-0AD2-4C06-AD39-C0F92CC13A42}" destId="{8C3E4B61-78F4-4D30-8221-9CB754CC1D78}" srcOrd="0" destOrd="0" presId="urn:microsoft.com/office/officeart/2008/layout/LinedList"/>
    <dgm:cxn modelId="{3CFD5780-CD5F-4D96-86F6-7C41BAA7C5CA}" type="presParOf" srcId="{B297A509-0AD2-4C06-AD39-C0F92CC13A42}" destId="{E169FE43-0290-4265-981B-7933B382FB16}" srcOrd="1" destOrd="0" presId="urn:microsoft.com/office/officeart/2008/layout/LinedList"/>
    <dgm:cxn modelId="{08010B13-7018-485A-82F1-7C4310F16399}" type="presParOf" srcId="{F29EE481-FB7F-4FFB-BEF3-90D3EE32B1D4}" destId="{F9880F24-6219-4814-9094-55A4E96898BA}" srcOrd="8" destOrd="0" presId="urn:microsoft.com/office/officeart/2008/layout/LinedList"/>
    <dgm:cxn modelId="{E7CB075F-B8B4-49A2-A9AF-8416B99E4BB5}" type="presParOf" srcId="{F29EE481-FB7F-4FFB-BEF3-90D3EE32B1D4}" destId="{99FD7D41-B721-4491-A3BD-70DD8652DD18}" srcOrd="9" destOrd="0" presId="urn:microsoft.com/office/officeart/2008/layout/LinedList"/>
    <dgm:cxn modelId="{5084FF9C-608E-44AF-93F9-3A1EFD05FB43}" type="presParOf" srcId="{99FD7D41-B721-4491-A3BD-70DD8652DD18}" destId="{8CB0B9EC-6189-4D19-B403-C1BD68CDDF5C}" srcOrd="0" destOrd="0" presId="urn:microsoft.com/office/officeart/2008/layout/LinedList"/>
    <dgm:cxn modelId="{4B310B91-99B5-44B4-BEC6-9ABDB478A5A0}" type="presParOf" srcId="{99FD7D41-B721-4491-A3BD-70DD8652DD18}" destId="{2D82BD67-947F-42CB-8A12-6EF5E0D86EC8}" srcOrd="1" destOrd="0" presId="urn:microsoft.com/office/officeart/2008/layout/LinedList"/>
    <dgm:cxn modelId="{DF5DD4F3-6381-452A-9123-B3AFF964D842}" type="presParOf" srcId="{F29EE481-FB7F-4FFB-BEF3-90D3EE32B1D4}" destId="{ABA6713D-21D2-478D-9106-ED1A0D446922}" srcOrd="10" destOrd="0" presId="urn:microsoft.com/office/officeart/2008/layout/LinedList"/>
    <dgm:cxn modelId="{26311F49-1536-4EED-8E50-917D45955342}" type="presParOf" srcId="{F29EE481-FB7F-4FFB-BEF3-90D3EE32B1D4}" destId="{7853C8C8-168E-4DB1-8527-7974E5732D9C}" srcOrd="11" destOrd="0" presId="urn:microsoft.com/office/officeart/2008/layout/LinedList"/>
    <dgm:cxn modelId="{BA2E3F70-E281-4486-B90D-F41A5A1B5FF9}" type="presParOf" srcId="{7853C8C8-168E-4DB1-8527-7974E5732D9C}" destId="{DBC356FC-2EF7-4127-B6B3-4CB2E3BD67D4}" srcOrd="0" destOrd="0" presId="urn:microsoft.com/office/officeart/2008/layout/LinedList"/>
    <dgm:cxn modelId="{9E78F26F-3AE1-4212-9F4B-42F2DADC99EB}" type="presParOf" srcId="{7853C8C8-168E-4DB1-8527-7974E5732D9C}" destId="{6105389B-C2BA-461A-9210-239E9EC80EB0}" srcOrd="1" destOrd="0" presId="urn:microsoft.com/office/officeart/2008/layout/LinedList"/>
    <dgm:cxn modelId="{C483736C-D136-473A-92A2-807A82F80DD3}" type="presParOf" srcId="{F29EE481-FB7F-4FFB-BEF3-90D3EE32B1D4}" destId="{1BEDAD1A-246B-423A-8B74-FD3484147C48}" srcOrd="12" destOrd="0" presId="urn:microsoft.com/office/officeart/2008/layout/LinedList"/>
    <dgm:cxn modelId="{A2E0E480-0784-4C08-80B3-5E7FC2A988BB}" type="presParOf" srcId="{F29EE481-FB7F-4FFB-BEF3-90D3EE32B1D4}" destId="{A1C9AD8E-9CBD-4B3F-B64B-D905DD08AC46}" srcOrd="13" destOrd="0" presId="urn:microsoft.com/office/officeart/2008/layout/LinedList"/>
    <dgm:cxn modelId="{FA9511EC-8434-450B-8D5E-0ABACD7DB571}" type="presParOf" srcId="{A1C9AD8E-9CBD-4B3F-B64B-D905DD08AC46}" destId="{6AF992B5-F80E-4112-AF4C-53CE23F92855}" srcOrd="0" destOrd="0" presId="urn:microsoft.com/office/officeart/2008/layout/LinedList"/>
    <dgm:cxn modelId="{85279D85-47C5-4484-82C2-E3F5D302DC8D}" type="presParOf" srcId="{A1C9AD8E-9CBD-4B3F-B64B-D905DD08AC46}" destId="{F78C9E7F-15C5-4BB0-B3D9-A0966BDEAD0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67A517-7080-4DBD-A36E-EF75C1A54256}">
      <dsp:nvSpPr>
        <dsp:cNvPr id="0" name=""/>
        <dsp:cNvSpPr/>
      </dsp:nvSpPr>
      <dsp:spPr>
        <a:xfrm>
          <a:off x="0" y="4509172"/>
          <a:ext cx="4435078" cy="739767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Implement, monitor, and evaluate a risk  management plan for a small business</a:t>
          </a:r>
        </a:p>
      </dsp:txBody>
      <dsp:txXfrm>
        <a:off x="0" y="4509172"/>
        <a:ext cx="4435078" cy="739767"/>
      </dsp:txXfrm>
    </dsp:sp>
    <dsp:sp modelId="{6EEFD403-9831-4AC0-AF33-D43C920A2C7E}">
      <dsp:nvSpPr>
        <dsp:cNvPr id="0" name=""/>
        <dsp:cNvSpPr/>
      </dsp:nvSpPr>
      <dsp:spPr>
        <a:xfrm rot="10800000">
          <a:off x="0" y="3382506"/>
          <a:ext cx="4435078" cy="1137762"/>
        </a:xfrm>
        <a:prstGeom prst="upArrowCallou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Indentify the common warning signs of risk for  a small business</a:t>
          </a:r>
        </a:p>
      </dsp:txBody>
      <dsp:txXfrm rot="10800000">
        <a:off x="0" y="3382506"/>
        <a:ext cx="4435078" cy="739284"/>
      </dsp:txXfrm>
    </dsp:sp>
    <dsp:sp modelId="{2E3DEB5B-2A8E-481A-8173-EB5B2F333DF5}">
      <dsp:nvSpPr>
        <dsp:cNvPr id="0" name=""/>
        <dsp:cNvSpPr/>
      </dsp:nvSpPr>
      <dsp:spPr>
        <a:xfrm rot="10800000">
          <a:off x="0" y="2255841"/>
          <a:ext cx="4435078" cy="1137762"/>
        </a:xfrm>
        <a:prstGeom prst="upArrowCallou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Identify situations which may cause risk for a  small business</a:t>
          </a:r>
        </a:p>
      </dsp:txBody>
      <dsp:txXfrm rot="10800000">
        <a:off x="0" y="2255841"/>
        <a:ext cx="4435078" cy="739284"/>
      </dsp:txXfrm>
    </dsp:sp>
    <dsp:sp modelId="{DA97339C-A9CB-456B-AC4B-4E65BABBCAEC}">
      <dsp:nvSpPr>
        <dsp:cNvPr id="0" name=""/>
        <dsp:cNvSpPr/>
      </dsp:nvSpPr>
      <dsp:spPr>
        <a:xfrm rot="10800000">
          <a:off x="0" y="1129175"/>
          <a:ext cx="4435078" cy="1137762"/>
        </a:xfrm>
        <a:prstGeom prst="upArrowCallou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Identify the external and internal factors which  affect risk for a small business</a:t>
          </a:r>
        </a:p>
      </dsp:txBody>
      <dsp:txXfrm rot="10800000">
        <a:off x="0" y="1129175"/>
        <a:ext cx="4435078" cy="739284"/>
      </dsp:txXfrm>
    </dsp:sp>
    <dsp:sp modelId="{AFE5CE23-CD73-46C5-9419-A4A8D03523DA}">
      <dsp:nvSpPr>
        <dsp:cNvPr id="0" name=""/>
        <dsp:cNvSpPr/>
      </dsp:nvSpPr>
      <dsp:spPr>
        <a:xfrm rot="10800000">
          <a:off x="0" y="2510"/>
          <a:ext cx="4435078" cy="1137762"/>
        </a:xfrm>
        <a:prstGeom prst="upArrowCallou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Identify the common risks associated with a  small business</a:t>
          </a:r>
        </a:p>
      </dsp:txBody>
      <dsp:txXfrm rot="10800000">
        <a:off x="0" y="2510"/>
        <a:ext cx="4435078" cy="7392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38F9D5-119A-4B02-A79A-C0F27ADEA4BB}">
      <dsp:nvSpPr>
        <dsp:cNvPr id="0" name=""/>
        <dsp:cNvSpPr/>
      </dsp:nvSpPr>
      <dsp:spPr>
        <a:xfrm>
          <a:off x="0" y="434843"/>
          <a:ext cx="4435078" cy="15876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4211" tIns="583184" rIns="344211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Owner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Employee</a:t>
          </a:r>
        </a:p>
      </dsp:txBody>
      <dsp:txXfrm>
        <a:off x="0" y="434843"/>
        <a:ext cx="4435078" cy="1587600"/>
      </dsp:txXfrm>
    </dsp:sp>
    <dsp:sp modelId="{D786FB5A-1354-4A34-BCA1-BF3CE8D9B573}">
      <dsp:nvSpPr>
        <dsp:cNvPr id="0" name=""/>
        <dsp:cNvSpPr/>
      </dsp:nvSpPr>
      <dsp:spPr>
        <a:xfrm>
          <a:off x="221753" y="21563"/>
          <a:ext cx="3104554" cy="82656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7345" tIns="0" rIns="11734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Death</a:t>
          </a:r>
        </a:p>
      </dsp:txBody>
      <dsp:txXfrm>
        <a:off x="262102" y="61912"/>
        <a:ext cx="3023856" cy="745862"/>
      </dsp:txXfrm>
    </dsp:sp>
    <dsp:sp modelId="{4E05B0F3-6A1F-4E91-87B2-8037CA2C4D22}">
      <dsp:nvSpPr>
        <dsp:cNvPr id="0" name=""/>
        <dsp:cNvSpPr/>
      </dsp:nvSpPr>
      <dsp:spPr>
        <a:xfrm>
          <a:off x="0" y="2586923"/>
          <a:ext cx="4435078" cy="20286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4211" tIns="583184" rIns="344211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Short term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Long term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Indefinite</a:t>
          </a:r>
        </a:p>
      </dsp:txBody>
      <dsp:txXfrm>
        <a:off x="0" y="2586923"/>
        <a:ext cx="4435078" cy="2028600"/>
      </dsp:txXfrm>
    </dsp:sp>
    <dsp:sp modelId="{B035BA78-7A2C-44E0-BE1D-782D3841A4EF}">
      <dsp:nvSpPr>
        <dsp:cNvPr id="0" name=""/>
        <dsp:cNvSpPr/>
      </dsp:nvSpPr>
      <dsp:spPr>
        <a:xfrm>
          <a:off x="221753" y="2173643"/>
          <a:ext cx="3104554" cy="82656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7345" tIns="0" rIns="11734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Illness</a:t>
          </a:r>
        </a:p>
      </dsp:txBody>
      <dsp:txXfrm>
        <a:off x="262102" y="2213992"/>
        <a:ext cx="3023856" cy="7458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2BB21A-E783-44EC-BEC8-07326EA9E201}">
      <dsp:nvSpPr>
        <dsp:cNvPr id="0" name=""/>
        <dsp:cNvSpPr/>
      </dsp:nvSpPr>
      <dsp:spPr>
        <a:xfrm>
          <a:off x="1724173" y="191888"/>
          <a:ext cx="1885652" cy="1885652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Loss of clients or customers</a:t>
          </a:r>
        </a:p>
      </dsp:txBody>
      <dsp:txXfrm>
        <a:off x="2195586" y="191888"/>
        <a:ext cx="942826" cy="1555663"/>
      </dsp:txXfrm>
    </dsp:sp>
    <dsp:sp modelId="{2A52F8E6-3CE8-427D-991E-82590B1859F3}">
      <dsp:nvSpPr>
        <dsp:cNvPr id="0" name=""/>
        <dsp:cNvSpPr/>
      </dsp:nvSpPr>
      <dsp:spPr>
        <a:xfrm rot="3600000">
          <a:off x="3447108" y="1186625"/>
          <a:ext cx="1885652" cy="1885652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Loss of employees</a:t>
          </a:r>
        </a:p>
      </dsp:txBody>
      <dsp:txXfrm rot="-5400000">
        <a:off x="3754992" y="1575540"/>
        <a:ext cx="1555663" cy="942826"/>
      </dsp:txXfrm>
    </dsp:sp>
    <dsp:sp modelId="{94ABBADF-FA62-46DE-B307-33314C9E8D40}">
      <dsp:nvSpPr>
        <dsp:cNvPr id="0" name=""/>
        <dsp:cNvSpPr/>
      </dsp:nvSpPr>
      <dsp:spPr>
        <a:xfrm rot="7200000">
          <a:off x="3447108" y="3176099"/>
          <a:ext cx="1885652" cy="1885652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Decrease in sales prices/fluctuating markets</a:t>
          </a:r>
        </a:p>
      </dsp:txBody>
      <dsp:txXfrm rot="-5400000">
        <a:off x="3754992" y="3730009"/>
        <a:ext cx="1555663" cy="942826"/>
      </dsp:txXfrm>
    </dsp:sp>
    <dsp:sp modelId="{AD686173-922F-4045-9C67-6F28FEFEBFB5}">
      <dsp:nvSpPr>
        <dsp:cNvPr id="0" name=""/>
        <dsp:cNvSpPr/>
      </dsp:nvSpPr>
      <dsp:spPr>
        <a:xfrm rot="10800000">
          <a:off x="1724173" y="4170836"/>
          <a:ext cx="1885652" cy="1885652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Increases in vendor costs</a:t>
          </a:r>
        </a:p>
      </dsp:txBody>
      <dsp:txXfrm rot="10800000">
        <a:off x="2195586" y="4500825"/>
        <a:ext cx="942826" cy="1555663"/>
      </dsp:txXfrm>
    </dsp:sp>
    <dsp:sp modelId="{D60F21E4-DCE9-4220-B036-C85AB98D537B}">
      <dsp:nvSpPr>
        <dsp:cNvPr id="0" name=""/>
        <dsp:cNvSpPr/>
      </dsp:nvSpPr>
      <dsp:spPr>
        <a:xfrm rot="14400000">
          <a:off x="1238" y="3176099"/>
          <a:ext cx="1885652" cy="1885652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Oil or gasoline price increases</a:t>
          </a:r>
        </a:p>
      </dsp:txBody>
      <dsp:txXfrm rot="5400000">
        <a:off x="23344" y="3730009"/>
        <a:ext cx="1555663" cy="942826"/>
      </dsp:txXfrm>
    </dsp:sp>
    <dsp:sp modelId="{260B319E-959F-4FAD-90E8-F667D6BE25C2}">
      <dsp:nvSpPr>
        <dsp:cNvPr id="0" name=""/>
        <dsp:cNvSpPr/>
      </dsp:nvSpPr>
      <dsp:spPr>
        <a:xfrm rot="18000000">
          <a:off x="1238" y="1186625"/>
          <a:ext cx="1885652" cy="1885652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Fixed cost changes (e.g., rent)</a:t>
          </a:r>
        </a:p>
      </dsp:txBody>
      <dsp:txXfrm rot="5400000">
        <a:off x="23344" y="1575540"/>
        <a:ext cx="1555663" cy="94282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16B2B5-7280-4577-A26D-7BD777F6D1AB}">
      <dsp:nvSpPr>
        <dsp:cNvPr id="0" name=""/>
        <dsp:cNvSpPr/>
      </dsp:nvSpPr>
      <dsp:spPr>
        <a:xfrm>
          <a:off x="0" y="413783"/>
          <a:ext cx="4435078" cy="655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B48981-4B71-4D8A-A703-E8E47E14B47C}">
      <dsp:nvSpPr>
        <dsp:cNvPr id="0" name=""/>
        <dsp:cNvSpPr/>
      </dsp:nvSpPr>
      <dsp:spPr>
        <a:xfrm>
          <a:off x="221753" y="30023"/>
          <a:ext cx="3104554" cy="76752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7345" tIns="0" rIns="117345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Written business plan</a:t>
          </a:r>
        </a:p>
      </dsp:txBody>
      <dsp:txXfrm>
        <a:off x="259220" y="67490"/>
        <a:ext cx="3029620" cy="692586"/>
      </dsp:txXfrm>
    </dsp:sp>
    <dsp:sp modelId="{27C63D00-8392-48F7-8180-DE365BAD92A2}">
      <dsp:nvSpPr>
        <dsp:cNvPr id="0" name=""/>
        <dsp:cNvSpPr/>
      </dsp:nvSpPr>
      <dsp:spPr>
        <a:xfrm>
          <a:off x="0" y="1593143"/>
          <a:ext cx="4435078" cy="655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D3C560-B7E0-42DE-A882-9FA690FFB60F}">
      <dsp:nvSpPr>
        <dsp:cNvPr id="0" name=""/>
        <dsp:cNvSpPr/>
      </dsp:nvSpPr>
      <dsp:spPr>
        <a:xfrm>
          <a:off x="221753" y="1209383"/>
          <a:ext cx="3104554" cy="76752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7345" tIns="0" rIns="117345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Outside sources to assist in identifying</a:t>
          </a:r>
        </a:p>
      </dsp:txBody>
      <dsp:txXfrm>
        <a:off x="259220" y="1246850"/>
        <a:ext cx="3029620" cy="692586"/>
      </dsp:txXfrm>
    </dsp:sp>
    <dsp:sp modelId="{6D859D43-8F30-4A00-A92B-55C54F2DDEC8}">
      <dsp:nvSpPr>
        <dsp:cNvPr id="0" name=""/>
        <dsp:cNvSpPr/>
      </dsp:nvSpPr>
      <dsp:spPr>
        <a:xfrm>
          <a:off x="0" y="2772503"/>
          <a:ext cx="4435078" cy="655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400487-7764-471E-8728-13AAA1228BA7}">
      <dsp:nvSpPr>
        <dsp:cNvPr id="0" name=""/>
        <dsp:cNvSpPr/>
      </dsp:nvSpPr>
      <dsp:spPr>
        <a:xfrm>
          <a:off x="221753" y="2388743"/>
          <a:ext cx="3104554" cy="76752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7345" tIns="0" rIns="117345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Risks of your vendors or supplier</a:t>
          </a:r>
        </a:p>
      </dsp:txBody>
      <dsp:txXfrm>
        <a:off x="259220" y="2426210"/>
        <a:ext cx="3029620" cy="692586"/>
      </dsp:txXfrm>
    </dsp:sp>
    <dsp:sp modelId="{1EC2A0A4-B7BE-4C34-BE23-D3286C37DA78}">
      <dsp:nvSpPr>
        <dsp:cNvPr id="0" name=""/>
        <dsp:cNvSpPr/>
      </dsp:nvSpPr>
      <dsp:spPr>
        <a:xfrm>
          <a:off x="0" y="3951864"/>
          <a:ext cx="4435078" cy="655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FD5F4A-97B5-417A-9F92-8A1D66B7E05D}">
      <dsp:nvSpPr>
        <dsp:cNvPr id="0" name=""/>
        <dsp:cNvSpPr/>
      </dsp:nvSpPr>
      <dsp:spPr>
        <a:xfrm>
          <a:off x="221753" y="3568104"/>
          <a:ext cx="3104554" cy="76752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7345" tIns="0" rIns="117345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Business continuity assessment</a:t>
          </a:r>
        </a:p>
      </dsp:txBody>
      <dsp:txXfrm>
        <a:off x="259220" y="3605571"/>
        <a:ext cx="3029620" cy="69258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FD648-CFE9-4ECF-815C-07D4B68B6DA1}">
      <dsp:nvSpPr>
        <dsp:cNvPr id="0" name=""/>
        <dsp:cNvSpPr/>
      </dsp:nvSpPr>
      <dsp:spPr>
        <a:xfrm>
          <a:off x="0" y="0"/>
          <a:ext cx="4435078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0E85E1B-C03C-4D98-B047-B1C6711AD014}">
      <dsp:nvSpPr>
        <dsp:cNvPr id="0" name=""/>
        <dsp:cNvSpPr/>
      </dsp:nvSpPr>
      <dsp:spPr>
        <a:xfrm>
          <a:off x="0" y="0"/>
          <a:ext cx="4435078" cy="1159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Excessive debt in relation to owner's equity  (total liabilities / owner’s equity)</a:t>
          </a:r>
        </a:p>
      </dsp:txBody>
      <dsp:txXfrm>
        <a:off x="0" y="0"/>
        <a:ext cx="4435078" cy="1159272"/>
      </dsp:txXfrm>
    </dsp:sp>
    <dsp:sp modelId="{D23FBD06-E160-4524-AA59-1748DCCA64F3}">
      <dsp:nvSpPr>
        <dsp:cNvPr id="0" name=""/>
        <dsp:cNvSpPr/>
      </dsp:nvSpPr>
      <dsp:spPr>
        <a:xfrm>
          <a:off x="0" y="1159272"/>
          <a:ext cx="443507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3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046F02D-2094-4A13-A01F-886F10F9E02A}">
      <dsp:nvSpPr>
        <dsp:cNvPr id="0" name=""/>
        <dsp:cNvSpPr/>
      </dsp:nvSpPr>
      <dsp:spPr>
        <a:xfrm>
          <a:off x="0" y="1159272"/>
          <a:ext cx="4435078" cy="1159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Reliance on a small number of customers</a:t>
          </a:r>
        </a:p>
      </dsp:txBody>
      <dsp:txXfrm>
        <a:off x="0" y="1159272"/>
        <a:ext cx="4435078" cy="1159272"/>
      </dsp:txXfrm>
    </dsp:sp>
    <dsp:sp modelId="{D576003B-EAC0-44E8-B342-44A59DEF8DBF}">
      <dsp:nvSpPr>
        <dsp:cNvPr id="0" name=""/>
        <dsp:cNvSpPr/>
      </dsp:nvSpPr>
      <dsp:spPr>
        <a:xfrm>
          <a:off x="0" y="2318544"/>
          <a:ext cx="4435078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4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3B54443-2CF4-45F9-AB65-EE119286A047}">
      <dsp:nvSpPr>
        <dsp:cNvPr id="0" name=""/>
        <dsp:cNvSpPr/>
      </dsp:nvSpPr>
      <dsp:spPr>
        <a:xfrm>
          <a:off x="0" y="2318544"/>
          <a:ext cx="4435078" cy="1159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Reliance on one product</a:t>
          </a:r>
        </a:p>
      </dsp:txBody>
      <dsp:txXfrm>
        <a:off x="0" y="2318544"/>
        <a:ext cx="4435078" cy="1159272"/>
      </dsp:txXfrm>
    </dsp:sp>
    <dsp:sp modelId="{F5257DDC-5292-4E08-A4E3-3D0939BCC1E3}">
      <dsp:nvSpPr>
        <dsp:cNvPr id="0" name=""/>
        <dsp:cNvSpPr/>
      </dsp:nvSpPr>
      <dsp:spPr>
        <a:xfrm>
          <a:off x="0" y="3477816"/>
          <a:ext cx="4435078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531B7D2-B92B-44BE-9051-32D7B78DC353}">
      <dsp:nvSpPr>
        <dsp:cNvPr id="0" name=""/>
        <dsp:cNvSpPr/>
      </dsp:nvSpPr>
      <dsp:spPr>
        <a:xfrm>
          <a:off x="0" y="3477816"/>
          <a:ext cx="4435078" cy="1159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Reliance on one or a small number of vendors</a:t>
          </a:r>
        </a:p>
      </dsp:txBody>
      <dsp:txXfrm>
        <a:off x="0" y="3477816"/>
        <a:ext cx="4435078" cy="115927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9D313C-B43C-47C9-8489-6A0569C09AB0}">
      <dsp:nvSpPr>
        <dsp:cNvPr id="0" name=""/>
        <dsp:cNvSpPr/>
      </dsp:nvSpPr>
      <dsp:spPr>
        <a:xfrm>
          <a:off x="0" y="1594567"/>
          <a:ext cx="4830365" cy="478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253D1E-ED87-4670-AFA4-B872BC86C85E}">
      <dsp:nvSpPr>
        <dsp:cNvPr id="0" name=""/>
        <dsp:cNvSpPr/>
      </dsp:nvSpPr>
      <dsp:spPr>
        <a:xfrm>
          <a:off x="241518" y="1314127"/>
          <a:ext cx="3381256" cy="56088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803" tIns="0" rIns="12780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Cash flow problems</a:t>
          </a:r>
        </a:p>
      </dsp:txBody>
      <dsp:txXfrm>
        <a:off x="268898" y="1341507"/>
        <a:ext cx="3326496" cy="506120"/>
      </dsp:txXfrm>
    </dsp:sp>
    <dsp:sp modelId="{D60E4D8E-9321-4687-84D9-17DC372504E5}">
      <dsp:nvSpPr>
        <dsp:cNvPr id="0" name=""/>
        <dsp:cNvSpPr/>
      </dsp:nvSpPr>
      <dsp:spPr>
        <a:xfrm>
          <a:off x="0" y="2456407"/>
          <a:ext cx="4830365" cy="478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CBD37E-9AF3-452A-832D-A5AC17B454E5}">
      <dsp:nvSpPr>
        <dsp:cNvPr id="0" name=""/>
        <dsp:cNvSpPr/>
      </dsp:nvSpPr>
      <dsp:spPr>
        <a:xfrm>
          <a:off x="241518" y="2175967"/>
          <a:ext cx="3381256" cy="56088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803" tIns="0" rIns="12780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Irregularities in accounting, bank or timecard  records</a:t>
          </a:r>
        </a:p>
      </dsp:txBody>
      <dsp:txXfrm>
        <a:off x="268898" y="2203347"/>
        <a:ext cx="3326496" cy="506120"/>
      </dsp:txXfrm>
    </dsp:sp>
    <dsp:sp modelId="{BD73B6A9-72EE-4514-9D51-0CBB2F673800}">
      <dsp:nvSpPr>
        <dsp:cNvPr id="0" name=""/>
        <dsp:cNvSpPr/>
      </dsp:nvSpPr>
      <dsp:spPr>
        <a:xfrm>
          <a:off x="0" y="3318247"/>
          <a:ext cx="4830365" cy="478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C68FCC-9162-4557-A1C8-77DE1F7FE132}">
      <dsp:nvSpPr>
        <dsp:cNvPr id="0" name=""/>
        <dsp:cNvSpPr/>
      </dsp:nvSpPr>
      <dsp:spPr>
        <a:xfrm>
          <a:off x="241518" y="3037807"/>
          <a:ext cx="3381256" cy="56088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803" tIns="0" rIns="12780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Irregularities in computer system  administrative reports</a:t>
          </a:r>
        </a:p>
      </dsp:txBody>
      <dsp:txXfrm>
        <a:off x="268898" y="3065187"/>
        <a:ext cx="3326496" cy="506120"/>
      </dsp:txXfrm>
    </dsp:sp>
    <dsp:sp modelId="{8948AE0C-5C54-4F36-94F0-4C938D523258}">
      <dsp:nvSpPr>
        <dsp:cNvPr id="0" name=""/>
        <dsp:cNvSpPr/>
      </dsp:nvSpPr>
      <dsp:spPr>
        <a:xfrm>
          <a:off x="0" y="4180087"/>
          <a:ext cx="4830365" cy="478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1A5485-A7C4-4669-A5DB-E6547294C174}">
      <dsp:nvSpPr>
        <dsp:cNvPr id="0" name=""/>
        <dsp:cNvSpPr/>
      </dsp:nvSpPr>
      <dsp:spPr>
        <a:xfrm>
          <a:off x="241518" y="3899647"/>
          <a:ext cx="3381256" cy="56088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803" tIns="0" rIns="12780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High employee turnover rate</a:t>
          </a:r>
        </a:p>
      </dsp:txBody>
      <dsp:txXfrm>
        <a:off x="268898" y="3927027"/>
        <a:ext cx="3326496" cy="50612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AD174B-3C56-4D61-9846-DA62C46344A4}">
      <dsp:nvSpPr>
        <dsp:cNvPr id="0" name=""/>
        <dsp:cNvSpPr/>
      </dsp:nvSpPr>
      <dsp:spPr>
        <a:xfrm>
          <a:off x="0" y="361584"/>
          <a:ext cx="4435078" cy="92663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Inclusion in initial written business plan</a:t>
          </a:r>
        </a:p>
      </dsp:txBody>
      <dsp:txXfrm>
        <a:off x="45235" y="406819"/>
        <a:ext cx="4344608" cy="836169"/>
      </dsp:txXfrm>
    </dsp:sp>
    <dsp:sp modelId="{1F66B78B-CD41-4934-A096-35C57B3AF91E}">
      <dsp:nvSpPr>
        <dsp:cNvPr id="0" name=""/>
        <dsp:cNvSpPr/>
      </dsp:nvSpPr>
      <dsp:spPr>
        <a:xfrm>
          <a:off x="0" y="1357344"/>
          <a:ext cx="4435078" cy="926639"/>
        </a:xfrm>
        <a:prstGeom prst="roundRect">
          <a:avLst/>
        </a:prstGeom>
        <a:gradFill rotWithShape="0">
          <a:gsLst>
            <a:gs pos="0">
              <a:schemeClr val="accent2">
                <a:hueOff val="-1130992"/>
                <a:satOff val="3728"/>
                <a:lumOff val="3987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1130992"/>
                <a:satOff val="3728"/>
                <a:lumOff val="3987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1130992"/>
                <a:satOff val="3728"/>
                <a:lumOff val="3987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Monitor and update business plan  periodically</a:t>
          </a:r>
        </a:p>
      </dsp:txBody>
      <dsp:txXfrm>
        <a:off x="45235" y="1402579"/>
        <a:ext cx="4344608" cy="836169"/>
      </dsp:txXfrm>
    </dsp:sp>
    <dsp:sp modelId="{8A14CB18-B3F2-425D-BAC9-5363CF1EAC0F}">
      <dsp:nvSpPr>
        <dsp:cNvPr id="0" name=""/>
        <dsp:cNvSpPr/>
      </dsp:nvSpPr>
      <dsp:spPr>
        <a:xfrm>
          <a:off x="0" y="2353104"/>
          <a:ext cx="4435078" cy="926639"/>
        </a:xfrm>
        <a:prstGeom prst="roundRect">
          <a:avLst/>
        </a:prstGeom>
        <a:gradFill rotWithShape="0">
          <a:gsLst>
            <a:gs pos="0">
              <a:schemeClr val="accent2">
                <a:hueOff val="-2261984"/>
                <a:satOff val="7457"/>
                <a:lumOff val="7974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2261984"/>
                <a:satOff val="7457"/>
                <a:lumOff val="7974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2261984"/>
                <a:satOff val="7457"/>
                <a:lumOff val="7974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Insure equipment and use service plans</a:t>
          </a:r>
        </a:p>
      </dsp:txBody>
      <dsp:txXfrm>
        <a:off x="45235" y="2398339"/>
        <a:ext cx="4344608" cy="836169"/>
      </dsp:txXfrm>
    </dsp:sp>
    <dsp:sp modelId="{4D626DDF-6157-49E4-9FD0-719170B97EB8}">
      <dsp:nvSpPr>
        <dsp:cNvPr id="0" name=""/>
        <dsp:cNvSpPr/>
      </dsp:nvSpPr>
      <dsp:spPr>
        <a:xfrm>
          <a:off x="0" y="3348864"/>
          <a:ext cx="4435078" cy="926639"/>
        </a:xfrm>
        <a:prstGeom prst="roundRect">
          <a:avLst/>
        </a:prstGeom>
        <a:gradFill rotWithShape="0">
          <a:gsLst>
            <a:gs pos="0">
              <a:schemeClr val="accent2">
                <a:hueOff val="-3392975"/>
                <a:satOff val="11185"/>
                <a:lumOff val="1196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3392975"/>
                <a:satOff val="11185"/>
                <a:lumOff val="1196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3392975"/>
                <a:satOff val="11185"/>
                <a:lumOff val="1196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Know your buyers and suppliers – backup  relationships</a:t>
          </a:r>
        </a:p>
      </dsp:txBody>
      <dsp:txXfrm>
        <a:off x="45235" y="3394099"/>
        <a:ext cx="4344608" cy="83616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071524-AC89-4350-BE90-8E5B57134389}">
      <dsp:nvSpPr>
        <dsp:cNvPr id="0" name=""/>
        <dsp:cNvSpPr/>
      </dsp:nvSpPr>
      <dsp:spPr>
        <a:xfrm>
          <a:off x="0" y="649993"/>
          <a:ext cx="2428875" cy="14573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Location to continue business operations</a:t>
          </a:r>
        </a:p>
      </dsp:txBody>
      <dsp:txXfrm>
        <a:off x="0" y="649993"/>
        <a:ext cx="2428875" cy="1457324"/>
      </dsp:txXfrm>
    </dsp:sp>
    <dsp:sp modelId="{A53A3C08-3767-4217-B5A8-C1A77BB24B15}">
      <dsp:nvSpPr>
        <dsp:cNvPr id="0" name=""/>
        <dsp:cNvSpPr/>
      </dsp:nvSpPr>
      <dsp:spPr>
        <a:xfrm>
          <a:off x="2671762" y="649993"/>
          <a:ext cx="2428875" cy="145732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Establish a manual system</a:t>
          </a:r>
        </a:p>
      </dsp:txBody>
      <dsp:txXfrm>
        <a:off x="2671762" y="649993"/>
        <a:ext cx="2428875" cy="1457324"/>
      </dsp:txXfrm>
    </dsp:sp>
    <dsp:sp modelId="{81F3AE22-07BB-41BD-95CF-471B4978C61D}">
      <dsp:nvSpPr>
        <dsp:cNvPr id="0" name=""/>
        <dsp:cNvSpPr/>
      </dsp:nvSpPr>
      <dsp:spPr>
        <a:xfrm>
          <a:off x="5343525" y="649993"/>
          <a:ext cx="2428875" cy="145732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Train staff to continue operations</a:t>
          </a:r>
        </a:p>
      </dsp:txBody>
      <dsp:txXfrm>
        <a:off x="5343525" y="649993"/>
        <a:ext cx="2428875" cy="1457324"/>
      </dsp:txXfrm>
    </dsp:sp>
    <dsp:sp modelId="{83D67628-FD15-43CC-9C22-2036302C68B9}">
      <dsp:nvSpPr>
        <dsp:cNvPr id="0" name=""/>
        <dsp:cNvSpPr/>
      </dsp:nvSpPr>
      <dsp:spPr>
        <a:xfrm>
          <a:off x="0" y="2350206"/>
          <a:ext cx="2428875" cy="145732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Backup operating systems, list staff duties and  contacts</a:t>
          </a:r>
        </a:p>
      </dsp:txBody>
      <dsp:txXfrm>
        <a:off x="0" y="2350206"/>
        <a:ext cx="2428875" cy="1457324"/>
      </dsp:txXfrm>
    </dsp:sp>
    <dsp:sp modelId="{34214402-F141-4724-AD8C-C83D086E2D03}">
      <dsp:nvSpPr>
        <dsp:cNvPr id="0" name=""/>
        <dsp:cNvSpPr/>
      </dsp:nvSpPr>
      <dsp:spPr>
        <a:xfrm>
          <a:off x="2671762" y="2350206"/>
          <a:ext cx="2428875" cy="145732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Review contracts with buyers for provisions</a:t>
          </a:r>
        </a:p>
      </dsp:txBody>
      <dsp:txXfrm>
        <a:off x="2671762" y="2350206"/>
        <a:ext cx="2428875" cy="1457324"/>
      </dsp:txXfrm>
    </dsp:sp>
    <dsp:sp modelId="{E27F351E-C3A8-4C84-85FC-2AA6F0CBC95E}">
      <dsp:nvSpPr>
        <dsp:cNvPr id="0" name=""/>
        <dsp:cNvSpPr/>
      </dsp:nvSpPr>
      <dsp:spPr>
        <a:xfrm>
          <a:off x="5343525" y="2350206"/>
          <a:ext cx="2428875" cy="14573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Know systems provider backup and  contingency operational plans</a:t>
          </a:r>
        </a:p>
      </dsp:txBody>
      <dsp:txXfrm>
        <a:off x="5343525" y="2350206"/>
        <a:ext cx="2428875" cy="145732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108441-7EAD-449F-8C2C-EA7BE6EBD100}">
      <dsp:nvSpPr>
        <dsp:cNvPr id="0" name=""/>
        <dsp:cNvSpPr/>
      </dsp:nvSpPr>
      <dsp:spPr>
        <a:xfrm>
          <a:off x="0" y="302003"/>
          <a:ext cx="4435078" cy="428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944A42-6478-4534-A459-F31032A5D087}">
      <dsp:nvSpPr>
        <dsp:cNvPr id="0" name=""/>
        <dsp:cNvSpPr/>
      </dsp:nvSpPr>
      <dsp:spPr>
        <a:xfrm>
          <a:off x="221753" y="51083"/>
          <a:ext cx="3104554" cy="5018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7345" tIns="0" rIns="11734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Shop them</a:t>
          </a:r>
        </a:p>
      </dsp:txBody>
      <dsp:txXfrm>
        <a:off x="246251" y="75581"/>
        <a:ext cx="3055558" cy="452844"/>
      </dsp:txXfrm>
    </dsp:sp>
    <dsp:sp modelId="{8410BDF2-B9B4-46E0-A20D-3E44D3E25142}">
      <dsp:nvSpPr>
        <dsp:cNvPr id="0" name=""/>
        <dsp:cNvSpPr/>
      </dsp:nvSpPr>
      <dsp:spPr>
        <a:xfrm>
          <a:off x="0" y="1073123"/>
          <a:ext cx="4435078" cy="428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7F156D-6904-47AB-B200-69412625CB3A}">
      <dsp:nvSpPr>
        <dsp:cNvPr id="0" name=""/>
        <dsp:cNvSpPr/>
      </dsp:nvSpPr>
      <dsp:spPr>
        <a:xfrm>
          <a:off x="221753" y="822203"/>
          <a:ext cx="3104554" cy="5018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7345" tIns="0" rIns="11734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Check advertising</a:t>
          </a:r>
        </a:p>
      </dsp:txBody>
      <dsp:txXfrm>
        <a:off x="246251" y="846701"/>
        <a:ext cx="3055558" cy="452844"/>
      </dsp:txXfrm>
    </dsp:sp>
    <dsp:sp modelId="{0EEF156E-EC75-4A84-A62C-D8695F774BFB}">
      <dsp:nvSpPr>
        <dsp:cNvPr id="0" name=""/>
        <dsp:cNvSpPr/>
      </dsp:nvSpPr>
      <dsp:spPr>
        <a:xfrm>
          <a:off x="0" y="1844243"/>
          <a:ext cx="4435078" cy="428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236A87-8F4D-4781-8960-031313709DFE}">
      <dsp:nvSpPr>
        <dsp:cNvPr id="0" name=""/>
        <dsp:cNvSpPr/>
      </dsp:nvSpPr>
      <dsp:spPr>
        <a:xfrm>
          <a:off x="221753" y="1593323"/>
          <a:ext cx="3104554" cy="5018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7345" tIns="0" rIns="11734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Product lines</a:t>
          </a:r>
        </a:p>
      </dsp:txBody>
      <dsp:txXfrm>
        <a:off x="246251" y="1617821"/>
        <a:ext cx="3055558" cy="452844"/>
      </dsp:txXfrm>
    </dsp:sp>
    <dsp:sp modelId="{816C724D-C2BE-46C0-A40D-FBC6DBA515B9}">
      <dsp:nvSpPr>
        <dsp:cNvPr id="0" name=""/>
        <dsp:cNvSpPr/>
      </dsp:nvSpPr>
      <dsp:spPr>
        <a:xfrm>
          <a:off x="0" y="2615364"/>
          <a:ext cx="4435078" cy="428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88EDCE-7F9D-4764-8919-15C77ECF681D}">
      <dsp:nvSpPr>
        <dsp:cNvPr id="0" name=""/>
        <dsp:cNvSpPr/>
      </dsp:nvSpPr>
      <dsp:spPr>
        <a:xfrm>
          <a:off x="221753" y="2364444"/>
          <a:ext cx="3104554" cy="5018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7345" tIns="0" rIns="11734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Pricing</a:t>
          </a:r>
        </a:p>
      </dsp:txBody>
      <dsp:txXfrm>
        <a:off x="246251" y="2388942"/>
        <a:ext cx="3055558" cy="452844"/>
      </dsp:txXfrm>
    </dsp:sp>
    <dsp:sp modelId="{9E43C7B9-4812-4033-BA2F-D246559AB2B0}">
      <dsp:nvSpPr>
        <dsp:cNvPr id="0" name=""/>
        <dsp:cNvSpPr/>
      </dsp:nvSpPr>
      <dsp:spPr>
        <a:xfrm>
          <a:off x="0" y="3386483"/>
          <a:ext cx="4435078" cy="428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F7238C-4087-47DA-9E78-AECBE8AE0D13}">
      <dsp:nvSpPr>
        <dsp:cNvPr id="0" name=""/>
        <dsp:cNvSpPr/>
      </dsp:nvSpPr>
      <dsp:spPr>
        <a:xfrm>
          <a:off x="221753" y="3135563"/>
          <a:ext cx="3104554" cy="5018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7345" tIns="0" rIns="11734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Customer interaction</a:t>
          </a:r>
        </a:p>
      </dsp:txBody>
      <dsp:txXfrm>
        <a:off x="246251" y="3160061"/>
        <a:ext cx="3055558" cy="452844"/>
      </dsp:txXfrm>
    </dsp:sp>
    <dsp:sp modelId="{149873E2-3687-4523-8530-733D1F647E4E}">
      <dsp:nvSpPr>
        <dsp:cNvPr id="0" name=""/>
        <dsp:cNvSpPr/>
      </dsp:nvSpPr>
      <dsp:spPr>
        <a:xfrm>
          <a:off x="0" y="4157604"/>
          <a:ext cx="4435078" cy="428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F54CB9-71C7-4983-A090-89563A943FFE}">
      <dsp:nvSpPr>
        <dsp:cNvPr id="0" name=""/>
        <dsp:cNvSpPr/>
      </dsp:nvSpPr>
      <dsp:spPr>
        <a:xfrm>
          <a:off x="221753" y="3906684"/>
          <a:ext cx="3104554" cy="5018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7345" tIns="0" rIns="11734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Employee retention</a:t>
          </a:r>
        </a:p>
      </dsp:txBody>
      <dsp:txXfrm>
        <a:off x="246251" y="3931182"/>
        <a:ext cx="3055558" cy="45284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D65FDC-7CB3-4A85-BA33-FB5602D1A28F}">
      <dsp:nvSpPr>
        <dsp:cNvPr id="0" name=""/>
        <dsp:cNvSpPr/>
      </dsp:nvSpPr>
      <dsp:spPr>
        <a:xfrm>
          <a:off x="0" y="566"/>
          <a:ext cx="513516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3665AE5-FD97-4A58-B83E-E0FED59144D6}">
      <dsp:nvSpPr>
        <dsp:cNvPr id="0" name=""/>
        <dsp:cNvSpPr/>
      </dsp:nvSpPr>
      <dsp:spPr>
        <a:xfrm>
          <a:off x="0" y="566"/>
          <a:ext cx="5135165" cy="662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Include exit strategy in business plan</a:t>
          </a:r>
        </a:p>
      </dsp:txBody>
      <dsp:txXfrm>
        <a:off x="0" y="566"/>
        <a:ext cx="5135165" cy="662279"/>
      </dsp:txXfrm>
    </dsp:sp>
    <dsp:sp modelId="{CAF0C71B-529F-47D0-84E2-163EFFD9D8D1}">
      <dsp:nvSpPr>
        <dsp:cNvPr id="0" name=""/>
        <dsp:cNvSpPr/>
      </dsp:nvSpPr>
      <dsp:spPr>
        <a:xfrm>
          <a:off x="0" y="662845"/>
          <a:ext cx="5135165" cy="0"/>
        </a:xfrm>
        <a:prstGeom prst="line">
          <a:avLst/>
        </a:prstGeom>
        <a:gradFill rotWithShape="0">
          <a:gsLst>
            <a:gs pos="0">
              <a:schemeClr val="accent2">
                <a:hueOff val="-565496"/>
                <a:satOff val="1864"/>
                <a:lumOff val="1994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565496"/>
                <a:satOff val="1864"/>
                <a:lumOff val="1994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565496"/>
                <a:satOff val="1864"/>
                <a:lumOff val="1994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565496"/>
              <a:satOff val="1864"/>
              <a:lumOff val="199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4CEBE02-02BF-4428-87C4-FBE32DFD4206}">
      <dsp:nvSpPr>
        <dsp:cNvPr id="0" name=""/>
        <dsp:cNvSpPr/>
      </dsp:nvSpPr>
      <dsp:spPr>
        <a:xfrm>
          <a:off x="0" y="662845"/>
          <a:ext cx="5135165" cy="662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Revisit it periodically</a:t>
          </a:r>
        </a:p>
      </dsp:txBody>
      <dsp:txXfrm>
        <a:off x="0" y="662845"/>
        <a:ext cx="5135165" cy="662279"/>
      </dsp:txXfrm>
    </dsp:sp>
    <dsp:sp modelId="{3B508EF4-AC2B-4504-8C9E-1D2CD27A10CF}">
      <dsp:nvSpPr>
        <dsp:cNvPr id="0" name=""/>
        <dsp:cNvSpPr/>
      </dsp:nvSpPr>
      <dsp:spPr>
        <a:xfrm>
          <a:off x="0" y="1325124"/>
          <a:ext cx="5135165" cy="0"/>
        </a:xfrm>
        <a:prstGeom prst="line">
          <a:avLst/>
        </a:prstGeom>
        <a:gradFill rotWithShape="0">
          <a:gsLst>
            <a:gs pos="0">
              <a:schemeClr val="accent2">
                <a:hueOff val="-1130992"/>
                <a:satOff val="3728"/>
                <a:lumOff val="3987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1130992"/>
                <a:satOff val="3728"/>
                <a:lumOff val="3987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1130992"/>
                <a:satOff val="3728"/>
                <a:lumOff val="3987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1130992"/>
              <a:satOff val="3728"/>
              <a:lumOff val="398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FB00335-D0E7-4292-B59D-E679AAF08FAF}">
      <dsp:nvSpPr>
        <dsp:cNvPr id="0" name=""/>
        <dsp:cNvSpPr/>
      </dsp:nvSpPr>
      <dsp:spPr>
        <a:xfrm>
          <a:off x="0" y="1325124"/>
          <a:ext cx="5135165" cy="662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Insurance payment and liquidation of assets</a:t>
          </a:r>
        </a:p>
      </dsp:txBody>
      <dsp:txXfrm>
        <a:off x="0" y="1325124"/>
        <a:ext cx="5135165" cy="662279"/>
      </dsp:txXfrm>
    </dsp:sp>
    <dsp:sp modelId="{5505756D-4279-4F20-9B13-6C833BDC7F5E}">
      <dsp:nvSpPr>
        <dsp:cNvPr id="0" name=""/>
        <dsp:cNvSpPr/>
      </dsp:nvSpPr>
      <dsp:spPr>
        <a:xfrm>
          <a:off x="0" y="1987404"/>
          <a:ext cx="5135165" cy="0"/>
        </a:xfrm>
        <a:prstGeom prst="line">
          <a:avLst/>
        </a:prstGeom>
        <a:gradFill rotWithShape="0">
          <a:gsLst>
            <a:gs pos="0">
              <a:schemeClr val="accent2">
                <a:hueOff val="-1696488"/>
                <a:satOff val="5592"/>
                <a:lumOff val="598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1696488"/>
                <a:satOff val="5592"/>
                <a:lumOff val="598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1696488"/>
                <a:satOff val="5592"/>
                <a:lumOff val="598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1696488"/>
              <a:satOff val="5592"/>
              <a:lumOff val="598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C3E4B61-78F4-4D30-8221-9CB754CC1D78}">
      <dsp:nvSpPr>
        <dsp:cNvPr id="0" name=""/>
        <dsp:cNvSpPr/>
      </dsp:nvSpPr>
      <dsp:spPr>
        <a:xfrm>
          <a:off x="0" y="1987404"/>
          <a:ext cx="5135165" cy="662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Liquidation of assets without insurance</a:t>
          </a:r>
        </a:p>
      </dsp:txBody>
      <dsp:txXfrm>
        <a:off x="0" y="1987404"/>
        <a:ext cx="5135165" cy="662279"/>
      </dsp:txXfrm>
    </dsp:sp>
    <dsp:sp modelId="{F9880F24-6219-4814-9094-55A4E96898BA}">
      <dsp:nvSpPr>
        <dsp:cNvPr id="0" name=""/>
        <dsp:cNvSpPr/>
      </dsp:nvSpPr>
      <dsp:spPr>
        <a:xfrm>
          <a:off x="0" y="2649683"/>
          <a:ext cx="5135165" cy="0"/>
        </a:xfrm>
        <a:prstGeom prst="line">
          <a:avLst/>
        </a:prstGeom>
        <a:gradFill rotWithShape="0">
          <a:gsLst>
            <a:gs pos="0">
              <a:schemeClr val="accent2">
                <a:hueOff val="-2261984"/>
                <a:satOff val="7457"/>
                <a:lumOff val="7974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2261984"/>
                <a:satOff val="7457"/>
                <a:lumOff val="7974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2261984"/>
                <a:satOff val="7457"/>
                <a:lumOff val="7974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2261984"/>
              <a:satOff val="7457"/>
              <a:lumOff val="797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CB0B9EC-6189-4D19-B403-C1BD68CDDF5C}">
      <dsp:nvSpPr>
        <dsp:cNvPr id="0" name=""/>
        <dsp:cNvSpPr/>
      </dsp:nvSpPr>
      <dsp:spPr>
        <a:xfrm>
          <a:off x="0" y="2649683"/>
          <a:ext cx="5135165" cy="662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Trustee to handle</a:t>
          </a:r>
        </a:p>
      </dsp:txBody>
      <dsp:txXfrm>
        <a:off x="0" y="2649683"/>
        <a:ext cx="5135165" cy="662279"/>
      </dsp:txXfrm>
    </dsp:sp>
    <dsp:sp modelId="{ABA6713D-21D2-478D-9106-ED1A0D446922}">
      <dsp:nvSpPr>
        <dsp:cNvPr id="0" name=""/>
        <dsp:cNvSpPr/>
      </dsp:nvSpPr>
      <dsp:spPr>
        <a:xfrm>
          <a:off x="0" y="3311963"/>
          <a:ext cx="5135165" cy="0"/>
        </a:xfrm>
        <a:prstGeom prst="line">
          <a:avLst/>
        </a:prstGeom>
        <a:gradFill rotWithShape="0">
          <a:gsLst>
            <a:gs pos="0">
              <a:schemeClr val="accent2">
                <a:hueOff val="-2827479"/>
                <a:satOff val="9321"/>
                <a:lumOff val="9968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2827479"/>
                <a:satOff val="9321"/>
                <a:lumOff val="9968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2827479"/>
                <a:satOff val="9321"/>
                <a:lumOff val="9968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2827479"/>
              <a:satOff val="9321"/>
              <a:lumOff val="996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BC356FC-2EF7-4127-B6B3-4CB2E3BD67D4}">
      <dsp:nvSpPr>
        <dsp:cNvPr id="0" name=""/>
        <dsp:cNvSpPr/>
      </dsp:nvSpPr>
      <dsp:spPr>
        <a:xfrm>
          <a:off x="0" y="3311963"/>
          <a:ext cx="5135165" cy="662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Family member</a:t>
          </a:r>
        </a:p>
      </dsp:txBody>
      <dsp:txXfrm>
        <a:off x="0" y="3311963"/>
        <a:ext cx="5135165" cy="662279"/>
      </dsp:txXfrm>
    </dsp:sp>
    <dsp:sp modelId="{1BEDAD1A-246B-423A-8B74-FD3484147C48}">
      <dsp:nvSpPr>
        <dsp:cNvPr id="0" name=""/>
        <dsp:cNvSpPr/>
      </dsp:nvSpPr>
      <dsp:spPr>
        <a:xfrm>
          <a:off x="0" y="3974242"/>
          <a:ext cx="5135165" cy="0"/>
        </a:xfrm>
        <a:prstGeom prst="line">
          <a:avLst/>
        </a:prstGeom>
        <a:gradFill rotWithShape="0">
          <a:gsLst>
            <a:gs pos="0">
              <a:schemeClr val="accent2">
                <a:hueOff val="-3392975"/>
                <a:satOff val="11185"/>
                <a:lumOff val="1196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3392975"/>
                <a:satOff val="11185"/>
                <a:lumOff val="1196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3392975"/>
                <a:satOff val="11185"/>
                <a:lumOff val="1196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3392975"/>
              <a:satOff val="11185"/>
              <a:lumOff val="1196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AF992B5-F80E-4112-AF4C-53CE23F92855}">
      <dsp:nvSpPr>
        <dsp:cNvPr id="0" name=""/>
        <dsp:cNvSpPr/>
      </dsp:nvSpPr>
      <dsp:spPr>
        <a:xfrm>
          <a:off x="0" y="3974242"/>
          <a:ext cx="5135165" cy="662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Employees</a:t>
          </a:r>
        </a:p>
      </dsp:txBody>
      <dsp:txXfrm>
        <a:off x="0" y="3974242"/>
        <a:ext cx="5135165" cy="6622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pc="25">
                <a:solidFill>
                  <a:srgbClr val="FFFFFF"/>
                </a:solidFill>
              </a:rPr>
              <a:t>RISK</a:t>
            </a:r>
            <a:r>
              <a:rPr lang="en-US" spc="25"/>
              <a:t>MANAGEMENT</a:t>
            </a:r>
            <a:r>
              <a:rPr lang="en-US" spc="210"/>
              <a:t> </a:t>
            </a:r>
            <a:r>
              <a:rPr lang="en-US" spc="-35"/>
              <a:t>‹#›</a:t>
            </a:r>
            <a:endParaRPr lang="en-US" spc="-3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8937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pc="25">
                <a:solidFill>
                  <a:srgbClr val="FFFFFF"/>
                </a:solidFill>
              </a:rPr>
              <a:t>RISK</a:t>
            </a:r>
            <a:r>
              <a:rPr lang="en-US" spc="25"/>
              <a:t>MANAGEMENT</a:t>
            </a:r>
            <a:r>
              <a:rPr lang="en-US" spc="210"/>
              <a:t> </a:t>
            </a:r>
            <a:r>
              <a:rPr lang="en-US" spc="-35"/>
              <a:t>‹#›</a:t>
            </a:r>
            <a:endParaRPr lang="en-US" spc="-3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1269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pc="25">
                <a:solidFill>
                  <a:srgbClr val="FFFFFF"/>
                </a:solidFill>
              </a:rPr>
              <a:t>RISK</a:t>
            </a:r>
            <a:r>
              <a:rPr lang="en-US" spc="25"/>
              <a:t>MANAGEMENT</a:t>
            </a:r>
            <a:r>
              <a:rPr lang="en-US" spc="210"/>
              <a:t> </a:t>
            </a:r>
            <a:r>
              <a:rPr lang="en-US" spc="-35"/>
              <a:t>‹#›</a:t>
            </a:r>
            <a:endParaRPr lang="en-US" spc="-3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9636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pc="25">
                <a:solidFill>
                  <a:srgbClr val="FFFFFF"/>
                </a:solidFill>
              </a:rPr>
              <a:t>RISK</a:t>
            </a:r>
            <a:r>
              <a:rPr lang="en-US" spc="25"/>
              <a:t>MANAGEMENT</a:t>
            </a:r>
            <a:r>
              <a:rPr lang="en-US" spc="210"/>
              <a:t> </a:t>
            </a:r>
            <a:r>
              <a:rPr lang="en-US" spc="-35"/>
              <a:t>‹#›</a:t>
            </a:r>
            <a:endParaRPr lang="en-US" spc="-3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514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pc="25">
                <a:solidFill>
                  <a:srgbClr val="FFFFFF"/>
                </a:solidFill>
              </a:rPr>
              <a:t>RISK</a:t>
            </a:r>
            <a:r>
              <a:rPr lang="en-US" spc="25"/>
              <a:t>MANAGEMENT</a:t>
            </a:r>
            <a:r>
              <a:rPr lang="en-US" spc="210"/>
              <a:t> </a:t>
            </a:r>
            <a:r>
              <a:rPr lang="en-US" spc="-35"/>
              <a:t>‹#›</a:t>
            </a:r>
            <a:endParaRPr lang="en-US" spc="-35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918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pc="25">
                <a:solidFill>
                  <a:srgbClr val="FFFFFF"/>
                </a:solidFill>
              </a:rPr>
              <a:t>RISK</a:t>
            </a:r>
            <a:r>
              <a:rPr lang="en-US" spc="25"/>
              <a:t>MANAGEMENT</a:t>
            </a:r>
            <a:r>
              <a:rPr lang="en-US" spc="210"/>
              <a:t> </a:t>
            </a:r>
            <a:r>
              <a:rPr lang="en-US" spc="-35"/>
              <a:t>‹#›</a:t>
            </a:r>
            <a:endParaRPr lang="en-US" spc="-35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472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pc="25">
                <a:solidFill>
                  <a:srgbClr val="FFFFFF"/>
                </a:solidFill>
              </a:rPr>
              <a:t>RISK</a:t>
            </a:r>
            <a:r>
              <a:rPr lang="en-US" spc="25"/>
              <a:t>MANAGEMENT</a:t>
            </a:r>
            <a:r>
              <a:rPr lang="en-US" spc="210"/>
              <a:t> </a:t>
            </a:r>
            <a:r>
              <a:rPr lang="en-US" spc="-35"/>
              <a:t>‹#›</a:t>
            </a:r>
            <a:endParaRPr lang="en-US" spc="-35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103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pc="25">
                <a:solidFill>
                  <a:srgbClr val="FFFFFF"/>
                </a:solidFill>
              </a:rPr>
              <a:t>RISK</a:t>
            </a:r>
            <a:r>
              <a:rPr lang="en-US" spc="25"/>
              <a:t>MANAGEMENT</a:t>
            </a:r>
            <a:r>
              <a:rPr lang="en-US" spc="210"/>
              <a:t> </a:t>
            </a:r>
            <a:r>
              <a:rPr lang="en-US" spc="-35"/>
              <a:t>‹#›</a:t>
            </a:r>
            <a:endParaRPr lang="en-US" spc="-3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006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pc="25">
                <a:solidFill>
                  <a:srgbClr val="FFFFFF"/>
                </a:solidFill>
              </a:rPr>
              <a:t>RISK</a:t>
            </a:r>
            <a:r>
              <a:rPr lang="en-US" spc="25"/>
              <a:t>MANAGEMENT</a:t>
            </a:r>
            <a:r>
              <a:rPr lang="en-US" spc="210"/>
              <a:t> </a:t>
            </a:r>
            <a:r>
              <a:rPr lang="en-US" spc="-35"/>
              <a:t>‹#›</a:t>
            </a:r>
            <a:endParaRPr lang="en-US" spc="-3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6368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pc="25">
                <a:solidFill>
                  <a:srgbClr val="FFFFFF"/>
                </a:solidFill>
              </a:rPr>
              <a:t>RISK</a:t>
            </a:r>
            <a:r>
              <a:rPr lang="en-US" spc="25"/>
              <a:t>MANAGEMENT</a:t>
            </a:r>
            <a:r>
              <a:rPr lang="en-US" spc="210"/>
              <a:t> </a:t>
            </a:r>
            <a:r>
              <a:rPr lang="en-US" spc="-35"/>
              <a:t>‹#›</a:t>
            </a:r>
            <a:endParaRPr lang="en-US" spc="-3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432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pc="25">
                <a:solidFill>
                  <a:srgbClr val="FFFFFF"/>
                </a:solidFill>
              </a:rPr>
              <a:t>RISK</a:t>
            </a:r>
            <a:r>
              <a:rPr lang="en-US" spc="25"/>
              <a:t>MANAGEMENT</a:t>
            </a:r>
            <a:r>
              <a:rPr lang="en-US" spc="210"/>
              <a:t> </a:t>
            </a:r>
            <a:r>
              <a:rPr lang="en-US" spc="-35"/>
              <a:t>‹#›</a:t>
            </a:r>
            <a:endParaRPr lang="en-US" spc="-3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171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ct val="100000"/>
              </a:lnSpc>
            </a:pPr>
            <a:r>
              <a:rPr lang="en-US" spc="25">
                <a:solidFill>
                  <a:srgbClr val="FFFFFF"/>
                </a:solidFill>
              </a:rPr>
              <a:t>RISK</a:t>
            </a:r>
            <a:r>
              <a:rPr lang="en-US" spc="25"/>
              <a:t>MANAGEMENT</a:t>
            </a:r>
            <a:r>
              <a:rPr lang="en-US" spc="210"/>
              <a:t> </a:t>
            </a:r>
            <a:r>
              <a:rPr lang="en-US" spc="-35"/>
              <a:t>‹#›</a:t>
            </a:r>
            <a:endParaRPr lang="en-US" spc="-3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1C6352-202C-4335-BCDB-BC84465A7E9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630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4.pn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5.jpg"/><Relationship Id="rId9" Type="http://schemas.microsoft.com/office/2007/relationships/diagramDrawing" Target="../diagrams/drawin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CE580D1-F917-4567-AFB4-99AA9B52A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F5620B8-A2D8-4568-B566-F0453A0D9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C7D2BA4-4B7A-4596-8BCC-5CF715423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977F1E1-2B6F-4BB6-899F-67D8764D8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13335" y="3528542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56F0283-88F7-4156-A9F2-05A8C088C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532B2B2-6094-43C4-9F8C-62F8CCB64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69EBD7-175E-4914-AD2A-708892EE9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9462" y="963699"/>
            <a:ext cx="3720291" cy="2380031"/>
          </a:xfrm>
        </p:spPr>
        <p:txBody>
          <a:bodyPr vert="horz" lIns="91440" tIns="45720" rIns="91440" bIns="0" rtlCol="0" anchor="b">
            <a:normAutofit/>
          </a:bodyPr>
          <a:lstStyle/>
          <a:p>
            <a:pPr defTabSz="914400"/>
            <a:r>
              <a:rPr lang="en-US" sz="4000"/>
              <a:t>Risk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85661-D44E-4A5C-8F63-64EF722E6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9462" y="3531204"/>
            <a:ext cx="3720291" cy="1610643"/>
          </a:xfrm>
        </p:spPr>
        <p:txBody>
          <a:bodyPr vert="horz" lIns="91440" tIns="91440" rIns="91440" bIns="91440" rtlCol="0">
            <a:normAutofit/>
          </a:bodyPr>
          <a:lstStyle/>
          <a:p>
            <a:pPr defTabSz="914400"/>
            <a:r>
              <a:rPr lang="en-US" cap="all"/>
              <a:t>Dr. Kalpana Ambepitiya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67059AD-6209-40DC-A746-1390D850F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9462" y="3528543"/>
            <a:ext cx="372029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875FB44-3446-426C-AA71-B6228AFFD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74440" y="482171"/>
            <a:ext cx="3489501" cy="5149101"/>
            <a:chOff x="6885125" y="583365"/>
            <a:chExt cx="4652668" cy="5181928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E9FCCDC-43BA-4086-8A5E-83A77A40AB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85125" y="583365"/>
              <a:ext cx="4652668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D4D4223-F2FD-44C5-B8B3-C58FB41853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225358" y="915807"/>
              <a:ext cx="4001249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0CCEFA2-D94E-434D-BDA9-F56539D8C3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124" r="40759" b="-3"/>
          <a:stretch/>
        </p:blipFill>
        <p:spPr>
          <a:xfrm>
            <a:off x="5666587" y="1116345"/>
            <a:ext cx="2520019" cy="3866172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5A25AE9-BB09-4E49-9702-B01FB2FE2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7B655F3-9B93-4D27-982D-1145D7144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3861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86B93D-0879-4BC3-B616-90E504482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0E885D-F4D2-48FD-95D9-DA0751F3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66994" y="2307409"/>
            <a:ext cx="2368182" cy="37473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914400"/>
            <a:r>
              <a:rPr lang="en-US" spc="-145"/>
              <a:t>Objectives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9EC1CB8-4497-451C-9F6C-6BC9B6505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66994" y="2146542"/>
            <a:ext cx="236818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A599AF7C-8D7E-4D1B-AB28-587084B3D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0FDCEF48-E147-40E8-A9AA-F01C15B963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6470436"/>
              </p:ext>
            </p:extLst>
          </p:nvPr>
        </p:nvGraphicFramePr>
        <p:xfrm>
          <a:off x="852260" y="803275"/>
          <a:ext cx="4435078" cy="5251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7">
            <a:extLst>
              <a:ext uri="{FF2B5EF4-FFF2-40B4-BE49-F238E27FC236}">
                <a16:creationId xmlns:a16="http://schemas.microsoft.com/office/drawing/2014/main" id="{29C51009-A09A-4689-8E6C-F8FC99E6A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2DEB0D-E99E-44EE-A3AE-6E9D27B94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1600199"/>
            <a:ext cx="3059207" cy="4297680"/>
          </a:xfrm>
        </p:spPr>
        <p:txBody>
          <a:bodyPr anchor="ctr">
            <a:normAutofit/>
          </a:bodyPr>
          <a:lstStyle/>
          <a:p>
            <a:r>
              <a:rPr lang="en-US" dirty="0"/>
              <a:t>Risk Management is …..</a:t>
            </a:r>
          </a:p>
        </p:txBody>
      </p:sp>
      <p:cxnSp>
        <p:nvCxnSpPr>
          <p:cNvPr id="27" name="Straight Connector 9">
            <a:extLst>
              <a:ext uri="{FF2B5EF4-FFF2-40B4-BE49-F238E27FC236}">
                <a16:creationId xmlns:a16="http://schemas.microsoft.com/office/drawing/2014/main" id="{9EC65442-F244-409C-BF44-C5D6472E8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2148839"/>
            <a:ext cx="0" cy="32004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55BC4-EA18-449E-88A3-4E63D4FAA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5041" y="746760"/>
            <a:ext cx="5450131" cy="5364479"/>
          </a:xfrm>
        </p:spPr>
        <p:txBody>
          <a:bodyPr anchor="ctr">
            <a:normAutofit/>
          </a:bodyPr>
          <a:lstStyle/>
          <a:p>
            <a:pPr marL="355600" indent="-342900">
              <a:lnSpc>
                <a:spcPct val="100000"/>
              </a:lnSpc>
              <a:spcBef>
                <a:spcPts val="795"/>
              </a:spcBef>
              <a:buChar char="•"/>
              <a:tabLst>
                <a:tab pos="354965" algn="l"/>
                <a:tab pos="355600" algn="l"/>
              </a:tabLst>
            </a:pPr>
            <a:r>
              <a:rPr lang="en-US" sz="2800" spc="-145" dirty="0">
                <a:solidFill>
                  <a:srgbClr val="122E5A"/>
                </a:solidFill>
                <a:latin typeface="Geneva"/>
                <a:cs typeface="Geneva"/>
              </a:rPr>
              <a:t>Identifying </a:t>
            </a:r>
            <a:r>
              <a:rPr lang="en-US" sz="2800" spc="-50" dirty="0">
                <a:solidFill>
                  <a:srgbClr val="122E5A"/>
                </a:solidFill>
                <a:latin typeface="Geneva"/>
                <a:cs typeface="Geneva"/>
              </a:rPr>
              <a:t>areas </a:t>
            </a:r>
            <a:r>
              <a:rPr lang="en-US" sz="2800" spc="-245" dirty="0">
                <a:solidFill>
                  <a:srgbClr val="122E5A"/>
                </a:solidFill>
                <a:latin typeface="Geneva"/>
                <a:cs typeface="Geneva"/>
              </a:rPr>
              <a:t>of </a:t>
            </a:r>
            <a:r>
              <a:rPr lang="en-US" sz="2800" spc="-215" dirty="0">
                <a:solidFill>
                  <a:srgbClr val="122E5A"/>
                </a:solidFill>
                <a:latin typeface="Geneva"/>
                <a:cs typeface="Geneva"/>
              </a:rPr>
              <a:t>threat </a:t>
            </a:r>
            <a:r>
              <a:rPr lang="en-US" sz="2800" spc="-325" dirty="0">
                <a:solidFill>
                  <a:srgbClr val="122E5A"/>
                </a:solidFill>
                <a:latin typeface="Geneva"/>
                <a:cs typeface="Geneva"/>
              </a:rPr>
              <a:t>to </a:t>
            </a:r>
            <a:r>
              <a:rPr lang="en-US" sz="2800" spc="-215" dirty="0">
                <a:solidFill>
                  <a:srgbClr val="122E5A"/>
                </a:solidFill>
                <a:latin typeface="Geneva"/>
                <a:cs typeface="Geneva"/>
              </a:rPr>
              <a:t>the</a:t>
            </a:r>
            <a:r>
              <a:rPr lang="en-US" sz="2800" spc="-75" dirty="0">
                <a:solidFill>
                  <a:srgbClr val="122E5A"/>
                </a:solidFill>
                <a:latin typeface="Geneva"/>
                <a:cs typeface="Geneva"/>
              </a:rPr>
              <a:t> </a:t>
            </a:r>
            <a:r>
              <a:rPr lang="en-US" sz="2800" spc="-65" dirty="0">
                <a:solidFill>
                  <a:srgbClr val="122E5A"/>
                </a:solidFill>
                <a:latin typeface="Geneva"/>
                <a:cs typeface="Geneva"/>
              </a:rPr>
              <a:t>business</a:t>
            </a:r>
            <a:endParaRPr lang="en-US" sz="2800" dirty="0">
              <a:latin typeface="Geneva"/>
              <a:cs typeface="Geneva"/>
            </a:endParaRPr>
          </a:p>
          <a:p>
            <a:pPr marL="355600" marR="5080" indent="-342900">
              <a:lnSpc>
                <a:spcPct val="100000"/>
              </a:lnSpc>
              <a:spcBef>
                <a:spcPts val="695"/>
              </a:spcBef>
              <a:buChar char="•"/>
              <a:tabLst>
                <a:tab pos="354965" algn="l"/>
                <a:tab pos="355600" algn="l"/>
              </a:tabLst>
            </a:pPr>
            <a:r>
              <a:rPr lang="en-US" sz="2800" spc="-75" dirty="0">
                <a:solidFill>
                  <a:srgbClr val="122E5A"/>
                </a:solidFill>
                <a:latin typeface="Geneva"/>
                <a:cs typeface="Geneva"/>
              </a:rPr>
              <a:t>Assessing </a:t>
            </a:r>
            <a:r>
              <a:rPr lang="en-US" sz="2800" spc="-215" dirty="0">
                <a:solidFill>
                  <a:srgbClr val="122E5A"/>
                </a:solidFill>
                <a:latin typeface="Geneva"/>
                <a:cs typeface="Geneva"/>
              </a:rPr>
              <a:t>the </a:t>
            </a:r>
            <a:r>
              <a:rPr lang="en-US" sz="2800" spc="-170" dirty="0">
                <a:solidFill>
                  <a:srgbClr val="122E5A"/>
                </a:solidFill>
                <a:latin typeface="Geneva"/>
                <a:cs typeface="Geneva"/>
              </a:rPr>
              <a:t>potential </a:t>
            </a:r>
            <a:r>
              <a:rPr lang="en-US" sz="2800" spc="-145" dirty="0">
                <a:solidFill>
                  <a:srgbClr val="122E5A"/>
                </a:solidFill>
                <a:latin typeface="Geneva"/>
                <a:cs typeface="Geneva"/>
              </a:rPr>
              <a:t>impacts </a:t>
            </a:r>
            <a:r>
              <a:rPr lang="en-US" sz="2800" spc="-75" dirty="0">
                <a:solidFill>
                  <a:srgbClr val="122E5A"/>
                </a:solidFill>
                <a:latin typeface="Geneva"/>
                <a:cs typeface="Geneva"/>
              </a:rPr>
              <a:t>and</a:t>
            </a:r>
            <a:r>
              <a:rPr lang="en-US" sz="2800" spc="-280" dirty="0">
                <a:solidFill>
                  <a:srgbClr val="122E5A"/>
                </a:solidFill>
                <a:latin typeface="Geneva"/>
                <a:cs typeface="Geneva"/>
              </a:rPr>
              <a:t> </a:t>
            </a:r>
            <a:r>
              <a:rPr lang="en-US" sz="2800" spc="-90" dirty="0">
                <a:solidFill>
                  <a:srgbClr val="122E5A"/>
                </a:solidFill>
                <a:latin typeface="Geneva"/>
                <a:cs typeface="Geneva"/>
              </a:rPr>
              <a:t>managing </a:t>
            </a:r>
            <a:r>
              <a:rPr lang="en-US" sz="2800" spc="-145" dirty="0">
                <a:solidFill>
                  <a:srgbClr val="122E5A"/>
                </a:solidFill>
                <a:latin typeface="Geneva"/>
                <a:cs typeface="Geneva"/>
              </a:rPr>
              <a:t>these</a:t>
            </a:r>
            <a:endParaRPr lang="en-US" sz="2800" dirty="0">
              <a:latin typeface="Geneva"/>
              <a:cs typeface="Geneva"/>
            </a:endParaRPr>
          </a:p>
          <a:p>
            <a:pPr marL="355600" marR="1358265" indent="-342900">
              <a:lnSpc>
                <a:spcPct val="100000"/>
              </a:lnSpc>
              <a:spcBef>
                <a:spcPts val="710"/>
              </a:spcBef>
              <a:buChar char="•"/>
              <a:tabLst>
                <a:tab pos="354965" algn="l"/>
                <a:tab pos="355600" algn="l"/>
              </a:tabLst>
            </a:pPr>
            <a:r>
              <a:rPr lang="en-US" sz="2800" spc="-130" dirty="0">
                <a:solidFill>
                  <a:srgbClr val="122E5A"/>
                </a:solidFill>
                <a:latin typeface="Geneva"/>
                <a:cs typeface="Geneva"/>
              </a:rPr>
              <a:t>Growth </a:t>
            </a:r>
            <a:r>
              <a:rPr lang="en-US" sz="2800" spc="-75" dirty="0">
                <a:solidFill>
                  <a:srgbClr val="122E5A"/>
                </a:solidFill>
                <a:latin typeface="Geneva"/>
                <a:cs typeface="Geneva"/>
              </a:rPr>
              <a:t>and </a:t>
            </a:r>
            <a:r>
              <a:rPr lang="en-US" sz="2800" spc="-145" dirty="0">
                <a:solidFill>
                  <a:srgbClr val="122E5A"/>
                </a:solidFill>
                <a:latin typeface="Geneva"/>
                <a:cs typeface="Geneva"/>
              </a:rPr>
              <a:t>continued </a:t>
            </a:r>
            <a:r>
              <a:rPr lang="en-US" sz="2800" spc="-120" dirty="0">
                <a:solidFill>
                  <a:srgbClr val="122E5A"/>
                </a:solidFill>
                <a:latin typeface="Geneva"/>
                <a:cs typeface="Geneva"/>
              </a:rPr>
              <a:t>existence </a:t>
            </a:r>
            <a:r>
              <a:rPr lang="en-US" sz="2800" spc="-245" dirty="0">
                <a:solidFill>
                  <a:srgbClr val="122E5A"/>
                </a:solidFill>
                <a:latin typeface="Geneva"/>
                <a:cs typeface="Geneva"/>
              </a:rPr>
              <a:t>of</a:t>
            </a:r>
            <a:r>
              <a:rPr lang="en-US" sz="2800" spc="-409" dirty="0">
                <a:solidFill>
                  <a:srgbClr val="122E5A"/>
                </a:solidFill>
                <a:latin typeface="Geneva"/>
                <a:cs typeface="Geneva"/>
              </a:rPr>
              <a:t>  </a:t>
            </a:r>
            <a:r>
              <a:rPr lang="en-US" sz="2800" spc="-215" dirty="0">
                <a:solidFill>
                  <a:srgbClr val="122E5A"/>
                </a:solidFill>
                <a:latin typeface="Geneva"/>
                <a:cs typeface="Geneva"/>
              </a:rPr>
              <a:t>the  </a:t>
            </a:r>
            <a:r>
              <a:rPr lang="en-US" sz="2800" spc="-65" dirty="0">
                <a:solidFill>
                  <a:srgbClr val="122E5A"/>
                </a:solidFill>
                <a:latin typeface="Geneva"/>
                <a:cs typeface="Geneva"/>
              </a:rPr>
              <a:t>business</a:t>
            </a:r>
            <a:endParaRPr lang="en-US" sz="2800" dirty="0">
              <a:latin typeface="Geneva"/>
              <a:cs typeface="Genev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464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BBC7667-C352-4842-9AFD-E5C16AD0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13335" y="3528542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1EE485E7-7D6D-4CB0-A3AD-261D97B2E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55E3208-F0C4-4962-8946-065C94F89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55176" y="1027937"/>
            <a:ext cx="4562781" cy="3711894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/>
          <a:p>
            <a:pPr marL="12700" defTabSz="914400"/>
            <a:r>
              <a:rPr lang="en-US" sz="4700" spc="-125"/>
              <a:t>Internal</a:t>
            </a:r>
            <a:r>
              <a:rPr lang="en-US" sz="4700" spc="-260"/>
              <a:t> </a:t>
            </a:r>
            <a:r>
              <a:rPr lang="en-US" sz="4700" spc="30"/>
              <a:t>Risks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FAE17D3-C2DC-4665-AF20-33C5BACD5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375124"/>
            <a:ext cx="0" cy="301752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7021C573-B3FF-44B8-A5DE-AB39E9AA6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0B0CCD4-E9B0-43B2-806F-05EDF57A7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88684" y="2303047"/>
            <a:ext cx="2454070" cy="26741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914400"/>
            <a:r>
              <a:rPr lang="en-US" spc="-60"/>
              <a:t>Human</a:t>
            </a:r>
            <a:r>
              <a:rPr lang="en-US" spc="-280"/>
              <a:t> </a:t>
            </a:r>
            <a:r>
              <a:rPr lang="en-US" spc="30"/>
              <a:t>Risks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2146542"/>
            <a:ext cx="24540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bject 2"/>
          <p:cNvSpPr/>
          <p:nvPr/>
        </p:nvSpPr>
        <p:spPr>
          <a:xfrm>
            <a:off x="6137147" y="1031747"/>
            <a:ext cx="2816352" cy="41589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172200" y="1066800"/>
            <a:ext cx="2695955" cy="4038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167628" y="1062227"/>
            <a:ext cx="2705100" cy="4048125"/>
          </a:xfrm>
          <a:custGeom>
            <a:avLst/>
            <a:gdLst/>
            <a:ahLst/>
            <a:cxnLst/>
            <a:rect l="l" t="t" r="r" b="b"/>
            <a:pathLst>
              <a:path w="2705100" h="4048125">
                <a:moveTo>
                  <a:pt x="0" y="4047744"/>
                </a:moveTo>
                <a:lnTo>
                  <a:pt x="2705100" y="4047744"/>
                </a:lnTo>
                <a:lnTo>
                  <a:pt x="2705100" y="0"/>
                </a:lnTo>
                <a:lnTo>
                  <a:pt x="0" y="0"/>
                </a:lnTo>
                <a:lnTo>
                  <a:pt x="0" y="4047744"/>
                </a:lnTo>
                <a:close/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5C681D01-9B0F-4CC7-B3B2-5903FBC2E2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0610660"/>
              </p:ext>
            </p:extLst>
          </p:nvPr>
        </p:nvGraphicFramePr>
        <p:xfrm>
          <a:off x="3856434" y="803275"/>
          <a:ext cx="4435078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7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3046595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37262" y="1240076"/>
            <a:ext cx="2045860" cy="45845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914400"/>
            <a:r>
              <a:rPr lang="en-US" b="0" i="0" kern="1200" cap="all" spc="-6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Human</a:t>
            </a:r>
            <a:r>
              <a:rPr lang="en-US" b="0" i="0" kern="1200" cap="all" spc="-28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b="0" i="0" kern="1200" cap="all" spc="3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Risks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015473" y="762000"/>
            <a:ext cx="6027123" cy="49164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55600" indent="-228600" defTabSz="914400">
              <a:lnSpc>
                <a:spcPct val="120000"/>
              </a:lnSpc>
              <a:spcBef>
                <a:spcPts val="75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2400" dirty="0"/>
              <a:t>Theft and fraud</a:t>
            </a:r>
          </a:p>
          <a:p>
            <a:pPr marL="756285" lvl="1" indent="-228600" defTabSz="914400">
              <a:lnSpc>
                <a:spcPct val="120000"/>
              </a:lnSpc>
              <a:spcBef>
                <a:spcPts val="61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400" dirty="0"/>
              <a:t>Product and inventory theft</a:t>
            </a:r>
          </a:p>
          <a:p>
            <a:pPr marL="756285" lvl="1" indent="-228600" defTabSz="914400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400" dirty="0"/>
              <a:t>Time sheet fraud</a:t>
            </a:r>
          </a:p>
          <a:p>
            <a:pPr marL="756285" lvl="1" indent="-228600" defTabSz="914400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400" dirty="0"/>
              <a:t>Accounting and cash fraud</a:t>
            </a:r>
          </a:p>
          <a:p>
            <a:pPr marL="355600" indent="-228600" defTabSz="914400">
              <a:lnSpc>
                <a:spcPct val="120000"/>
              </a:lnSpc>
              <a:spcBef>
                <a:spcPts val="69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2400" dirty="0"/>
              <a:t>Low morale, dissatisfaction</a:t>
            </a:r>
          </a:p>
          <a:p>
            <a:pPr marL="756285" lvl="1" indent="-228600" defTabSz="914400">
              <a:lnSpc>
                <a:spcPct val="120000"/>
              </a:lnSpc>
              <a:spcBef>
                <a:spcPts val="61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400" dirty="0"/>
              <a:t>Failure to perform</a:t>
            </a:r>
          </a:p>
          <a:p>
            <a:pPr marL="756285" marR="440690" lvl="1" indent="-228600" defTabSz="914400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400" dirty="0"/>
              <a:t>Sabotage of systems,  equipment or customers</a:t>
            </a:r>
          </a:p>
        </p:txBody>
      </p:sp>
      <p:sp>
        <p:nvSpPr>
          <p:cNvPr id="3" name="object 3"/>
          <p:cNvSpPr/>
          <p:nvPr/>
        </p:nvSpPr>
        <p:spPr>
          <a:xfrm>
            <a:off x="7026470" y="4716194"/>
            <a:ext cx="2086356" cy="213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7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3046595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513" y="1240076"/>
            <a:ext cx="2396609" cy="45845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marR="5080" defTabSz="914400"/>
            <a:r>
              <a:rPr lang="en-US" sz="2200" b="0" i="0" kern="1200" cap="all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Equipment and Information Technology  Risks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05200" y="304800"/>
            <a:ext cx="4526120" cy="49164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55600" indent="-228600" defTabSz="914400">
              <a:lnSpc>
                <a:spcPct val="120000"/>
              </a:lnSpc>
              <a:spcBef>
                <a:spcPts val="76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2800" dirty="0"/>
              <a:t>Equipment breakdowns</a:t>
            </a:r>
          </a:p>
          <a:p>
            <a:pPr marL="756285" lvl="1" indent="-228600" defTabSz="914400">
              <a:lnSpc>
                <a:spcPct val="120000"/>
              </a:lnSpc>
              <a:spcBef>
                <a:spcPts val="61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800" dirty="0"/>
              <a:t>New equipment integration</a:t>
            </a:r>
          </a:p>
          <a:p>
            <a:pPr marL="756285" lvl="1" indent="-228600" defTabSz="914400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800" dirty="0"/>
              <a:t>Worn older equipment</a:t>
            </a:r>
          </a:p>
          <a:p>
            <a:pPr marL="756285" lvl="1" indent="-228600" defTabSz="914400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800" dirty="0"/>
              <a:t>Damage to vehicles</a:t>
            </a:r>
          </a:p>
        </p:txBody>
      </p:sp>
      <p:sp>
        <p:nvSpPr>
          <p:cNvPr id="4" name="object 4"/>
          <p:cNvSpPr/>
          <p:nvPr/>
        </p:nvSpPr>
        <p:spPr>
          <a:xfrm>
            <a:off x="4689347" y="3317760"/>
            <a:ext cx="4168140" cy="28072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24400" y="3352800"/>
            <a:ext cx="4047744" cy="26868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19828" y="3348228"/>
            <a:ext cx="4057015" cy="2696210"/>
          </a:xfrm>
          <a:custGeom>
            <a:avLst/>
            <a:gdLst/>
            <a:ahLst/>
            <a:cxnLst/>
            <a:rect l="l" t="t" r="r" b="b"/>
            <a:pathLst>
              <a:path w="4057015" h="2696210">
                <a:moveTo>
                  <a:pt x="0" y="2695956"/>
                </a:moveTo>
                <a:lnTo>
                  <a:pt x="4056887" y="2695956"/>
                </a:lnTo>
                <a:lnTo>
                  <a:pt x="4056887" y="0"/>
                </a:lnTo>
                <a:lnTo>
                  <a:pt x="0" y="0"/>
                </a:lnTo>
                <a:lnTo>
                  <a:pt x="0" y="2695956"/>
                </a:lnTo>
                <a:close/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7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3046595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400" y="1240076"/>
            <a:ext cx="2530722" cy="4584527"/>
          </a:xfrm>
          <a:prstGeom prst="rect">
            <a:avLst/>
          </a:prstGeom>
        </p:spPr>
        <p:txBody>
          <a:bodyPr vert="horz" lIns="0" tIns="12700" rIns="0" bIns="0" rtlCol="0">
            <a:normAutofit/>
          </a:bodyPr>
          <a:lstStyle/>
          <a:p>
            <a:pPr marL="12700" marR="5080">
              <a:spcBef>
                <a:spcPts val="100"/>
              </a:spcBef>
            </a:pPr>
            <a:r>
              <a:rPr lang="en-US" sz="2500" dirty="0">
                <a:solidFill>
                  <a:srgbClr val="FFFFFF"/>
                </a:solidFill>
              </a:rPr>
              <a:t>Equipment and Information Technology  Risks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xfrm>
            <a:off x="3529194" y="1240077"/>
            <a:ext cx="5310005" cy="4916465"/>
          </a:xfrm>
          <a:prstGeom prst="rect">
            <a:avLst/>
          </a:prstGeom>
        </p:spPr>
        <p:txBody>
          <a:bodyPr vert="horz" lIns="0" tIns="96520" rIns="0" bIns="0" rtlCol="0" anchor="t">
            <a:noAutofit/>
          </a:bodyPr>
          <a:lstStyle/>
          <a:p>
            <a:pPr marL="355600" indent="-342900">
              <a:spcBef>
                <a:spcPts val="76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145" dirty="0"/>
              <a:t>Information </a:t>
            </a:r>
            <a:r>
              <a:rPr sz="2800" spc="-160" dirty="0"/>
              <a:t>technology</a:t>
            </a:r>
            <a:r>
              <a:rPr sz="2800" spc="-220" dirty="0"/>
              <a:t> </a:t>
            </a:r>
            <a:r>
              <a:rPr sz="2800" spc="-170" dirty="0"/>
              <a:t>downtime</a:t>
            </a:r>
            <a:endParaRPr lang="en-US" sz="2800" spc="-170" dirty="0"/>
          </a:p>
          <a:p>
            <a:pPr marL="756285" lvl="1" indent="-286385">
              <a:spcBef>
                <a:spcPts val="610"/>
              </a:spcBef>
              <a:buChar char="•"/>
              <a:tabLst>
                <a:tab pos="756920" algn="l"/>
              </a:tabLst>
            </a:pPr>
            <a:r>
              <a:rPr lang="en-US" sz="2800" spc="-80" dirty="0">
                <a:latin typeface="Geneva"/>
                <a:cs typeface="Geneva"/>
              </a:rPr>
              <a:t>Lack </a:t>
            </a:r>
            <a:r>
              <a:rPr lang="en-US" sz="2800" spc="-229" dirty="0">
                <a:latin typeface="Geneva"/>
                <a:cs typeface="Geneva"/>
              </a:rPr>
              <a:t>of </a:t>
            </a:r>
            <a:r>
              <a:rPr lang="en-US" sz="2800" spc="-100" dirty="0">
                <a:latin typeface="Geneva"/>
                <a:cs typeface="Geneva"/>
              </a:rPr>
              <a:t>backup </a:t>
            </a:r>
            <a:r>
              <a:rPr lang="en-US" sz="2800" spc="-150" dirty="0">
                <a:latin typeface="Geneva"/>
                <a:cs typeface="Geneva"/>
              </a:rPr>
              <a:t>or </a:t>
            </a:r>
            <a:r>
              <a:rPr lang="en-US" sz="2800" spc="-135" dirty="0">
                <a:latin typeface="Geneva"/>
                <a:cs typeface="Geneva"/>
              </a:rPr>
              <a:t>recovery</a:t>
            </a:r>
            <a:r>
              <a:rPr lang="en-US" sz="2800" spc="-215" dirty="0">
                <a:latin typeface="Geneva"/>
                <a:cs typeface="Geneva"/>
              </a:rPr>
              <a:t> </a:t>
            </a:r>
            <a:r>
              <a:rPr lang="en-US" sz="2800" spc="-160" dirty="0">
                <a:latin typeface="Geneva"/>
                <a:cs typeface="Geneva"/>
              </a:rPr>
              <a:t>system</a:t>
            </a:r>
            <a:endParaRPr lang="en-US" sz="2800" dirty="0">
              <a:latin typeface="Geneva"/>
              <a:cs typeface="Geneva"/>
            </a:endParaRPr>
          </a:p>
          <a:p>
            <a:pPr marL="756285" lvl="1" indent="-286385">
              <a:spcBef>
                <a:spcPts val="600"/>
              </a:spcBef>
              <a:buChar char="•"/>
              <a:tabLst>
                <a:tab pos="756920" algn="l"/>
              </a:tabLst>
            </a:pPr>
            <a:r>
              <a:rPr lang="en-US" sz="2800" spc="-95" dirty="0">
                <a:latin typeface="Geneva"/>
                <a:cs typeface="Geneva"/>
              </a:rPr>
              <a:t>Updates </a:t>
            </a:r>
            <a:r>
              <a:rPr lang="en-US" sz="2800" spc="-65" dirty="0">
                <a:latin typeface="Geneva"/>
                <a:cs typeface="Geneva"/>
              </a:rPr>
              <a:t>and</a:t>
            </a:r>
            <a:r>
              <a:rPr lang="en-US" sz="2800" spc="-200" dirty="0">
                <a:latin typeface="Geneva"/>
                <a:cs typeface="Geneva"/>
              </a:rPr>
              <a:t> </a:t>
            </a:r>
            <a:r>
              <a:rPr lang="en-US" sz="2800" spc="-80" dirty="0">
                <a:latin typeface="Geneva"/>
                <a:cs typeface="Geneva"/>
              </a:rPr>
              <a:t>repairs</a:t>
            </a:r>
            <a:endParaRPr lang="en-US" sz="2800" dirty="0">
              <a:latin typeface="Geneva"/>
              <a:cs typeface="Geneva"/>
            </a:endParaRPr>
          </a:p>
          <a:p>
            <a:pPr marL="756285" marR="5080" lvl="1" indent="-286385">
              <a:spcBef>
                <a:spcPts val="600"/>
              </a:spcBef>
              <a:buChar char="•"/>
              <a:tabLst>
                <a:tab pos="756920" algn="l"/>
              </a:tabLst>
            </a:pPr>
            <a:r>
              <a:rPr lang="en-US" sz="2800" spc="-60" dirty="0">
                <a:latin typeface="Geneva"/>
                <a:cs typeface="Geneva"/>
              </a:rPr>
              <a:t>Power </a:t>
            </a:r>
            <a:r>
              <a:rPr lang="en-US" sz="2800" spc="-70" dirty="0">
                <a:latin typeface="Geneva"/>
                <a:cs typeface="Geneva"/>
              </a:rPr>
              <a:t>and </a:t>
            </a:r>
            <a:r>
              <a:rPr lang="en-US" sz="2800" spc="-165" dirty="0">
                <a:latin typeface="Geneva"/>
                <a:cs typeface="Geneva"/>
              </a:rPr>
              <a:t>connectivity </a:t>
            </a:r>
            <a:r>
              <a:rPr lang="en-US" sz="2800" spc="-105" dirty="0">
                <a:latin typeface="Geneva"/>
                <a:cs typeface="Geneva"/>
              </a:rPr>
              <a:t>(physical </a:t>
            </a:r>
            <a:r>
              <a:rPr lang="en-US" sz="2800" spc="-85" dirty="0">
                <a:latin typeface="Geneva"/>
                <a:cs typeface="Geneva"/>
              </a:rPr>
              <a:t>damage</a:t>
            </a:r>
            <a:r>
              <a:rPr lang="en-US" sz="2800" spc="-390" dirty="0">
                <a:latin typeface="Geneva"/>
                <a:cs typeface="Geneva"/>
              </a:rPr>
              <a:t> </a:t>
            </a:r>
            <a:r>
              <a:rPr lang="en-US" sz="2800" spc="-70" dirty="0">
                <a:latin typeface="Geneva"/>
                <a:cs typeface="Geneva"/>
              </a:rPr>
              <a:t>and  </a:t>
            </a:r>
            <a:r>
              <a:rPr lang="en-US" sz="2800" spc="-185" dirty="0">
                <a:latin typeface="Geneva"/>
                <a:cs typeface="Geneva"/>
              </a:rPr>
              <a:t>outdated</a:t>
            </a:r>
            <a:r>
              <a:rPr lang="en-US" sz="2800" spc="-155" dirty="0">
                <a:latin typeface="Geneva"/>
                <a:cs typeface="Geneva"/>
              </a:rPr>
              <a:t> </a:t>
            </a:r>
            <a:r>
              <a:rPr lang="en-US" sz="2800" spc="-165" dirty="0">
                <a:latin typeface="Geneva"/>
                <a:cs typeface="Geneva"/>
              </a:rPr>
              <a:t>systems)</a:t>
            </a:r>
            <a:endParaRPr lang="en-US" sz="2800" dirty="0">
              <a:latin typeface="Geneva"/>
              <a:cs typeface="Geneva"/>
            </a:endParaRPr>
          </a:p>
          <a:p>
            <a:pPr marL="756285" lvl="1" indent="-286385">
              <a:spcBef>
                <a:spcPts val="600"/>
              </a:spcBef>
              <a:buChar char="•"/>
              <a:tabLst>
                <a:tab pos="756920" algn="l"/>
              </a:tabLst>
            </a:pPr>
            <a:r>
              <a:rPr lang="en-US" sz="2800" spc="-80" dirty="0">
                <a:latin typeface="Geneva"/>
                <a:cs typeface="Geneva"/>
              </a:rPr>
              <a:t>Lack </a:t>
            </a:r>
            <a:r>
              <a:rPr lang="en-US" sz="2800" spc="-229" dirty="0">
                <a:latin typeface="Geneva"/>
                <a:cs typeface="Geneva"/>
              </a:rPr>
              <a:t>of </a:t>
            </a:r>
            <a:r>
              <a:rPr lang="en-US" sz="2800" spc="-130" dirty="0">
                <a:latin typeface="Geneva"/>
                <a:cs typeface="Geneva"/>
              </a:rPr>
              <a:t>administrative</a:t>
            </a:r>
            <a:r>
              <a:rPr lang="en-US" sz="2800" spc="-170" dirty="0">
                <a:latin typeface="Geneva"/>
                <a:cs typeface="Geneva"/>
              </a:rPr>
              <a:t> </a:t>
            </a:r>
            <a:r>
              <a:rPr lang="en-US" sz="2800" spc="-145" dirty="0">
                <a:latin typeface="Geneva"/>
                <a:cs typeface="Geneva"/>
              </a:rPr>
              <a:t>controls</a:t>
            </a:r>
            <a:endParaRPr lang="en-US" sz="2800" dirty="0">
              <a:latin typeface="Geneva"/>
              <a:cs typeface="Gene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7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3046595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37262" y="1240076"/>
            <a:ext cx="2045860" cy="45845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914400"/>
            <a:r>
              <a:rPr lang="en-US" b="0" i="0" kern="1200" cap="all" spc="-165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Other </a:t>
            </a:r>
            <a:r>
              <a:rPr lang="en-US" b="0" i="0" kern="1200" cap="all" spc="-125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Internal</a:t>
            </a:r>
            <a:r>
              <a:rPr lang="en-US" b="0" i="0" kern="1200" cap="all" spc="-27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b="0" i="0" kern="1200" cap="all" spc="3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Risks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320157" y="304800"/>
            <a:ext cx="4526120" cy="49164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55600" indent="-228600" defTabSz="914400">
              <a:lnSpc>
                <a:spcPct val="120000"/>
              </a:lnSpc>
              <a:spcBef>
                <a:spcPts val="75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2400" dirty="0"/>
              <a:t>Physical plant repairs</a:t>
            </a:r>
          </a:p>
          <a:p>
            <a:pPr marL="756285" lvl="1" indent="-228600" defTabSz="914400">
              <a:lnSpc>
                <a:spcPct val="120000"/>
              </a:lnSpc>
              <a:spcBef>
                <a:spcPts val="61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400" dirty="0"/>
              <a:t>Breaks in lines or utilities</a:t>
            </a:r>
          </a:p>
          <a:p>
            <a:pPr marL="756285" lvl="1" indent="-228600" defTabSz="914400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400" dirty="0"/>
              <a:t>Routine maintenance</a:t>
            </a:r>
          </a:p>
          <a:p>
            <a:pPr marL="355600" indent="-228600" defTabSz="914400">
              <a:lnSpc>
                <a:spcPct val="120000"/>
              </a:lnSpc>
              <a:spcBef>
                <a:spcPts val="69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2400" dirty="0"/>
              <a:t>Incidents</a:t>
            </a:r>
          </a:p>
          <a:p>
            <a:pPr marL="756285" lvl="1" indent="-228600" defTabSz="914400">
              <a:lnSpc>
                <a:spcPct val="120000"/>
              </a:lnSpc>
              <a:spcBef>
                <a:spcPts val="60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400" dirty="0"/>
              <a:t>Work related injuries</a:t>
            </a:r>
          </a:p>
          <a:p>
            <a:pPr marL="756285" marR="344170" lvl="1" indent="-228600" defTabSz="914400">
              <a:lnSpc>
                <a:spcPct val="120000"/>
              </a:lnSpc>
              <a:spcBef>
                <a:spcPts val="60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400" dirty="0"/>
              <a:t>Damage to others’  property by employees</a:t>
            </a:r>
          </a:p>
          <a:p>
            <a:pPr marL="756285" marR="5080" lvl="1" indent="-228600" defTabSz="914400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400" dirty="0"/>
              <a:t>Damage to your property  by others</a:t>
            </a:r>
          </a:p>
        </p:txBody>
      </p:sp>
      <p:sp>
        <p:nvSpPr>
          <p:cNvPr id="3" name="object 3"/>
          <p:cNvSpPr/>
          <p:nvPr/>
        </p:nvSpPr>
        <p:spPr>
          <a:xfrm>
            <a:off x="5867173" y="4683252"/>
            <a:ext cx="3276600" cy="21747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7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3046595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7262" y="1240076"/>
            <a:ext cx="2045860" cy="45845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914400"/>
            <a:r>
              <a:rPr lang="en-US" b="0" i="0" kern="1200" cap="all" spc="-165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Other </a:t>
            </a:r>
            <a:r>
              <a:rPr lang="en-US" b="0" i="0" kern="1200" cap="all" spc="-125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Internal</a:t>
            </a:r>
            <a:r>
              <a:rPr lang="en-US" b="0" i="0" kern="1200" cap="all" spc="-27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b="0" i="0" kern="1200" cap="all" spc="3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Risks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29195" y="1240077"/>
            <a:ext cx="4526120" cy="49164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55600" indent="-228600" defTabSz="914400">
              <a:lnSpc>
                <a:spcPct val="120000"/>
              </a:lnSpc>
              <a:spcBef>
                <a:spcPts val="75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2800" dirty="0"/>
              <a:t>Cash flow changes</a:t>
            </a:r>
          </a:p>
          <a:p>
            <a:pPr marL="756285" lvl="1" indent="-228600" defTabSz="914400">
              <a:lnSpc>
                <a:spcPct val="120000"/>
              </a:lnSpc>
              <a:spcBef>
                <a:spcPts val="61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800" dirty="0"/>
              <a:t>Unexpected costs</a:t>
            </a:r>
          </a:p>
          <a:p>
            <a:pPr marL="756285" lvl="1" indent="-228600" defTabSz="914400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800" dirty="0"/>
              <a:t>Loss of credit lines</a:t>
            </a:r>
          </a:p>
          <a:p>
            <a:pPr marL="756285" lvl="1" indent="-228600" defTabSz="914400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800" dirty="0"/>
              <a:t>Expenses to establish lines of credit</a:t>
            </a:r>
          </a:p>
        </p:txBody>
      </p:sp>
      <p:sp>
        <p:nvSpPr>
          <p:cNvPr id="4" name="object 4"/>
          <p:cNvSpPr/>
          <p:nvPr/>
        </p:nvSpPr>
        <p:spPr>
          <a:xfrm>
            <a:off x="5096029" y="4171188"/>
            <a:ext cx="4047744" cy="2686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BBC7667-C352-4842-9AFD-E5C16AD0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13335" y="3528542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EE485E7-7D6D-4CB0-A3AD-261D97B2E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5E3208-F0C4-4962-8946-065C94F89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55176" y="1027937"/>
            <a:ext cx="4562781" cy="3711894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/>
          <a:p>
            <a:pPr marL="12700" defTabSz="914400"/>
            <a:r>
              <a:rPr lang="en-US" sz="4700" spc="-100"/>
              <a:t>External</a:t>
            </a:r>
            <a:r>
              <a:rPr lang="en-US" sz="4700" spc="-254"/>
              <a:t> </a:t>
            </a:r>
            <a:r>
              <a:rPr lang="en-US" sz="4700" spc="30"/>
              <a:t>Risks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AE17D3-C2DC-4665-AF20-33C5BACD5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375124"/>
            <a:ext cx="0" cy="301752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7021C573-B3FF-44B8-A5DE-AB39E9AA6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0B0CCD4-E9B0-43B2-806F-05EDF57A7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86B93D-0879-4BC3-B616-90E504482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0E885D-F4D2-48FD-95D9-DA0751F3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3395" y="2642989"/>
            <a:ext cx="2368182" cy="37473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914400"/>
            <a:r>
              <a:rPr lang="en-US" sz="2700" spc="-180" dirty="0"/>
              <a:t>Competition </a:t>
            </a:r>
            <a:r>
              <a:rPr lang="en-US" sz="2700" spc="-85" dirty="0"/>
              <a:t>and </a:t>
            </a:r>
            <a:r>
              <a:rPr lang="en-US" sz="2700" spc="-140" dirty="0"/>
              <a:t>Market</a:t>
            </a:r>
            <a:r>
              <a:rPr lang="en-US" sz="2700" spc="-380" dirty="0"/>
              <a:t> </a:t>
            </a:r>
            <a:r>
              <a:rPr lang="en-US" sz="2700" spc="30" dirty="0"/>
              <a:t>Risks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9EC1CB8-4497-451C-9F6C-6BC9B6505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66994" y="2146542"/>
            <a:ext cx="236818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A599AF7C-8D7E-4D1B-AB28-587084B3D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1FBB18E3-4E72-44D4-ACAA-F60131D297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3874196"/>
              </p:ext>
            </p:extLst>
          </p:nvPr>
        </p:nvGraphicFramePr>
        <p:xfrm>
          <a:off x="457200" y="304818"/>
          <a:ext cx="5334000" cy="62483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7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3046595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1" y="1240076"/>
            <a:ext cx="2665594" cy="45845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914400"/>
            <a:r>
              <a:rPr lang="en-US" sz="2200" b="0" i="0" kern="1200" cap="all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Business Environment Risks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29195" y="1240077"/>
            <a:ext cx="4526120" cy="49164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55600" indent="-228600" defTabSz="914400">
              <a:lnSpc>
                <a:spcPct val="12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3200" spc="-70" dirty="0"/>
              <a:t>Laws</a:t>
            </a:r>
            <a:endParaRPr lang="en-US" sz="3200" dirty="0"/>
          </a:p>
          <a:p>
            <a:pPr marL="355600" indent="-228600" defTabSz="914400">
              <a:lnSpc>
                <a:spcPct val="120000"/>
              </a:lnSpc>
              <a:spcBef>
                <a:spcPts val="69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3200" spc="-125" dirty="0"/>
              <a:t>Weather</a:t>
            </a:r>
            <a:endParaRPr lang="en-US" sz="3200" dirty="0"/>
          </a:p>
          <a:p>
            <a:pPr marL="355600" indent="-228600" defTabSz="914400">
              <a:lnSpc>
                <a:spcPct val="120000"/>
              </a:lnSpc>
              <a:spcBef>
                <a:spcPts val="71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3200" spc="-105" dirty="0"/>
              <a:t>Natural</a:t>
            </a:r>
            <a:r>
              <a:rPr lang="en-US" sz="3200" spc="-229" dirty="0"/>
              <a:t> </a:t>
            </a:r>
            <a:r>
              <a:rPr lang="en-US" sz="3200" spc="-95" dirty="0"/>
              <a:t>Disaster</a:t>
            </a:r>
            <a:endParaRPr lang="en-US" sz="3200" dirty="0"/>
          </a:p>
          <a:p>
            <a:pPr marL="355600" indent="-228600" defTabSz="914400">
              <a:lnSpc>
                <a:spcPct val="120000"/>
              </a:lnSpc>
              <a:spcBef>
                <a:spcPts val="69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3200" spc="-135" dirty="0"/>
              <a:t>Community</a:t>
            </a:r>
            <a:endParaRPr lang="en-US" sz="3200" dirty="0"/>
          </a:p>
        </p:txBody>
      </p:sp>
      <p:sp>
        <p:nvSpPr>
          <p:cNvPr id="5" name="object 5"/>
          <p:cNvSpPr/>
          <p:nvPr/>
        </p:nvSpPr>
        <p:spPr>
          <a:xfrm>
            <a:off x="4838473" y="4341759"/>
            <a:ext cx="4305300" cy="25237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7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3046595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7262" y="1240076"/>
            <a:ext cx="2045860" cy="45845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914400"/>
            <a:r>
              <a:rPr lang="en-US" sz="3000" b="0" i="0" kern="1200" cap="all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Personal Conflict Risks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29195" y="1240077"/>
            <a:ext cx="4526120" cy="49164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55600" indent="-228600" defTabSz="914400">
              <a:lnSpc>
                <a:spcPct val="12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2800" dirty="0"/>
              <a:t>Family obligations, illnesses or deaths</a:t>
            </a:r>
          </a:p>
          <a:p>
            <a:pPr marL="355600" indent="-228600" defTabSz="914400">
              <a:lnSpc>
                <a:spcPct val="120000"/>
              </a:lnSpc>
              <a:spcBef>
                <a:spcPts val="69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2800" dirty="0"/>
              <a:t>Events of disaster that affect the home</a:t>
            </a:r>
          </a:p>
          <a:p>
            <a:pPr marL="355600" indent="-228600" defTabSz="914400">
              <a:lnSpc>
                <a:spcPct val="120000"/>
              </a:lnSpc>
              <a:spcBef>
                <a:spcPts val="71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2800" dirty="0"/>
              <a:t>Community involvement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000" y="2303047"/>
            <a:ext cx="2780754" cy="26741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914400"/>
            <a:r>
              <a:rPr lang="en-US" sz="2500" dirty="0"/>
              <a:t>Risk Identification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2146542"/>
            <a:ext cx="24540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DDD3B5DB-612A-4C13-A270-FCC305C9A2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7896688"/>
              </p:ext>
            </p:extLst>
          </p:nvPr>
        </p:nvGraphicFramePr>
        <p:xfrm>
          <a:off x="3856434" y="803275"/>
          <a:ext cx="4435078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8684" y="2303047"/>
            <a:ext cx="2454070" cy="26741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914400"/>
            <a:r>
              <a:rPr lang="en-US" spc="-90"/>
              <a:t>Warning</a:t>
            </a:r>
            <a:r>
              <a:rPr lang="en-US" spc="-285"/>
              <a:t> </a:t>
            </a:r>
            <a:r>
              <a:rPr lang="en-US" spc="-35"/>
              <a:t>Signs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2146542"/>
            <a:ext cx="24540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3FF192F0-0694-4F8A-BE32-28FBA60788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2453351"/>
              </p:ext>
            </p:extLst>
          </p:nvPr>
        </p:nvGraphicFramePr>
        <p:xfrm>
          <a:off x="3856434" y="803275"/>
          <a:ext cx="4435078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8684" y="2303047"/>
            <a:ext cx="2454070" cy="26741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914400"/>
            <a:r>
              <a:rPr lang="en-US" spc="-90"/>
              <a:t>Warning</a:t>
            </a:r>
            <a:r>
              <a:rPr lang="en-US" spc="-285"/>
              <a:t> </a:t>
            </a:r>
            <a:r>
              <a:rPr lang="en-US" spc="-35"/>
              <a:t>Signs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2146542"/>
            <a:ext cx="24540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030CCDE1-7573-4128-93C6-30EE667F88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023577"/>
              </p:ext>
            </p:extLst>
          </p:nvPr>
        </p:nvGraphicFramePr>
        <p:xfrm>
          <a:off x="3856434" y="152400"/>
          <a:ext cx="4830366" cy="59730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7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3046595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1240076"/>
            <a:ext cx="2302122" cy="45845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914400"/>
            <a:r>
              <a:rPr lang="en-US" sz="2500" b="0" i="0" kern="1200" cap="all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Risk 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29195" y="1240077"/>
            <a:ext cx="4526120" cy="49164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55600" indent="-228600" defTabSz="914400">
              <a:lnSpc>
                <a:spcPct val="120000"/>
              </a:lnSpc>
              <a:spcBef>
                <a:spcPts val="79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2800" dirty="0"/>
              <a:t>Identify needs for business continuity</a:t>
            </a:r>
          </a:p>
          <a:p>
            <a:pPr marL="355600" indent="-228600" defTabSz="914400">
              <a:lnSpc>
                <a:spcPct val="120000"/>
              </a:lnSpc>
              <a:spcBef>
                <a:spcPts val="69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2800" dirty="0"/>
              <a:t>Identify needs for potential or planned growth</a:t>
            </a:r>
          </a:p>
          <a:p>
            <a:pPr marL="355600" indent="-228600" defTabSz="914400">
              <a:lnSpc>
                <a:spcPct val="120000"/>
              </a:lnSpc>
              <a:spcBef>
                <a:spcPts val="71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2800" dirty="0"/>
              <a:t>Discuss risks with managers</a:t>
            </a:r>
          </a:p>
          <a:p>
            <a:pPr marL="355600" indent="-228600" defTabSz="914400">
              <a:lnSpc>
                <a:spcPct val="120000"/>
              </a:lnSpc>
              <a:spcBef>
                <a:spcPts val="7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2800" dirty="0"/>
              <a:t>Communicate risks to managers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7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3046595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7262" y="1240076"/>
            <a:ext cx="2045860" cy="45845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914400"/>
            <a:r>
              <a:rPr lang="en-US" b="0" i="0" kern="1200" cap="all" spc="65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SWOT</a:t>
            </a:r>
            <a:r>
              <a:rPr lang="en-US" b="0" i="0" kern="1200" cap="all" spc="-305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b="0" i="0" kern="1200" cap="all" spc="-9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29195" y="1240077"/>
            <a:ext cx="4526120" cy="49164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55600" indent="-228600" defTabSz="914400">
              <a:lnSpc>
                <a:spcPct val="120000"/>
              </a:lnSpc>
              <a:spcBef>
                <a:spcPts val="79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pc="-160"/>
              <a:t>Strengths</a:t>
            </a:r>
            <a:endParaRPr lang="en-US"/>
          </a:p>
          <a:p>
            <a:pPr marL="355600" indent="-228600" defTabSz="914400">
              <a:lnSpc>
                <a:spcPct val="120000"/>
              </a:lnSpc>
              <a:spcBef>
                <a:spcPts val="69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pc="-50"/>
              <a:t>Weaknesses</a:t>
            </a:r>
            <a:endParaRPr lang="en-US"/>
          </a:p>
          <a:p>
            <a:pPr marL="355600" indent="-228600" defTabSz="914400">
              <a:lnSpc>
                <a:spcPct val="120000"/>
              </a:lnSpc>
              <a:spcBef>
                <a:spcPts val="71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pc="-170"/>
              <a:t>Oppor</a:t>
            </a:r>
            <a:r>
              <a:rPr lang="en-US" spc="-145"/>
              <a:t>t</a:t>
            </a:r>
            <a:r>
              <a:rPr lang="en-US" spc="-120"/>
              <a:t>unities</a:t>
            </a:r>
            <a:endParaRPr lang="en-US"/>
          </a:p>
          <a:p>
            <a:pPr marL="355600" indent="-228600" defTabSz="914400">
              <a:lnSpc>
                <a:spcPct val="120000"/>
              </a:lnSpc>
              <a:spcBef>
                <a:spcPts val="7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pc="-130"/>
              <a:t>Threats</a:t>
            </a:r>
            <a:endParaRPr lang="en-US"/>
          </a:p>
        </p:txBody>
      </p:sp>
      <p:sp>
        <p:nvSpPr>
          <p:cNvPr id="2" name="object 2"/>
          <p:cNvSpPr/>
          <p:nvPr/>
        </p:nvSpPr>
        <p:spPr>
          <a:xfrm>
            <a:off x="3046595" y="914400"/>
            <a:ext cx="6097405" cy="5029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7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3046595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A8ED83-C3E2-4C4A-9035-8D8057DEF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240076"/>
            <a:ext cx="2454522" cy="458452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Other resources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04EFF-94DC-4440-AC29-3365D9C8F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9195" y="1240077"/>
            <a:ext cx="4526120" cy="4916465"/>
          </a:xfrm>
        </p:spPr>
        <p:txBody>
          <a:bodyPr anchor="t">
            <a:normAutofit/>
          </a:bodyPr>
          <a:lstStyle/>
          <a:p>
            <a:r>
              <a:rPr lang="en-US" sz="3200" dirty="0"/>
              <a:t>Proper administration</a:t>
            </a:r>
          </a:p>
          <a:p>
            <a:r>
              <a:rPr lang="en-US" sz="3200" dirty="0"/>
              <a:t>Auditing</a:t>
            </a:r>
          </a:p>
          <a:p>
            <a:r>
              <a:rPr lang="en-US" sz="3200" dirty="0"/>
              <a:t>Risk Insurance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298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BBC7667-C352-4842-9AFD-E5C16AD0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13335" y="3528542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EE485E7-7D6D-4CB0-A3AD-261D97B2E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5E3208-F0C4-4962-8946-065C94F89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55176" y="1027937"/>
            <a:ext cx="5060220" cy="3711894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/>
          <a:p>
            <a:pPr marL="647700" marR="5080" indent="-635635" defTabSz="914400"/>
            <a:r>
              <a:rPr lang="en-US" sz="3600" dirty="0"/>
              <a:t>	Risk Control Management  and Implementation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AE17D3-C2DC-4665-AF20-33C5BACD5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375124"/>
            <a:ext cx="0" cy="301752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7021C573-B3FF-44B8-A5DE-AB39E9AA6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0B0CCD4-E9B0-43B2-806F-05EDF57A7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8684" y="2303047"/>
            <a:ext cx="2454070" cy="26741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914400"/>
            <a:r>
              <a:rPr lang="en-US" spc="-130" dirty="0"/>
              <a:t>Equipment </a:t>
            </a:r>
            <a:r>
              <a:rPr lang="en-US" spc="-85" dirty="0"/>
              <a:t>and</a:t>
            </a:r>
            <a:r>
              <a:rPr lang="en-US" spc="-320" dirty="0"/>
              <a:t> </a:t>
            </a:r>
            <a:r>
              <a:rPr lang="en-US" spc="-140" dirty="0"/>
              <a:t>Buyers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2146542"/>
            <a:ext cx="24540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B54B485E-4607-49B1-9C01-201522299C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5693114"/>
              </p:ext>
            </p:extLst>
          </p:nvPr>
        </p:nvGraphicFramePr>
        <p:xfrm>
          <a:off x="3856434" y="803275"/>
          <a:ext cx="4435078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914400"/>
            <a:r>
              <a:rPr lang="en-US" spc="-40"/>
              <a:t>Business</a:t>
            </a:r>
            <a:r>
              <a:rPr lang="en-US" spc="-254"/>
              <a:t> </a:t>
            </a:r>
            <a:r>
              <a:rPr lang="en-US" spc="-180"/>
              <a:t>Continuity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1853754"/>
            <a:ext cx="72024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1083699E-1945-48BE-9224-1FA514860A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6189836"/>
              </p:ext>
            </p:extLst>
          </p:nvPr>
        </p:nvGraphicFramePr>
        <p:xfrm>
          <a:off x="762001" y="2019475"/>
          <a:ext cx="7772400" cy="4457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7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3046595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754" y="1240076"/>
            <a:ext cx="2386368" cy="45845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914400"/>
            <a:r>
              <a:rPr lang="en-US" sz="2200" b="0" i="0" kern="1200" cap="all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Information Technology 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6595" y="970766"/>
            <a:ext cx="5945005" cy="49164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355600" indent="-228600" defTabSz="914400">
              <a:lnSpc>
                <a:spcPct val="120000"/>
              </a:lnSpc>
              <a:spcBef>
                <a:spcPts val="79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2800" dirty="0"/>
              <a:t>Do not share login information</a:t>
            </a:r>
          </a:p>
          <a:p>
            <a:pPr marL="355600" indent="-228600" defTabSz="914400">
              <a:lnSpc>
                <a:spcPct val="120000"/>
              </a:lnSpc>
              <a:spcBef>
                <a:spcPts val="69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2800" dirty="0"/>
              <a:t>Protect systems with firewalls</a:t>
            </a:r>
          </a:p>
          <a:p>
            <a:pPr marL="355600" indent="-228600" defTabSz="914400">
              <a:lnSpc>
                <a:spcPct val="120000"/>
              </a:lnSpc>
              <a:spcBef>
                <a:spcPts val="71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2800" dirty="0"/>
              <a:t>Institute levels of access</a:t>
            </a:r>
          </a:p>
          <a:p>
            <a:pPr marL="355600" indent="-228600" defTabSz="914400">
              <a:lnSpc>
                <a:spcPct val="120000"/>
              </a:lnSpc>
              <a:spcBef>
                <a:spcPts val="7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2800" dirty="0"/>
              <a:t>Perform reporting</a:t>
            </a:r>
          </a:p>
          <a:p>
            <a:pPr marL="355600" indent="-228600" defTabSz="914400">
              <a:lnSpc>
                <a:spcPct val="120000"/>
              </a:lnSpc>
              <a:spcBef>
                <a:spcPts val="71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2800" dirty="0"/>
              <a:t>Conduct scheduled and surprise audits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8684" y="2303047"/>
            <a:ext cx="2454070" cy="26741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914400"/>
            <a:r>
              <a:rPr lang="en-US" sz="2700" spc="-180"/>
              <a:t>Competition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2146542"/>
            <a:ext cx="24540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95A3622E-421B-457D-B6B3-3ECE4BDE4E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8534665"/>
              </p:ext>
            </p:extLst>
          </p:nvPr>
        </p:nvGraphicFramePr>
        <p:xfrm>
          <a:off x="3856434" y="803275"/>
          <a:ext cx="4435078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C51009-A09A-4689-8E6C-F8FC99E6A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3357" y="1600199"/>
            <a:ext cx="2654449" cy="42976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defTabSz="914400"/>
            <a:r>
              <a:rPr lang="en-US" sz="3000" b="0" i="0" kern="1200" cap="all" spc="-19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Accounting </a:t>
            </a:r>
            <a:r>
              <a:rPr lang="en-US" sz="3000" b="0" i="0" kern="1200" cap="all" spc="-85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and </a:t>
            </a:r>
            <a:r>
              <a:rPr lang="en-US" sz="3000" b="0" i="0" kern="1200" cap="all" spc="3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Cash</a:t>
            </a:r>
            <a:r>
              <a:rPr lang="en-US" sz="3000" b="0" i="0" kern="1200" cap="all" spc="-39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3000" b="0" i="0" kern="1200" cap="all" spc="-15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Control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C65442-F244-409C-BF44-C5D6472E8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2148839"/>
            <a:ext cx="0" cy="32004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bject 3"/>
          <p:cNvSpPr txBox="1"/>
          <p:nvPr/>
        </p:nvSpPr>
        <p:spPr>
          <a:xfrm>
            <a:off x="3693638" y="228600"/>
            <a:ext cx="4597502" cy="6477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55600" indent="-228600" defTabSz="914400">
              <a:lnSpc>
                <a:spcPct val="120000"/>
              </a:lnSpc>
              <a:spcBef>
                <a:spcPts val="79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3200" dirty="0"/>
              <a:t>Separation of duties</a:t>
            </a:r>
          </a:p>
          <a:p>
            <a:pPr marL="355600" indent="-228600" defTabSz="914400">
              <a:lnSpc>
                <a:spcPct val="120000"/>
              </a:lnSpc>
              <a:spcBef>
                <a:spcPts val="69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3200" dirty="0"/>
              <a:t>Dual control of cash</a:t>
            </a:r>
          </a:p>
          <a:p>
            <a:pPr marL="355600" indent="-228600" defTabSz="914400">
              <a:lnSpc>
                <a:spcPct val="120000"/>
              </a:lnSpc>
              <a:spcBef>
                <a:spcPts val="71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3200" dirty="0"/>
              <a:t>Levels of authority observed</a:t>
            </a:r>
          </a:p>
          <a:p>
            <a:pPr marL="355600" indent="-228600" defTabSz="914400">
              <a:lnSpc>
                <a:spcPct val="120000"/>
              </a:lnSpc>
              <a:spcBef>
                <a:spcPts val="7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3200" dirty="0"/>
              <a:t>Periodic audits</a:t>
            </a:r>
          </a:p>
          <a:p>
            <a:pPr marL="355600" indent="-228600" defTabSz="914400">
              <a:lnSpc>
                <a:spcPct val="120000"/>
              </a:lnSpc>
              <a:spcBef>
                <a:spcPts val="69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3200" dirty="0"/>
              <a:t>Surprise audits</a:t>
            </a:r>
          </a:p>
          <a:p>
            <a:pPr marL="355600" indent="-228600" defTabSz="914400">
              <a:lnSpc>
                <a:spcPct val="120000"/>
              </a:lnSpc>
              <a:spcBef>
                <a:spcPts val="71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3200" dirty="0"/>
              <a:t>Insured deposits</a:t>
            </a:r>
          </a:p>
          <a:p>
            <a:pPr marL="355600" indent="-228600" defTabSz="914400">
              <a:lnSpc>
                <a:spcPct val="120000"/>
              </a:lnSpc>
              <a:spcBef>
                <a:spcPts val="69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3200" dirty="0"/>
              <a:t>Plan for reserves in the budget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7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3046595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7262" y="1240076"/>
            <a:ext cx="2045860" cy="45845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914400"/>
            <a:r>
              <a:rPr lang="en-US" sz="2200" b="0" i="0" kern="1200" cap="all" spc="-85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Employee</a:t>
            </a:r>
            <a:r>
              <a:rPr lang="en-US" sz="2200" b="0" i="0" kern="1200" cap="all" spc="-27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2200" b="0" i="0" kern="1200" cap="all" spc="-12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02738" y="903449"/>
            <a:ext cx="5486400" cy="49164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355600" marR="193675" indent="-228600" defTabSz="914400">
              <a:lnSpc>
                <a:spcPct val="120000"/>
              </a:lnSpc>
              <a:spcBef>
                <a:spcPts val="1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2400" dirty="0"/>
              <a:t>Pre-employment screening and background  checks</a:t>
            </a:r>
          </a:p>
          <a:p>
            <a:pPr marL="355600" indent="-228600" defTabSz="914400">
              <a:lnSpc>
                <a:spcPct val="120000"/>
              </a:lnSpc>
              <a:spcBef>
                <a:spcPts val="7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2400" dirty="0"/>
              <a:t>Job descriptions and duties</a:t>
            </a:r>
          </a:p>
          <a:p>
            <a:pPr marL="355600" indent="-228600" defTabSz="914400">
              <a:lnSpc>
                <a:spcPct val="120000"/>
              </a:lnSpc>
              <a:spcBef>
                <a:spcPts val="70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2400" dirty="0"/>
              <a:t>Communicate clear expectations</a:t>
            </a:r>
          </a:p>
          <a:p>
            <a:pPr marL="355600" indent="-228600" defTabSz="914400">
              <a:lnSpc>
                <a:spcPct val="120000"/>
              </a:lnSpc>
              <a:spcBef>
                <a:spcPts val="69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2400" dirty="0"/>
              <a:t>Cross train staff</a:t>
            </a:r>
          </a:p>
          <a:p>
            <a:pPr marL="355600" indent="-228600" defTabSz="914400">
              <a:lnSpc>
                <a:spcPct val="120000"/>
              </a:lnSpc>
              <a:spcBef>
                <a:spcPts val="71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2400" dirty="0"/>
              <a:t>Periodic evaluations and feedback</a:t>
            </a:r>
          </a:p>
          <a:p>
            <a:pPr marL="355600" indent="-342900">
              <a:lnSpc>
                <a:spcPct val="100000"/>
              </a:lnSpc>
              <a:spcBef>
                <a:spcPts val="795"/>
              </a:spcBef>
              <a:buChar char="•"/>
              <a:tabLst>
                <a:tab pos="354965" algn="l"/>
                <a:tab pos="355600" algn="l"/>
              </a:tabLst>
            </a:pPr>
            <a:r>
              <a:rPr lang="en-US" sz="2400" dirty="0">
                <a:cs typeface="Geneva"/>
              </a:rPr>
              <a:t>Manage by being present or walking around</a:t>
            </a:r>
          </a:p>
          <a:p>
            <a:pPr marL="355600" indent="-342900">
              <a:lnSpc>
                <a:spcPct val="100000"/>
              </a:lnSpc>
              <a:spcBef>
                <a:spcPts val="695"/>
              </a:spcBef>
              <a:buChar char="•"/>
              <a:tabLst>
                <a:tab pos="354965" algn="l"/>
                <a:tab pos="355600" algn="l"/>
              </a:tabLst>
            </a:pPr>
            <a:r>
              <a:rPr lang="en-US" sz="2400" dirty="0">
                <a:cs typeface="Geneva"/>
              </a:rPr>
              <a:t>Audit for payroll or time fraud</a:t>
            </a:r>
          </a:p>
          <a:p>
            <a:pPr marL="355600" indent="-342900">
              <a:lnSpc>
                <a:spcPct val="100000"/>
              </a:lnSpc>
              <a:spcBef>
                <a:spcPts val="710"/>
              </a:spcBef>
              <a:buChar char="•"/>
              <a:tabLst>
                <a:tab pos="354965" algn="l"/>
                <a:tab pos="355600" algn="l"/>
              </a:tabLst>
            </a:pPr>
            <a:r>
              <a:rPr lang="en-US" sz="2400" dirty="0">
                <a:cs typeface="Geneva"/>
              </a:rPr>
              <a:t>Benefits and compensation for retention</a:t>
            </a:r>
          </a:p>
          <a:p>
            <a:pPr marL="355600" indent="-342900">
              <a:lnSpc>
                <a:spcPct val="100000"/>
              </a:lnSpc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r>
              <a:rPr lang="en-US" sz="2400" dirty="0">
                <a:cs typeface="Geneva"/>
              </a:rPr>
              <a:t>Incentives to avoid injuries and damages</a:t>
            </a:r>
          </a:p>
          <a:p>
            <a:pPr marL="355600" indent="-228600" defTabSz="914400">
              <a:lnSpc>
                <a:spcPct val="120000"/>
              </a:lnSpc>
              <a:spcBef>
                <a:spcPts val="71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endParaRPr lang="en-US" sz="2400" dirty="0"/>
          </a:p>
          <a:p>
            <a:pPr marL="127000" defTabSz="914400">
              <a:lnSpc>
                <a:spcPct val="120000"/>
              </a:lnSpc>
              <a:spcBef>
                <a:spcPts val="710"/>
              </a:spcBef>
              <a:buClr>
                <a:schemeClr val="accent1"/>
              </a:buClr>
              <a:buSzPct val="100000"/>
              <a:tabLst>
                <a:tab pos="354965" algn="l"/>
                <a:tab pos="355600" algn="l"/>
              </a:tabLst>
            </a:pP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7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3046595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7262" y="1240076"/>
            <a:ext cx="2045860" cy="45845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914400"/>
            <a:r>
              <a:rPr lang="en-US" b="0" i="0" kern="1200" cap="all" spc="-4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Business </a:t>
            </a:r>
            <a:r>
              <a:rPr lang="en-US" b="0" i="0" kern="1200" cap="all" spc="-13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Work</a:t>
            </a:r>
            <a:r>
              <a:rPr lang="en-US" b="0" i="0" kern="1200" cap="all" spc="-45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b="0" i="0" kern="1200" cap="all" spc="-21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Strategy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9224" y="685800"/>
            <a:ext cx="4526120" cy="49164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12700" indent="-228600" defTabSz="914400">
              <a:lnSpc>
                <a:spcPct val="120000"/>
              </a:lnSpc>
              <a:spcBef>
                <a:spcPts val="75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How can you manage your own risks?</a:t>
            </a:r>
          </a:p>
          <a:p>
            <a:pPr marL="756285" indent="-228600" defTabSz="914400">
              <a:lnSpc>
                <a:spcPct val="120000"/>
              </a:lnSpc>
              <a:spcBef>
                <a:spcPts val="61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400" dirty="0"/>
              <a:t>Set work hours</a:t>
            </a:r>
          </a:p>
          <a:p>
            <a:pPr marL="756285" indent="-228600" defTabSz="914400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400" dirty="0"/>
              <a:t>Plan work with a balance</a:t>
            </a:r>
          </a:p>
          <a:p>
            <a:pPr marL="756285" indent="-228600" defTabSz="914400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400" dirty="0"/>
              <a:t>Set realistic goals</a:t>
            </a:r>
          </a:p>
          <a:p>
            <a:pPr marL="756285" indent="-228600" defTabSz="914400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400" dirty="0"/>
              <a:t>Train support staff or an assistant</a:t>
            </a:r>
          </a:p>
          <a:p>
            <a:pPr marL="756285" indent="-228600" defTabSz="914400">
              <a:lnSpc>
                <a:spcPct val="120000"/>
              </a:lnSpc>
              <a:spcBef>
                <a:spcPts val="60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400" dirty="0"/>
              <a:t>Include in disability or death in business plan</a:t>
            </a:r>
          </a:p>
          <a:p>
            <a:pPr marL="756285" indent="-228600" defTabSz="914400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400" dirty="0"/>
              <a:t>Support system</a:t>
            </a:r>
          </a:p>
          <a:p>
            <a:pPr marL="756285" indent="-228600" defTabSz="914400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400" dirty="0"/>
              <a:t>Anticipate family and home needs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16D9FD-860F-4F5C-8D9B-CE7002071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1988" y="977028"/>
            <a:ext cx="2500057" cy="5237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defTabSz="914400"/>
            <a:r>
              <a:rPr lang="en-US" sz="2700" b="0" i="0" kern="1200" cap="all" spc="-75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More </a:t>
            </a:r>
            <a:r>
              <a:rPr lang="en-US" sz="2700" b="0" i="0" kern="1200" cap="all" spc="-14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on </a:t>
            </a:r>
            <a:r>
              <a:rPr lang="en-US" sz="2700" b="0" i="0" kern="1200" cap="all" spc="-15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Control</a:t>
            </a:r>
            <a:r>
              <a:rPr lang="en-US" sz="2700" b="0" i="0" kern="1200" cap="all" spc="-43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2700" b="0" i="0" kern="1200" cap="all" spc="-12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Management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074069-7026-466C-B495-20FB9578C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494" y="0"/>
            <a:ext cx="5653506" cy="6858000"/>
          </a:xfrm>
          <a:prstGeom prst="rect">
            <a:avLst/>
          </a:prstGeom>
          <a:solidFill>
            <a:schemeClr val="tx2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685D80-4D5A-471F-9215-651424F47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340" y="0"/>
            <a:ext cx="12344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3613784" y="76201"/>
            <a:ext cx="5301616" cy="6781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352425" indent="-228600" defTabSz="914400">
              <a:lnSpc>
                <a:spcPct val="120000"/>
              </a:lnSpc>
              <a:spcBef>
                <a:spcPts val="81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2425" algn="l"/>
                <a:tab pos="353060" algn="l"/>
              </a:tabLst>
            </a:pPr>
            <a:r>
              <a:rPr lang="en-US" sz="2800" dirty="0">
                <a:solidFill>
                  <a:schemeClr val="bg1"/>
                </a:solidFill>
              </a:rPr>
              <a:t>Communication within organization</a:t>
            </a:r>
          </a:p>
          <a:p>
            <a:pPr marL="352425" indent="-228600" defTabSz="914400">
              <a:lnSpc>
                <a:spcPct val="120000"/>
              </a:lnSpc>
              <a:spcBef>
                <a:spcPts val="72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2425" algn="l"/>
                <a:tab pos="353060" algn="l"/>
              </a:tabLst>
            </a:pPr>
            <a:r>
              <a:rPr lang="en-US" sz="2800" dirty="0">
                <a:solidFill>
                  <a:schemeClr val="bg1"/>
                </a:solidFill>
              </a:rPr>
              <a:t>Routine assessment of physical plant</a:t>
            </a:r>
          </a:p>
          <a:p>
            <a:pPr marL="352425" indent="-228600" defTabSz="914400">
              <a:lnSpc>
                <a:spcPct val="120000"/>
              </a:lnSpc>
              <a:spcBef>
                <a:spcPts val="72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2425" algn="l"/>
                <a:tab pos="353060" algn="l"/>
              </a:tabLst>
            </a:pPr>
            <a:r>
              <a:rPr lang="en-US" sz="2800" dirty="0">
                <a:solidFill>
                  <a:schemeClr val="bg1"/>
                </a:solidFill>
              </a:rPr>
              <a:t>Be alert to changes in the community and laws</a:t>
            </a:r>
          </a:p>
          <a:p>
            <a:pPr marL="352425" indent="-228600" defTabSz="914400">
              <a:lnSpc>
                <a:spcPct val="120000"/>
              </a:lnSpc>
              <a:spcBef>
                <a:spcPts val="73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2425" algn="l"/>
                <a:tab pos="353060" algn="l"/>
              </a:tabLst>
            </a:pPr>
            <a:r>
              <a:rPr lang="en-US" sz="2800" dirty="0">
                <a:solidFill>
                  <a:schemeClr val="bg1"/>
                </a:solidFill>
              </a:rPr>
              <a:t>Awareness of news in the economy</a:t>
            </a:r>
          </a:p>
          <a:p>
            <a:pPr marL="352425" indent="-228600" defTabSz="914400">
              <a:lnSpc>
                <a:spcPct val="120000"/>
              </a:lnSpc>
              <a:spcBef>
                <a:spcPts val="72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2425" algn="l"/>
                <a:tab pos="353060" algn="l"/>
              </a:tabLst>
            </a:pPr>
            <a:r>
              <a:rPr lang="en-US" sz="2800" dirty="0">
                <a:solidFill>
                  <a:schemeClr val="bg1"/>
                </a:solidFill>
              </a:rPr>
              <a:t>Utilize lines of credit only when needed</a:t>
            </a:r>
          </a:p>
          <a:p>
            <a:pPr marL="352425" marR="737870" indent="-228600" defTabSz="914400">
              <a:lnSpc>
                <a:spcPct val="120000"/>
              </a:lnSpc>
              <a:spcBef>
                <a:spcPts val="7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2425" algn="l"/>
                <a:tab pos="353060" algn="l"/>
              </a:tabLst>
            </a:pPr>
            <a:r>
              <a:rPr lang="en-US" sz="2800" dirty="0">
                <a:solidFill>
                  <a:schemeClr val="bg1"/>
                </a:solidFill>
              </a:rPr>
              <a:t>Insure against damages from weather and disasters</a:t>
            </a:r>
          </a:p>
          <a:p>
            <a:pPr marL="352425" indent="-228600" defTabSz="914400">
              <a:lnSpc>
                <a:spcPct val="120000"/>
              </a:lnSpc>
              <a:spcBef>
                <a:spcPts val="73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>
                <a:tab pos="352425" algn="l"/>
                <a:tab pos="353060" algn="l"/>
              </a:tabLst>
            </a:pPr>
            <a:r>
              <a:rPr lang="en-US" sz="2800" dirty="0">
                <a:solidFill>
                  <a:schemeClr val="bg1"/>
                </a:solidFill>
              </a:rPr>
              <a:t>Backup utilities – phones and generators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8684" y="2303047"/>
            <a:ext cx="2454070" cy="26741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914400"/>
            <a:r>
              <a:rPr lang="en-US" spc="-110"/>
              <a:t>Exit</a:t>
            </a:r>
            <a:r>
              <a:rPr lang="en-US" spc="-250"/>
              <a:t> </a:t>
            </a:r>
            <a:r>
              <a:rPr lang="en-US" spc="-215"/>
              <a:t>Strategy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2146542"/>
            <a:ext cx="24540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E0C3CDDE-4F5A-40B2-935B-ECFD1964CE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7704876"/>
              </p:ext>
            </p:extLst>
          </p:nvPr>
        </p:nvGraphicFramePr>
        <p:xfrm>
          <a:off x="3856434" y="803275"/>
          <a:ext cx="5135166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706</Words>
  <Application>Microsoft Office PowerPoint</Application>
  <PresentationFormat>On-screen Show (4:3)</PresentationFormat>
  <Paragraphs>168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Geneva</vt:lpstr>
      <vt:lpstr>Gill Sans MT</vt:lpstr>
      <vt:lpstr>Gallery</vt:lpstr>
      <vt:lpstr>Risk management</vt:lpstr>
      <vt:lpstr>Objectives</vt:lpstr>
      <vt:lpstr>Risk Management is …..</vt:lpstr>
      <vt:lpstr>Internal Risks</vt:lpstr>
      <vt:lpstr>Human Risks</vt:lpstr>
      <vt:lpstr>Human Risks</vt:lpstr>
      <vt:lpstr>Equipment and Information Technology  Risks</vt:lpstr>
      <vt:lpstr>Equipment and Information Technology  Risks</vt:lpstr>
      <vt:lpstr>Other Internal Risks</vt:lpstr>
      <vt:lpstr>Other Internal Risks</vt:lpstr>
      <vt:lpstr>External Risks</vt:lpstr>
      <vt:lpstr>Competition and Market Risks</vt:lpstr>
      <vt:lpstr>Business Environment Risks</vt:lpstr>
      <vt:lpstr>Personal Conflict Risks</vt:lpstr>
      <vt:lpstr>Risk Identification</vt:lpstr>
      <vt:lpstr>Warning Signs</vt:lpstr>
      <vt:lpstr>Warning Signs</vt:lpstr>
      <vt:lpstr>Risk Evaluation</vt:lpstr>
      <vt:lpstr>SWOT Analysis</vt:lpstr>
      <vt:lpstr>Other resources </vt:lpstr>
      <vt:lpstr> Risk Control Management  and Implementation</vt:lpstr>
      <vt:lpstr>Equipment and Buyers</vt:lpstr>
      <vt:lpstr>Business Continuity</vt:lpstr>
      <vt:lpstr>Information Technology Systems</vt:lpstr>
      <vt:lpstr>Competition</vt:lpstr>
      <vt:lpstr>Accounting and Cash Control</vt:lpstr>
      <vt:lpstr>Employee Management</vt:lpstr>
      <vt:lpstr>Business Work Strategy</vt:lpstr>
      <vt:lpstr>More on Control Management</vt:lpstr>
      <vt:lpstr>Exit Strategy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management</dc:title>
  <dc:creator>kalpana</dc:creator>
  <cp:lastModifiedBy>kalpana ambepitiya</cp:lastModifiedBy>
  <cp:revision>5</cp:revision>
  <dcterms:created xsi:type="dcterms:W3CDTF">2020-08-31T00:19:02Z</dcterms:created>
  <dcterms:modified xsi:type="dcterms:W3CDTF">2021-06-23T12:19:01Z</dcterms:modified>
</cp:coreProperties>
</file>